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3" r:id="rId7"/>
    <p:sldId id="264" r:id="rId8"/>
    <p:sldId id="304" r:id="rId9"/>
    <p:sldId id="266" r:id="rId10"/>
    <p:sldId id="267" r:id="rId11"/>
    <p:sldId id="268" r:id="rId12"/>
    <p:sldId id="269" r:id="rId13"/>
    <p:sldId id="270" r:id="rId14"/>
    <p:sldId id="271" r:id="rId15"/>
    <p:sldId id="272" r:id="rId16"/>
    <p:sldId id="306" r:id="rId17"/>
    <p:sldId id="307" r:id="rId18"/>
    <p:sldId id="273" r:id="rId19"/>
    <p:sldId id="274" r:id="rId20"/>
    <p:sldId id="275" r:id="rId21"/>
    <p:sldId id="276" r:id="rId22"/>
    <p:sldId id="277" r:id="rId23"/>
    <p:sldId id="303" r:id="rId24"/>
    <p:sldId id="288" r:id="rId25"/>
    <p:sldId id="290" r:id="rId26"/>
    <p:sldId id="291" r:id="rId27"/>
    <p:sldId id="286" r:id="rId28"/>
    <p:sldId id="299" r:id="rId29"/>
    <p:sldId id="300" r:id="rId30"/>
    <p:sldId id="301" r:id="rId31"/>
    <p:sldId id="302" r:id="rId32"/>
    <p:sldId id="287" r:id="rId33"/>
    <p:sldId id="284" r:id="rId34"/>
    <p:sldId id="285" r:id="rId3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DE9"/>
    <a:srgbClr val="1B263B"/>
    <a:srgbClr val="81C4D7"/>
    <a:srgbClr val="3F5B78"/>
    <a:srgbClr val="003559"/>
    <a:srgbClr val="ACB7C3"/>
    <a:srgbClr val="778DA9"/>
    <a:srgbClr val="415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0" autoAdjust="0"/>
    <p:restoredTop sz="84967" autoAdjust="0"/>
  </p:normalViewPr>
  <p:slideViewPr>
    <p:cSldViewPr snapToGrid="0">
      <p:cViewPr>
        <p:scale>
          <a:sx n="50" d="100"/>
          <a:sy n="50" d="100"/>
        </p:scale>
        <p:origin x="121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66353-4C0C-402B-ADB3-44C440C3F560}" type="datetimeFigureOut">
              <a:rPr lang="es-ES" smtClean="0"/>
              <a:t>26/05/2025</a:t>
            </a:fld>
            <a:endParaRPr lang="es-E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2C3293-0B83-400D-B76A-FC33B8722499}" type="slidenum">
              <a:rPr lang="es-ES" smtClean="0"/>
              <a:t>‹N°›</a:t>
            </a:fld>
            <a:endParaRPr lang="es-ES"/>
          </a:p>
        </p:txBody>
      </p:sp>
    </p:spTree>
    <p:extLst>
      <p:ext uri="{BB962C8B-B14F-4D97-AF65-F5344CB8AC3E}">
        <p14:creationId xmlns:p14="http://schemas.microsoft.com/office/powerpoint/2010/main" val="864250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D12C3293-0B83-400D-B76A-FC33B8722499}" type="slidenum">
              <a:rPr lang="es-ES" smtClean="0"/>
              <a:t>6</a:t>
            </a:fld>
            <a:endParaRPr lang="es-ES"/>
          </a:p>
        </p:txBody>
      </p:sp>
    </p:spTree>
    <p:extLst>
      <p:ext uri="{BB962C8B-B14F-4D97-AF65-F5344CB8AC3E}">
        <p14:creationId xmlns:p14="http://schemas.microsoft.com/office/powerpoint/2010/main" val="2428993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D24CA-F5B0-7365-F8C0-7C1A8A3486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6A3A4F-A535-9813-B5BF-FE70FE67EC9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43B9C2A-4A34-3452-FBBA-701D142FB1BB}"/>
              </a:ext>
            </a:extLst>
          </p:cNvPr>
          <p:cNvSpPr>
            <a:spLocks noGrp="1"/>
          </p:cNvSpPr>
          <p:nvPr>
            <p:ph type="body" idx="1"/>
          </p:nvPr>
        </p:nvSpPr>
        <p:spPr/>
        <p:txBody>
          <a:bodyPr/>
          <a:lstStyle/>
          <a:p>
            <a:pPr>
              <a:lnSpc>
                <a:spcPct val="115000"/>
              </a:lnSpc>
              <a:spcAft>
                <a:spcPts val="1000"/>
              </a:spcAft>
            </a:pPr>
            <a:r>
              <a:rPr lang="fr-FR" sz="1800" dirty="0">
                <a:effectLst/>
                <a:latin typeface="Times New Roman" panose="02020603050405020304" pitchFamily="18" charset="0"/>
                <a:ea typeface="Times New Roman" panose="02020603050405020304" pitchFamily="18" charset="0"/>
                <a:cs typeface="Arial" panose="020B0604020202020204" pitchFamily="34" charset="0"/>
              </a:rPr>
              <a:t>La gestion des salles de travaux pratiques (TP) au sein d’une faculté est un processus essentiel pour le bon déroulement des activités pédagogiques.</a:t>
            </a:r>
          </a:p>
          <a:p>
            <a:pPr>
              <a:lnSpc>
                <a:spcPct val="115000"/>
              </a:lnSpc>
              <a:spcAft>
                <a:spcPts val="1000"/>
              </a:spcAft>
              <a:buNone/>
            </a:pPr>
            <a:r>
              <a:rPr lang="fr-FR" sz="1800" dirty="0">
                <a:effectLst/>
                <a:latin typeface="Times New Roman" panose="02020603050405020304" pitchFamily="18" charset="0"/>
                <a:ea typeface="Times New Roman" panose="02020603050405020304" pitchFamily="18" charset="0"/>
                <a:cs typeface="Arial" panose="020B0604020202020204" pitchFamily="34" charset="0"/>
              </a:rPr>
              <a:t>Actuellement, ce processus repose souvent sur des méthodes manuelles, longues, complexes et sujettes à des erreurs.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Notre stage vise a  développer un </a:t>
            </a:r>
            <a:r>
              <a:rPr lang="fr-FR" sz="1800" b="1" dirty="0">
                <a:effectLst/>
                <a:latin typeface="Calibri" panose="020F0502020204030204" pitchFamily="34" charset="0"/>
                <a:ea typeface="Calibri" panose="020F0502020204030204" pitchFamily="34" charset="0"/>
                <a:cs typeface="Arial" panose="020B0604020202020204" pitchFamily="34" charset="0"/>
              </a:rPr>
              <a:t>système de gestion des salles de TP</a:t>
            </a:r>
            <a:r>
              <a:rPr lang="fr-FR" sz="1800" dirty="0">
                <a:effectLst/>
                <a:latin typeface="Calibri" panose="020F0502020204030204" pitchFamily="34" charset="0"/>
                <a:ea typeface="Calibri" panose="020F0502020204030204" pitchFamily="34" charset="0"/>
                <a:cs typeface="Arial" panose="020B0604020202020204" pitchFamily="34" charset="0"/>
              </a:rPr>
              <a:t> pour la Faculté de Mathématiques et d’Informatique à l’Université des Sciences et de la Technologie d’Oran (USTO).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BFDA8E07-B0D6-73F4-F219-412BBDA400A0}"/>
              </a:ext>
            </a:extLst>
          </p:cNvPr>
          <p:cNvSpPr>
            <a:spLocks noGrp="1"/>
          </p:cNvSpPr>
          <p:nvPr>
            <p:ph type="sldNum" sz="quarter" idx="5"/>
          </p:nvPr>
        </p:nvSpPr>
        <p:spPr/>
        <p:txBody>
          <a:bodyPr/>
          <a:lstStyle/>
          <a:p>
            <a:fld id="{D12C3293-0B83-400D-B76A-FC33B8722499}" type="slidenum">
              <a:rPr lang="es-ES" smtClean="0"/>
              <a:t>7</a:t>
            </a:fld>
            <a:endParaRPr lang="es-ES"/>
          </a:p>
        </p:txBody>
      </p:sp>
    </p:spTree>
    <p:extLst>
      <p:ext uri="{BB962C8B-B14F-4D97-AF65-F5344CB8AC3E}">
        <p14:creationId xmlns:p14="http://schemas.microsoft.com/office/powerpoint/2010/main" val="2645733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6D9F2-315E-0597-571D-B57F28FAE2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98F1256-3ED9-820E-D8B5-DDD3DDE3BEF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2036C4E-9B12-5595-99A4-1E57E277497F}"/>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E79345DD-C7C4-F026-758F-9E6C1D9EE604}"/>
              </a:ext>
            </a:extLst>
          </p:cNvPr>
          <p:cNvSpPr>
            <a:spLocks noGrp="1"/>
          </p:cNvSpPr>
          <p:nvPr>
            <p:ph type="sldNum" sz="quarter" idx="5"/>
          </p:nvPr>
        </p:nvSpPr>
        <p:spPr/>
        <p:txBody>
          <a:bodyPr/>
          <a:lstStyle/>
          <a:p>
            <a:fld id="{D12C3293-0B83-400D-B76A-FC33B8722499}" type="slidenum">
              <a:rPr lang="es-ES" smtClean="0"/>
              <a:t>8</a:t>
            </a:fld>
            <a:endParaRPr lang="es-ES"/>
          </a:p>
        </p:txBody>
      </p:sp>
    </p:spTree>
    <p:extLst>
      <p:ext uri="{BB962C8B-B14F-4D97-AF65-F5344CB8AC3E}">
        <p14:creationId xmlns:p14="http://schemas.microsoft.com/office/powerpoint/2010/main" val="2415094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EA3AA-9C2E-43F0-7822-C53A00EB7E1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C11BB7-E130-DA93-6392-AEA51A8FB9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FB6F66-C7FA-CF14-409C-7EA9509FC397}"/>
              </a:ext>
            </a:extLst>
          </p:cNvPr>
          <p:cNvSpPr>
            <a:spLocks noGrp="1"/>
          </p:cNvSpPr>
          <p:nvPr>
            <p:ph type="body" idx="1"/>
          </p:nvPr>
        </p:nvSpPr>
        <p:spPr/>
        <p:txBody>
          <a:bodyPr/>
          <a:lstStyle/>
          <a:p>
            <a:pPr marL="342900" lvl="0" indent="-342900" rtl="0">
              <a:lnSpc>
                <a:spcPct val="115000"/>
              </a:lnSpc>
              <a:spcAft>
                <a:spcPts val="1000"/>
              </a:spcAft>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La gestion de salles de TP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La gestion des salles de travaux pratiques (TP) désigne l’ensemble des actions visant à organiser, planifier et superviser l’utilisation, l’équipement et l’état des salles dédiées aux activités pratiques, afin d’en assurer une exploitation optimale et continue dans un cadre pédagogique.</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1A4A4B3D-16AC-54C9-FA8A-45BE6DB9053C}"/>
              </a:ext>
            </a:extLst>
          </p:cNvPr>
          <p:cNvSpPr>
            <a:spLocks noGrp="1"/>
          </p:cNvSpPr>
          <p:nvPr>
            <p:ph type="sldNum" sz="quarter" idx="5"/>
          </p:nvPr>
        </p:nvSpPr>
        <p:spPr/>
        <p:txBody>
          <a:bodyPr/>
          <a:lstStyle/>
          <a:p>
            <a:fld id="{D12C3293-0B83-400D-B76A-FC33B8722499}" type="slidenum">
              <a:rPr lang="es-ES" smtClean="0"/>
              <a:t>9</a:t>
            </a:fld>
            <a:endParaRPr lang="es-ES"/>
          </a:p>
        </p:txBody>
      </p:sp>
    </p:spTree>
    <p:extLst>
      <p:ext uri="{BB962C8B-B14F-4D97-AF65-F5344CB8AC3E}">
        <p14:creationId xmlns:p14="http://schemas.microsoft.com/office/powerpoint/2010/main" val="3781799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9DF8-0DF8-1AAE-3DF2-7F94FAFE38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ECE0D1-7D1C-E207-2CCB-BBAA2D61FAB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5C062ED-ED00-06B2-153C-E3E12C659BE6}"/>
              </a:ext>
            </a:extLst>
          </p:cNvPr>
          <p:cNvSpPr>
            <a:spLocks noGrp="1"/>
          </p:cNvSpPr>
          <p:nvPr>
            <p:ph type="body" idx="1"/>
          </p:nvPr>
        </p:nvSpPr>
        <p:spPr/>
        <p:txBody>
          <a:bodyPr/>
          <a:lstStyle/>
          <a:p>
            <a:pPr marL="342900" lvl="0" indent="-342900" rtl="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acteurs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pricipeaux</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fr-FR" sz="1800" dirty="0" err="1">
                <a:effectLst/>
                <a:latin typeface="Calibri" panose="020F0502020204030204" pitchFamily="34" charset="0"/>
                <a:ea typeface="Calibri" panose="020F0502020204030204" pitchFamily="34" charset="0"/>
                <a:cs typeface="Arial" panose="020B0604020202020204" pitchFamily="34" charset="0"/>
              </a:rPr>
              <a:t>Bouayed</a:t>
            </a: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ilyes</a:t>
            </a:r>
            <a:r>
              <a:rPr lang="fr-FR" sz="1800" dirty="0">
                <a:effectLst/>
                <a:latin typeface="Calibri" panose="020F0502020204030204" pitchFamily="34" charset="0"/>
                <a:ea typeface="Calibri" panose="020F0502020204030204" pitchFamily="34" charset="0"/>
                <a:cs typeface="Arial" panose="020B0604020202020204" pitchFamily="34" charset="0"/>
              </a:rPr>
              <a:t> et l’autre</a:t>
            </a:r>
          </a:p>
          <a:p>
            <a:pPr marL="0" marR="0" lvl="0" indent="0" algn="l" defTabSz="914400" rtl="0" eaLnBrk="1" fontAlgn="auto" latinLnBrk="0" hangingPunct="1">
              <a:lnSpc>
                <a:spcPct val="115000"/>
              </a:lnSpc>
              <a:spcBef>
                <a:spcPts val="0"/>
              </a:spcBef>
              <a:spcAft>
                <a:spcPts val="1000"/>
              </a:spcAft>
              <a:buClrTx/>
              <a:buSzTx/>
              <a:buFontTx/>
              <a:buNone/>
              <a:tabLst/>
              <a:defRPr/>
            </a:pPr>
            <a:r>
              <a:rPr lang="fr-FR" sz="1800" dirty="0">
                <a:solidFill>
                  <a:srgbClr val="415A77"/>
                </a:solidFill>
                <a:latin typeface="Montserrat" pitchFamily="2" charset="0"/>
              </a:rPr>
              <a:t>Mme . Asma BOUGHRARA</a:t>
            </a:r>
            <a:endParaRPr lang="es-ES" sz="1800" dirty="0">
              <a:solidFill>
                <a:srgbClr val="415A77"/>
              </a:solidFill>
              <a:latin typeface="Montserrat" pitchFamily="2" charset="0"/>
            </a:endParaRPr>
          </a:p>
          <a:p>
            <a:pPr>
              <a:lnSpc>
                <a:spcPct val="115000"/>
              </a:lnSpc>
              <a:spcAft>
                <a:spcPts val="1000"/>
              </a:spcAft>
            </a:pP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9C4944F-B822-4FA9-902D-AA815D8BF833}"/>
              </a:ext>
            </a:extLst>
          </p:cNvPr>
          <p:cNvSpPr>
            <a:spLocks noGrp="1"/>
          </p:cNvSpPr>
          <p:nvPr>
            <p:ph type="sldNum" sz="quarter" idx="5"/>
          </p:nvPr>
        </p:nvSpPr>
        <p:spPr/>
        <p:txBody>
          <a:bodyPr/>
          <a:lstStyle/>
          <a:p>
            <a:fld id="{D12C3293-0B83-400D-B76A-FC33B8722499}" type="slidenum">
              <a:rPr lang="es-ES" smtClean="0"/>
              <a:t>10</a:t>
            </a:fld>
            <a:endParaRPr lang="es-ES"/>
          </a:p>
        </p:txBody>
      </p:sp>
    </p:spTree>
    <p:extLst>
      <p:ext uri="{BB962C8B-B14F-4D97-AF65-F5344CB8AC3E}">
        <p14:creationId xmlns:p14="http://schemas.microsoft.com/office/powerpoint/2010/main" val="869144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7FD1D-6F28-C883-775A-C3CA2DA29A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695D5F-C6E0-86E3-11F5-B2ECA795E8E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15C5325-1A5E-AFBA-9DBE-5C103BF54183}"/>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8A8E82D7-03D4-A221-8B60-B4588A117999}"/>
              </a:ext>
            </a:extLst>
          </p:cNvPr>
          <p:cNvSpPr>
            <a:spLocks noGrp="1"/>
          </p:cNvSpPr>
          <p:nvPr>
            <p:ph type="sldNum" sz="quarter" idx="5"/>
          </p:nvPr>
        </p:nvSpPr>
        <p:spPr/>
        <p:txBody>
          <a:bodyPr/>
          <a:lstStyle/>
          <a:p>
            <a:fld id="{D12C3293-0B83-400D-B76A-FC33B8722499}" type="slidenum">
              <a:rPr lang="es-ES" smtClean="0"/>
              <a:t>11</a:t>
            </a:fld>
            <a:endParaRPr lang="es-ES"/>
          </a:p>
        </p:txBody>
      </p:sp>
    </p:spTree>
    <p:extLst>
      <p:ext uri="{BB962C8B-B14F-4D97-AF65-F5344CB8AC3E}">
        <p14:creationId xmlns:p14="http://schemas.microsoft.com/office/powerpoint/2010/main" val="232735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C1B0-3190-ABD9-9ACA-4D65EAF0C7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CA9E34-9095-91F6-AF05-3D74F918E4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6B46834-5EF9-E259-AA0A-C9774B3A569A}"/>
              </a:ext>
            </a:extLst>
          </p:cNvPr>
          <p:cNvSpPr>
            <a:spLocks noGrp="1"/>
          </p:cNvSpPr>
          <p:nvPr>
            <p:ph type="body" idx="1"/>
          </p:nvPr>
        </p:nvSpPr>
        <p:spPr/>
        <p:txBody>
          <a:bodyPr/>
          <a:lstStyle/>
          <a:p>
            <a:pPr marL="1143000">
              <a:lnSpc>
                <a:spcPct val="115000"/>
              </a:lnSpc>
              <a:spcAft>
                <a:spcPts val="1000"/>
              </a:spcAft>
              <a:buNone/>
            </a:pPr>
            <a:endParaRPr lang="fr-FR" sz="1800" dirty="0">
              <a:effectLst/>
              <a:latin typeface="Symbol" panose="05050102010706020507" pitchFamily="18" charset="2"/>
              <a:ea typeface="Times New Roman" panose="02020603050405020304" pitchFamily="18" charset="0"/>
              <a:cs typeface="Times New Roman" panose="02020603050405020304" pitchFamily="18" charset="0"/>
            </a:endParaRPr>
          </a:p>
          <a:p>
            <a:pPr marL="1143000" marR="0" lvl="0" indent="0" algn="l" defTabSz="914400" rtl="0" eaLnBrk="1" fontAlgn="auto" latinLnBrk="0" hangingPunct="1">
              <a:lnSpc>
                <a:spcPct val="115000"/>
              </a:lnSpc>
              <a:spcBef>
                <a:spcPts val="0"/>
              </a:spcBef>
              <a:spcAft>
                <a:spcPts val="1000"/>
              </a:spcAft>
              <a:buClrTx/>
              <a:buSzTx/>
              <a:buFontTx/>
              <a:buNone/>
              <a:tabLst/>
              <a:defRPr/>
            </a:pP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Problemes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et Limitations du système actuel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buNone/>
            </a:pPr>
            <a:endParaRPr lang="fr-FR" sz="1800" dirty="0">
              <a:effectLst/>
              <a:latin typeface="Symbol" panose="05050102010706020507" pitchFamily="18" charset="2"/>
              <a:ea typeface="Times New Roman" panose="02020603050405020304" pitchFamily="18" charset="0"/>
              <a:cs typeface="Times New Roman" panose="02020603050405020304" pitchFamily="18" charset="0"/>
            </a:endParaRPr>
          </a:p>
          <a:p>
            <a:pPr marL="1143000">
              <a:lnSpc>
                <a:spcPct val="115000"/>
              </a:lnSpc>
              <a:spcAft>
                <a:spcPts val="1000"/>
              </a:spcAft>
              <a:buNone/>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Perte de temps dans la planification des séances.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buNone/>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Difficulté à suivre l’état des salles (occupation, maintenance, disponibilité).</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Risque de conflits dans la réservation des salles.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Faible centralisation de l’information.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FC30DA6-A80D-000A-B0F2-A8DD2400CDA8}"/>
              </a:ext>
            </a:extLst>
          </p:cNvPr>
          <p:cNvSpPr>
            <a:spLocks noGrp="1"/>
          </p:cNvSpPr>
          <p:nvPr>
            <p:ph type="sldNum" sz="quarter" idx="5"/>
          </p:nvPr>
        </p:nvSpPr>
        <p:spPr/>
        <p:txBody>
          <a:bodyPr/>
          <a:lstStyle/>
          <a:p>
            <a:fld id="{D12C3293-0B83-400D-B76A-FC33B8722499}" type="slidenum">
              <a:rPr lang="es-ES" smtClean="0"/>
              <a:t>12</a:t>
            </a:fld>
            <a:endParaRPr lang="es-ES"/>
          </a:p>
        </p:txBody>
      </p:sp>
    </p:spTree>
    <p:extLst>
      <p:ext uri="{BB962C8B-B14F-4D97-AF65-F5344CB8AC3E}">
        <p14:creationId xmlns:p14="http://schemas.microsoft.com/office/powerpoint/2010/main" val="2026744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FE2DC-0401-DF1D-4FA6-289BC3EDF3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2857B5E-2B5C-F1BF-84D4-A0301BC953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BE60887-0573-66A2-7007-0EC923F74ECA}"/>
              </a:ext>
            </a:extLst>
          </p:cNvPr>
          <p:cNvSpPr>
            <a:spLocks noGrp="1"/>
          </p:cNvSpPr>
          <p:nvPr>
            <p:ph type="body" idx="1"/>
          </p:nvPr>
        </p:nvSpPr>
        <p:spPr/>
        <p:txBody>
          <a:bodyPr/>
          <a:lstStyle/>
          <a:p>
            <a:pPr marL="342900" lvl="0" indent="-342900" rtl="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Objectifs de l’application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371600">
              <a:lnSpc>
                <a:spcPct val="115000"/>
              </a:lnSpc>
              <a:buNone/>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Centraliser</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toutes les informations liées aux salles (emploi du temps, état, équipements).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371600">
              <a:lnSpc>
                <a:spcPct val="115000"/>
              </a:lnSpc>
              <a:buNone/>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 </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Automatiser</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les tâches de planification, de suivi et de gestion des maintenances.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371600">
              <a:lnSpc>
                <a:spcPct val="115000"/>
              </a:lnSpc>
              <a:buNone/>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Renforcer la sécurité</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des accès aux données et des réservations.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371600">
              <a:lnSpc>
                <a:spcPct val="115000"/>
              </a:lnSpc>
              <a:spcAft>
                <a:spcPts val="1000"/>
              </a:spcAft>
            </a:pPr>
            <a:r>
              <a:rPr lang="fr-FR" sz="1800" dirty="0">
                <a:effectLst/>
                <a:latin typeface="Symbol" panose="05050102010706020507" pitchFamily="18" charset="2"/>
                <a:ea typeface="Times New Roman" panose="02020603050405020304" pitchFamily="18" charset="0"/>
                <a:cs typeface="Times New Roman" panose="02020603050405020304" pitchFamily="18"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1800" b="1" dirty="0">
                <a:effectLst/>
                <a:latin typeface="Times New Roman" panose="02020603050405020304" pitchFamily="18" charset="0"/>
                <a:ea typeface="Times New Roman" panose="02020603050405020304" pitchFamily="18" charset="0"/>
                <a:cs typeface="Arial" panose="020B0604020202020204" pitchFamily="34" charset="0"/>
              </a:rPr>
              <a:t>Réduire au minimum les procédures manuelles</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pour gagner du temps et limiter les erreurs.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1CBDC61E-CE4A-D1EC-4256-653E89F009C8}"/>
              </a:ext>
            </a:extLst>
          </p:cNvPr>
          <p:cNvSpPr>
            <a:spLocks noGrp="1"/>
          </p:cNvSpPr>
          <p:nvPr>
            <p:ph type="sldNum" sz="quarter" idx="5"/>
          </p:nvPr>
        </p:nvSpPr>
        <p:spPr/>
        <p:txBody>
          <a:bodyPr/>
          <a:lstStyle/>
          <a:p>
            <a:fld id="{D12C3293-0B83-400D-B76A-FC33B8722499}" type="slidenum">
              <a:rPr lang="es-ES" smtClean="0"/>
              <a:t>13</a:t>
            </a:fld>
            <a:endParaRPr lang="es-ES"/>
          </a:p>
        </p:txBody>
      </p:sp>
    </p:spTree>
    <p:extLst>
      <p:ext uri="{BB962C8B-B14F-4D97-AF65-F5344CB8AC3E}">
        <p14:creationId xmlns:p14="http://schemas.microsoft.com/office/powerpoint/2010/main" val="1773768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78D01-559A-B716-FB30-8C5ABEB35D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072718-847B-7605-D76E-209F3AD79C5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ACE618-9D90-25B3-1504-985F6D69A0A6}"/>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9A5D105-46AE-0AD6-2022-16493DFDC0F2}"/>
              </a:ext>
            </a:extLst>
          </p:cNvPr>
          <p:cNvSpPr>
            <a:spLocks noGrp="1"/>
          </p:cNvSpPr>
          <p:nvPr>
            <p:ph type="sldNum" sz="quarter" idx="5"/>
          </p:nvPr>
        </p:nvSpPr>
        <p:spPr/>
        <p:txBody>
          <a:bodyPr/>
          <a:lstStyle/>
          <a:p>
            <a:fld id="{D12C3293-0B83-400D-B76A-FC33B8722499}" type="slidenum">
              <a:rPr lang="es-ES" smtClean="0"/>
              <a:t>14</a:t>
            </a:fld>
            <a:endParaRPr lang="es-ES"/>
          </a:p>
        </p:txBody>
      </p:sp>
    </p:spTree>
    <p:extLst>
      <p:ext uri="{BB962C8B-B14F-4D97-AF65-F5344CB8AC3E}">
        <p14:creationId xmlns:p14="http://schemas.microsoft.com/office/powerpoint/2010/main" val="960574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4CB7-D650-F04F-C522-639C0C88FDE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7361839-67DD-CF5B-968D-D606FC07369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5173375-769E-6F49-071A-B98C88E84521}"/>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Roles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Principeaux</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Scrum Master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Product </a:t>
            </a:r>
            <a:r>
              <a:rPr lang="fr-FR" sz="1800" dirty="0" err="1">
                <a:effectLst/>
                <a:latin typeface="Calibri" panose="020F0502020204030204" pitchFamily="34" charset="0"/>
                <a:ea typeface="Calibri" panose="020F0502020204030204" pitchFamily="34" charset="0"/>
                <a:cs typeface="Arial" panose="020B0604020202020204" pitchFamily="34" charset="0"/>
              </a:rPr>
              <a:t>owner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Developers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53496A54-D704-5806-AFCC-692E794F38FC}"/>
              </a:ext>
            </a:extLst>
          </p:cNvPr>
          <p:cNvSpPr>
            <a:spLocks noGrp="1"/>
          </p:cNvSpPr>
          <p:nvPr>
            <p:ph type="sldNum" sz="quarter" idx="5"/>
          </p:nvPr>
        </p:nvSpPr>
        <p:spPr/>
        <p:txBody>
          <a:bodyPr/>
          <a:lstStyle/>
          <a:p>
            <a:fld id="{D12C3293-0B83-400D-B76A-FC33B8722499}" type="slidenum">
              <a:rPr lang="es-ES" smtClean="0"/>
              <a:t>15</a:t>
            </a:fld>
            <a:endParaRPr lang="es-ES"/>
          </a:p>
        </p:txBody>
      </p:sp>
    </p:spTree>
    <p:extLst>
      <p:ext uri="{BB962C8B-B14F-4D97-AF65-F5344CB8AC3E}">
        <p14:creationId xmlns:p14="http://schemas.microsoft.com/office/powerpoint/2010/main" val="1367370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761A8-7A84-9E49-4DB1-9B4F0D6219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C680D0D-755E-CA35-BA5F-54D95BAB371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F867404-9EC8-2071-A42C-17210DD2CCA3}"/>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Roles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Principeaux</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Scrum Master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Product </a:t>
            </a:r>
            <a:r>
              <a:rPr lang="fr-FR" sz="1800" dirty="0" err="1">
                <a:effectLst/>
                <a:latin typeface="Calibri" panose="020F0502020204030204" pitchFamily="34" charset="0"/>
                <a:ea typeface="Calibri" panose="020F0502020204030204" pitchFamily="34" charset="0"/>
                <a:cs typeface="Arial" panose="020B0604020202020204" pitchFamily="34" charset="0"/>
              </a:rPr>
              <a:t>owner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Developers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5CDF9F36-23F5-D516-E5D6-52238259B3FB}"/>
              </a:ext>
            </a:extLst>
          </p:cNvPr>
          <p:cNvSpPr>
            <a:spLocks noGrp="1"/>
          </p:cNvSpPr>
          <p:nvPr>
            <p:ph type="sldNum" sz="quarter" idx="5"/>
          </p:nvPr>
        </p:nvSpPr>
        <p:spPr/>
        <p:txBody>
          <a:bodyPr/>
          <a:lstStyle/>
          <a:p>
            <a:fld id="{D12C3293-0B83-400D-B76A-FC33B8722499}" type="slidenum">
              <a:rPr lang="es-ES" smtClean="0"/>
              <a:t>16</a:t>
            </a:fld>
            <a:endParaRPr lang="es-ES"/>
          </a:p>
        </p:txBody>
      </p:sp>
    </p:spTree>
    <p:extLst>
      <p:ext uri="{BB962C8B-B14F-4D97-AF65-F5344CB8AC3E}">
        <p14:creationId xmlns:p14="http://schemas.microsoft.com/office/powerpoint/2010/main" val="315495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66C9-C446-3471-7AFA-92CE2E324A0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F22139-A946-C583-3D18-646D54E949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4895A83-B8B2-26A2-9222-0E8508224CE4}"/>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Roles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Principeaux</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Scrum Master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Product </a:t>
            </a:r>
            <a:r>
              <a:rPr lang="fr-FR" sz="1800" dirty="0" err="1">
                <a:effectLst/>
                <a:latin typeface="Calibri" panose="020F0502020204030204" pitchFamily="34" charset="0"/>
                <a:ea typeface="Calibri" panose="020F0502020204030204" pitchFamily="34" charset="0"/>
                <a:cs typeface="Arial" panose="020B0604020202020204" pitchFamily="34" charset="0"/>
              </a:rPr>
              <a:t>owner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Developers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9532CDE9-8E9D-0829-682A-EF9AF7EEC377}"/>
              </a:ext>
            </a:extLst>
          </p:cNvPr>
          <p:cNvSpPr>
            <a:spLocks noGrp="1"/>
          </p:cNvSpPr>
          <p:nvPr>
            <p:ph type="sldNum" sz="quarter" idx="5"/>
          </p:nvPr>
        </p:nvSpPr>
        <p:spPr/>
        <p:txBody>
          <a:bodyPr/>
          <a:lstStyle/>
          <a:p>
            <a:fld id="{D12C3293-0B83-400D-B76A-FC33B8722499}" type="slidenum">
              <a:rPr lang="es-ES" smtClean="0"/>
              <a:t>17</a:t>
            </a:fld>
            <a:endParaRPr lang="es-ES"/>
          </a:p>
        </p:txBody>
      </p:sp>
    </p:spTree>
    <p:extLst>
      <p:ext uri="{BB962C8B-B14F-4D97-AF65-F5344CB8AC3E}">
        <p14:creationId xmlns:p14="http://schemas.microsoft.com/office/powerpoint/2010/main" val="827586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4528C-536B-17C4-64BE-74361ECCDE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6FDDDF-9982-F10E-1C1A-84A30777FD6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0EF7F7-82C2-FD89-C0A1-A2CCB467109B}"/>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Roles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Principeaux</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Scrum Master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Product </a:t>
            </a:r>
            <a:r>
              <a:rPr lang="fr-FR" sz="1800" dirty="0" err="1">
                <a:effectLst/>
                <a:latin typeface="Calibri" panose="020F0502020204030204" pitchFamily="34" charset="0"/>
                <a:ea typeface="Calibri" panose="020F0502020204030204" pitchFamily="34" charset="0"/>
                <a:cs typeface="Arial" panose="020B0604020202020204" pitchFamily="34" charset="0"/>
              </a:rPr>
              <a:t>owner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Developers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41BE03EA-8045-AE78-F383-CD4B956C3A05}"/>
              </a:ext>
            </a:extLst>
          </p:cNvPr>
          <p:cNvSpPr>
            <a:spLocks noGrp="1"/>
          </p:cNvSpPr>
          <p:nvPr>
            <p:ph type="sldNum" sz="quarter" idx="5"/>
          </p:nvPr>
        </p:nvSpPr>
        <p:spPr/>
        <p:txBody>
          <a:bodyPr/>
          <a:lstStyle/>
          <a:p>
            <a:fld id="{D12C3293-0B83-400D-B76A-FC33B8722499}" type="slidenum">
              <a:rPr lang="es-ES" smtClean="0"/>
              <a:t>18</a:t>
            </a:fld>
            <a:endParaRPr lang="es-ES"/>
          </a:p>
        </p:txBody>
      </p:sp>
    </p:spTree>
    <p:extLst>
      <p:ext uri="{BB962C8B-B14F-4D97-AF65-F5344CB8AC3E}">
        <p14:creationId xmlns:p14="http://schemas.microsoft.com/office/powerpoint/2010/main" val="1945074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E79E-1918-BC95-7703-6028AE1016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BD213F-A615-E68D-8E35-5FB819C94AA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6CAD2CA-A4AD-3E43-BF4C-74F642AEF9D7}"/>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Les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Roles</a:t>
            </a: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 </a:t>
            </a:r>
            <a:r>
              <a:rPr lang="fr-FR" sz="1800" b="1" dirty="0" err="1">
                <a:solidFill>
                  <a:srgbClr val="76923C"/>
                </a:solidFill>
                <a:effectLst/>
                <a:latin typeface="Calibri" panose="020F0502020204030204" pitchFamily="34" charset="0"/>
                <a:ea typeface="Calibri" panose="020F0502020204030204" pitchFamily="34" charset="0"/>
                <a:cs typeface="Arial" panose="020B0604020202020204" pitchFamily="34" charset="0"/>
              </a:rPr>
              <a:t>Principeaux</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Scrum Master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Product </a:t>
            </a:r>
            <a:r>
              <a:rPr lang="fr-FR" sz="1800" dirty="0" err="1">
                <a:effectLst/>
                <a:latin typeface="Calibri" panose="020F0502020204030204" pitchFamily="34" charset="0"/>
                <a:ea typeface="Calibri" panose="020F0502020204030204" pitchFamily="34" charset="0"/>
                <a:cs typeface="Arial" panose="020B0604020202020204" pitchFamily="34" charset="0"/>
              </a:rPr>
              <a:t>owner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Developers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F0D0B5F-F4A8-26DC-04FB-A272258C81DE}"/>
              </a:ext>
            </a:extLst>
          </p:cNvPr>
          <p:cNvSpPr>
            <a:spLocks noGrp="1"/>
          </p:cNvSpPr>
          <p:nvPr>
            <p:ph type="sldNum" sz="quarter" idx="5"/>
          </p:nvPr>
        </p:nvSpPr>
        <p:spPr/>
        <p:txBody>
          <a:bodyPr/>
          <a:lstStyle/>
          <a:p>
            <a:fld id="{D12C3293-0B83-400D-B76A-FC33B8722499}" type="slidenum">
              <a:rPr lang="es-ES" smtClean="0"/>
              <a:t>19</a:t>
            </a:fld>
            <a:endParaRPr lang="es-ES"/>
          </a:p>
        </p:txBody>
      </p:sp>
    </p:spTree>
    <p:extLst>
      <p:ext uri="{BB962C8B-B14F-4D97-AF65-F5344CB8AC3E}">
        <p14:creationId xmlns:p14="http://schemas.microsoft.com/office/powerpoint/2010/main" val="3805249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C66A9-2B94-CC23-8E2D-F0FA76218F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23A70B-9396-52EC-9D23-CECAB75487A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EAC818C-5EA7-2988-C6C5-1C85663445A0}"/>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B96DADE-078A-3668-D835-3C84A6C5AC72}"/>
              </a:ext>
            </a:extLst>
          </p:cNvPr>
          <p:cNvSpPr>
            <a:spLocks noGrp="1"/>
          </p:cNvSpPr>
          <p:nvPr>
            <p:ph type="sldNum" sz="quarter" idx="5"/>
          </p:nvPr>
        </p:nvSpPr>
        <p:spPr/>
        <p:txBody>
          <a:bodyPr/>
          <a:lstStyle/>
          <a:p>
            <a:fld id="{D12C3293-0B83-400D-B76A-FC33B8722499}" type="slidenum">
              <a:rPr lang="es-ES" smtClean="0"/>
              <a:t>20</a:t>
            </a:fld>
            <a:endParaRPr lang="es-ES"/>
          </a:p>
        </p:txBody>
      </p:sp>
    </p:spTree>
    <p:extLst>
      <p:ext uri="{BB962C8B-B14F-4D97-AF65-F5344CB8AC3E}">
        <p14:creationId xmlns:p14="http://schemas.microsoft.com/office/powerpoint/2010/main" val="3011648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4718D-327D-1656-330E-65D0F7B56E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278B18-6BD0-57EE-451F-24CF578E8D8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F9FB04-4683-6D6F-E71E-71DC097AAA5B}"/>
              </a:ext>
            </a:extLst>
          </p:cNvPr>
          <p:cNvSpPr>
            <a:spLocks noGrp="1"/>
          </p:cNvSpPr>
          <p:nvPr>
            <p:ph type="body" idx="1"/>
          </p:nvPr>
        </p:nvSpPr>
        <p:spPr/>
        <p:txBody>
          <a:bodyPr/>
          <a:lstStyle/>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Captures d’</a:t>
            </a:r>
            <a:r>
              <a:rPr lang="fr-FR" sz="1800" dirty="0" err="1">
                <a:effectLst/>
                <a:latin typeface="Calibri" panose="020F0502020204030204" pitchFamily="34" charset="0"/>
                <a:ea typeface="Calibri" panose="020F0502020204030204" pitchFamily="34" charset="0"/>
                <a:cs typeface="Arial" panose="020B0604020202020204" pitchFamily="34" charset="0"/>
              </a:rPr>
              <a:t>ecrans</a:t>
            </a:r>
            <a:r>
              <a:rPr lang="fr-FR" sz="1800" dirty="0">
                <a:effectLst/>
                <a:latin typeface="Calibri" panose="020F0502020204030204" pitchFamily="34" charset="0"/>
                <a:ea typeface="Calibri" panose="020F0502020204030204" pitchFamily="34" charset="0"/>
                <a:cs typeface="Arial" panose="020B0604020202020204" pitchFamily="34" charset="0"/>
              </a:rPr>
              <a:t> , date et nbr du sprint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lphaLcParenR"/>
            </a:pPr>
            <a:r>
              <a:rPr lang="fr-FR" sz="1800" b="1" dirty="0">
                <a:solidFill>
                  <a:srgbClr val="76923C"/>
                </a:solidFill>
                <a:effectLst/>
                <a:latin typeface="Calibri" panose="020F0502020204030204" pitchFamily="34" charset="0"/>
                <a:ea typeface="Calibri" panose="020F0502020204030204" pitchFamily="34" charset="0"/>
                <a:cs typeface="Arial" panose="020B0604020202020204" pitchFamily="34" charset="0"/>
              </a:rPr>
              <a:t>Nos Sprints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Discord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Github</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Notion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Drive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a:t>
            </a:r>
            <a:r>
              <a:rPr lang="fr-FR" sz="1800" dirty="0" err="1">
                <a:effectLst/>
                <a:latin typeface="Calibri" panose="020F0502020204030204" pitchFamily="34" charset="0"/>
                <a:ea typeface="Calibri" panose="020F0502020204030204" pitchFamily="34" charset="0"/>
                <a:cs typeface="Arial" panose="020B0604020202020204" pitchFamily="34" charset="0"/>
              </a:rPr>
              <a:t>apres</a:t>
            </a:r>
            <a:r>
              <a:rPr lang="fr-FR" sz="1800" dirty="0">
                <a:effectLst/>
                <a:latin typeface="Calibri" panose="020F0502020204030204" pitchFamily="34" charset="0"/>
                <a:ea typeface="Calibri" panose="020F0502020204030204" pitchFamily="34" charset="0"/>
                <a:cs typeface="Arial" panose="020B0604020202020204" pitchFamily="34" charset="0"/>
              </a:rPr>
              <a:t> chaque </a:t>
            </a:r>
            <a:r>
              <a:rPr lang="fr-FR" sz="1800" dirty="0" err="1">
                <a:effectLst/>
                <a:latin typeface="Calibri" panose="020F0502020204030204" pitchFamily="34" charset="0"/>
                <a:ea typeface="Calibri" panose="020F0502020204030204" pitchFamily="34" charset="0"/>
                <a:cs typeface="Arial" panose="020B0604020202020204" pitchFamily="34" charset="0"/>
              </a:rPr>
              <a:t>icon</a:t>
            </a:r>
            <a:r>
              <a:rPr lang="fr-FR" sz="1800" dirty="0">
                <a:effectLst/>
                <a:latin typeface="Calibri" panose="020F0502020204030204" pitchFamily="34" charset="0"/>
                <a:ea typeface="Calibri" panose="020F0502020204030204" pitchFamily="34" charset="0"/>
                <a:cs typeface="Arial" panose="020B0604020202020204" pitchFamily="34" charset="0"/>
              </a:rPr>
              <a:t> d’</a:t>
            </a:r>
            <a:r>
              <a:rPr lang="fr-FR" sz="1800" dirty="0" err="1">
                <a:effectLst/>
                <a:latin typeface="Calibri" panose="020F0502020204030204" pitchFamily="34" charset="0"/>
                <a:ea typeface="Calibri" panose="020F0502020204030204" pitchFamily="34" charset="0"/>
                <a:cs typeface="Arial" panose="020B0604020202020204" pitchFamily="34" charset="0"/>
              </a:rPr>
              <a:t>apllication</a:t>
            </a:r>
            <a:r>
              <a:rPr lang="fr-FR" sz="1800" dirty="0">
                <a:effectLst/>
                <a:latin typeface="Calibri" panose="020F0502020204030204" pitchFamily="34" charset="0"/>
                <a:ea typeface="Calibri" panose="020F0502020204030204" pitchFamily="34" charset="0"/>
                <a:cs typeface="Arial" panose="020B0604020202020204" pitchFamily="34" charset="0"/>
              </a:rPr>
              <a:t> on ajoute une 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5813C636-9302-A7C9-B1BA-0EBB290558EF}"/>
              </a:ext>
            </a:extLst>
          </p:cNvPr>
          <p:cNvSpPr>
            <a:spLocks noGrp="1"/>
          </p:cNvSpPr>
          <p:nvPr>
            <p:ph type="sldNum" sz="quarter" idx="5"/>
          </p:nvPr>
        </p:nvSpPr>
        <p:spPr/>
        <p:txBody>
          <a:bodyPr/>
          <a:lstStyle/>
          <a:p>
            <a:fld id="{D12C3293-0B83-400D-B76A-FC33B8722499}" type="slidenum">
              <a:rPr lang="es-ES" smtClean="0"/>
              <a:t>21</a:t>
            </a:fld>
            <a:endParaRPr lang="es-ES"/>
          </a:p>
        </p:txBody>
      </p:sp>
    </p:spTree>
    <p:extLst>
      <p:ext uri="{BB962C8B-B14F-4D97-AF65-F5344CB8AC3E}">
        <p14:creationId xmlns:p14="http://schemas.microsoft.com/office/powerpoint/2010/main" val="2013830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A5D49-09A6-35CE-C94D-6E26F69BE7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2E278E-67D5-0BD1-F270-1174FD24449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A91239-4033-94C4-AA99-9841063B4153}"/>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E72F50C9-906F-56FF-4AB5-3732097E8452}"/>
              </a:ext>
            </a:extLst>
          </p:cNvPr>
          <p:cNvSpPr>
            <a:spLocks noGrp="1"/>
          </p:cNvSpPr>
          <p:nvPr>
            <p:ph type="sldNum" sz="quarter" idx="5"/>
          </p:nvPr>
        </p:nvSpPr>
        <p:spPr/>
        <p:txBody>
          <a:bodyPr/>
          <a:lstStyle/>
          <a:p>
            <a:fld id="{D12C3293-0B83-400D-B76A-FC33B8722499}" type="slidenum">
              <a:rPr lang="es-ES" smtClean="0"/>
              <a:t>22</a:t>
            </a:fld>
            <a:endParaRPr lang="es-ES"/>
          </a:p>
        </p:txBody>
      </p:sp>
    </p:spTree>
    <p:extLst>
      <p:ext uri="{BB962C8B-B14F-4D97-AF65-F5344CB8AC3E}">
        <p14:creationId xmlns:p14="http://schemas.microsoft.com/office/powerpoint/2010/main" val="1140507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28975-C9CA-BF5B-FBF6-4A22C18CF2D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ABFFA5-6E9C-89F6-3AD6-240274CD48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C802D7-51A8-A920-E0F0-8B86EBBBE104}"/>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5A382542-EEC8-30F8-01DA-CBA815B05D8C}"/>
              </a:ext>
            </a:extLst>
          </p:cNvPr>
          <p:cNvSpPr>
            <a:spLocks noGrp="1"/>
          </p:cNvSpPr>
          <p:nvPr>
            <p:ph type="sldNum" sz="quarter" idx="5"/>
          </p:nvPr>
        </p:nvSpPr>
        <p:spPr/>
        <p:txBody>
          <a:bodyPr/>
          <a:lstStyle/>
          <a:p>
            <a:fld id="{D12C3293-0B83-400D-B76A-FC33B8722499}" type="slidenum">
              <a:rPr lang="es-ES" smtClean="0"/>
              <a:t>23</a:t>
            </a:fld>
            <a:endParaRPr lang="es-ES"/>
          </a:p>
        </p:txBody>
      </p:sp>
    </p:spTree>
    <p:extLst>
      <p:ext uri="{BB962C8B-B14F-4D97-AF65-F5344CB8AC3E}">
        <p14:creationId xmlns:p14="http://schemas.microsoft.com/office/powerpoint/2010/main" val="3358983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B9815-ED0E-708E-503C-DF6632ECCA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02E413-9D2B-4CC1-5958-0AA2280C384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AD54CD0-2692-F718-8E04-41399B77BAA1}"/>
              </a:ext>
            </a:extLst>
          </p:cNvPr>
          <p:cNvSpPr>
            <a:spLocks noGrp="1"/>
          </p:cNvSpPr>
          <p:nvPr>
            <p:ph type="body" idx="1"/>
          </p:nvPr>
        </p:nvSpPr>
        <p:spPr/>
        <p:txBody>
          <a:bodyPr/>
          <a:lstStyle/>
          <a:p>
            <a:pPr marL="342900" lvl="0" indent="-342900" rtl="0">
              <a:lnSpc>
                <a:spcPct val="115000"/>
              </a:lnSpc>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MCD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MLD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On a utilise </a:t>
            </a:r>
            <a:r>
              <a:rPr lang="fr-FR" sz="1800" dirty="0" err="1">
                <a:effectLst/>
                <a:latin typeface="Calibri" panose="020F0502020204030204" pitchFamily="34" charset="0"/>
                <a:ea typeface="Calibri" panose="020F0502020204030204" pitchFamily="34" charset="0"/>
                <a:cs typeface="Arial" panose="020B0604020202020204" pitchFamily="34" charset="0"/>
              </a:rPr>
              <a:t>Figma</a:t>
            </a:r>
            <a:r>
              <a:rPr lang="fr-FR" sz="1800" dirty="0">
                <a:effectLst/>
                <a:latin typeface="Calibri" panose="020F0502020204030204" pitchFamily="34" charset="0"/>
                <a:ea typeface="Calibri" panose="020F0502020204030204" pitchFamily="34" charset="0"/>
                <a:cs typeface="Arial" panose="020B0604020202020204" pitchFamily="34" charset="0"/>
              </a:rPr>
              <a:t> pour créer la maquette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Nos </a:t>
            </a:r>
            <a:r>
              <a:rPr lang="fr-FR" sz="1800" dirty="0" err="1">
                <a:effectLst/>
                <a:latin typeface="Calibri" panose="020F0502020204030204" pitchFamily="34" charset="0"/>
                <a:ea typeface="Calibri" panose="020F0502020204030204" pitchFamily="34" charset="0"/>
                <a:cs typeface="Arial" panose="020B0604020202020204" pitchFamily="34" charset="0"/>
              </a:rPr>
              <a:t>pricipes</a:t>
            </a:r>
            <a:r>
              <a:rPr lang="fr-FR" sz="1800" dirty="0">
                <a:effectLst/>
                <a:latin typeface="Calibri" panose="020F0502020204030204" pitchFamily="34" charset="0"/>
                <a:ea typeface="Calibri" panose="020F0502020204030204" pitchFamily="34" charset="0"/>
                <a:cs typeface="Arial" panose="020B0604020202020204" pitchFamily="34" charset="0"/>
              </a:rPr>
              <a:t> de base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Clarté</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Efficacite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Hierarchie</a:t>
            </a:r>
            <a:r>
              <a:rPr lang="fr-FR" sz="1800" dirty="0">
                <a:effectLst/>
                <a:latin typeface="Calibri" panose="020F0502020204030204" pitchFamily="34" charset="0"/>
                <a:ea typeface="Calibri" panose="020F0502020204030204" pitchFamily="34" charset="0"/>
                <a:cs typeface="Arial" panose="020B0604020202020204" pitchFamily="34" charset="0"/>
              </a:rPr>
              <a:t> visuelle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Carte Graphique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Logo </a:t>
            </a:r>
            <a:r>
              <a:rPr lang="fr-FR" sz="1800" dirty="0" err="1">
                <a:effectLst/>
                <a:latin typeface="Calibri" panose="020F0502020204030204" pitchFamily="34" charset="0"/>
                <a:ea typeface="Calibri" panose="020F0502020204030204" pitchFamily="34" charset="0"/>
                <a:cs typeface="Arial" panose="020B0604020202020204" pitchFamily="34" charset="0"/>
              </a:rPr>
              <a:t>usto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couleurs (sombre/clair)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polices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 du Dashboard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CDF53CDC-8635-94CC-45ED-30B000C50F12}"/>
              </a:ext>
            </a:extLst>
          </p:cNvPr>
          <p:cNvSpPr>
            <a:spLocks noGrp="1"/>
          </p:cNvSpPr>
          <p:nvPr>
            <p:ph type="sldNum" sz="quarter" idx="5"/>
          </p:nvPr>
        </p:nvSpPr>
        <p:spPr/>
        <p:txBody>
          <a:bodyPr/>
          <a:lstStyle/>
          <a:p>
            <a:fld id="{D12C3293-0B83-400D-B76A-FC33B8722499}" type="slidenum">
              <a:rPr lang="es-ES" smtClean="0"/>
              <a:t>24</a:t>
            </a:fld>
            <a:endParaRPr lang="es-ES"/>
          </a:p>
        </p:txBody>
      </p:sp>
    </p:spTree>
    <p:extLst>
      <p:ext uri="{BB962C8B-B14F-4D97-AF65-F5344CB8AC3E}">
        <p14:creationId xmlns:p14="http://schemas.microsoft.com/office/powerpoint/2010/main" val="6866098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D2D74-F799-ADFD-721C-AEAF898467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6A7C00E-E324-391E-7A83-13A5CE6536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0AAB8F-C258-7BA8-7A87-231279C518F5}"/>
              </a:ext>
            </a:extLst>
          </p:cNvPr>
          <p:cNvSpPr>
            <a:spLocks noGrp="1"/>
          </p:cNvSpPr>
          <p:nvPr>
            <p:ph type="body" idx="1"/>
          </p:nvPr>
        </p:nvSpPr>
        <p:spPr/>
        <p:txBody>
          <a:bodyPr/>
          <a:lstStyle/>
          <a:p>
            <a:pPr marL="342900" lvl="0" indent="-342900" rtl="0">
              <a:lnSpc>
                <a:spcPct val="115000"/>
              </a:lnSpc>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MCD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MLD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On a utilise </a:t>
            </a:r>
            <a:r>
              <a:rPr lang="fr-FR" sz="1800" dirty="0" err="1">
                <a:effectLst/>
                <a:latin typeface="Calibri" panose="020F0502020204030204" pitchFamily="34" charset="0"/>
                <a:ea typeface="Calibri" panose="020F0502020204030204" pitchFamily="34" charset="0"/>
                <a:cs typeface="Arial" panose="020B0604020202020204" pitchFamily="34" charset="0"/>
              </a:rPr>
              <a:t>Figma</a:t>
            </a:r>
            <a:r>
              <a:rPr lang="fr-FR" sz="1800" dirty="0">
                <a:effectLst/>
                <a:latin typeface="Calibri" panose="020F0502020204030204" pitchFamily="34" charset="0"/>
                <a:ea typeface="Calibri" panose="020F0502020204030204" pitchFamily="34" charset="0"/>
                <a:cs typeface="Arial" panose="020B0604020202020204" pitchFamily="34" charset="0"/>
              </a:rPr>
              <a:t> pour créer la maquette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Nos </a:t>
            </a:r>
            <a:r>
              <a:rPr lang="fr-FR" sz="1800" dirty="0" err="1">
                <a:effectLst/>
                <a:latin typeface="Calibri" panose="020F0502020204030204" pitchFamily="34" charset="0"/>
                <a:ea typeface="Calibri" panose="020F0502020204030204" pitchFamily="34" charset="0"/>
                <a:cs typeface="Arial" panose="020B0604020202020204" pitchFamily="34" charset="0"/>
              </a:rPr>
              <a:t>pricipes</a:t>
            </a:r>
            <a:r>
              <a:rPr lang="fr-FR" sz="1800" dirty="0">
                <a:effectLst/>
                <a:latin typeface="Calibri" panose="020F0502020204030204" pitchFamily="34" charset="0"/>
                <a:ea typeface="Calibri" panose="020F0502020204030204" pitchFamily="34" charset="0"/>
                <a:cs typeface="Arial" panose="020B0604020202020204" pitchFamily="34" charset="0"/>
              </a:rPr>
              <a:t> de base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Clarté</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Efficacite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Hierarchie</a:t>
            </a:r>
            <a:r>
              <a:rPr lang="fr-FR" sz="1800" dirty="0">
                <a:effectLst/>
                <a:latin typeface="Calibri" panose="020F0502020204030204" pitchFamily="34" charset="0"/>
                <a:ea typeface="Calibri" panose="020F0502020204030204" pitchFamily="34" charset="0"/>
                <a:cs typeface="Arial" panose="020B0604020202020204" pitchFamily="34" charset="0"/>
              </a:rPr>
              <a:t> visuelle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Carte Graphique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Logo </a:t>
            </a:r>
            <a:r>
              <a:rPr lang="fr-FR" sz="1800" dirty="0" err="1">
                <a:effectLst/>
                <a:latin typeface="Calibri" panose="020F0502020204030204" pitchFamily="34" charset="0"/>
                <a:ea typeface="Calibri" panose="020F0502020204030204" pitchFamily="34" charset="0"/>
                <a:cs typeface="Arial" panose="020B0604020202020204" pitchFamily="34" charset="0"/>
              </a:rPr>
              <a:t>usto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couleurs (sombre/clair)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polices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 du Dashboard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F2F64521-E1CB-0BD8-D6DE-AC723A250D83}"/>
              </a:ext>
            </a:extLst>
          </p:cNvPr>
          <p:cNvSpPr>
            <a:spLocks noGrp="1"/>
          </p:cNvSpPr>
          <p:nvPr>
            <p:ph type="sldNum" sz="quarter" idx="5"/>
          </p:nvPr>
        </p:nvSpPr>
        <p:spPr/>
        <p:txBody>
          <a:bodyPr/>
          <a:lstStyle/>
          <a:p>
            <a:fld id="{D12C3293-0B83-400D-B76A-FC33B8722499}" type="slidenum">
              <a:rPr lang="es-ES" smtClean="0"/>
              <a:t>25</a:t>
            </a:fld>
            <a:endParaRPr lang="es-ES"/>
          </a:p>
        </p:txBody>
      </p:sp>
    </p:spTree>
    <p:extLst>
      <p:ext uri="{BB962C8B-B14F-4D97-AF65-F5344CB8AC3E}">
        <p14:creationId xmlns:p14="http://schemas.microsoft.com/office/powerpoint/2010/main" val="2128134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FA75E-E887-8C62-F2D3-55688A52BD8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80BC53A-D089-2E70-F07B-56284A10C24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A11723B-3B7C-473A-AEE9-5277A07D8BF0}"/>
              </a:ext>
            </a:extLst>
          </p:cNvPr>
          <p:cNvSpPr>
            <a:spLocks noGrp="1"/>
          </p:cNvSpPr>
          <p:nvPr>
            <p:ph type="body" idx="1"/>
          </p:nvPr>
        </p:nvSpPr>
        <p:spPr/>
        <p:txBody>
          <a:bodyPr/>
          <a:lstStyle/>
          <a:p>
            <a:pPr marL="342900" lvl="0" indent="-342900" rtl="0">
              <a:lnSpc>
                <a:spcPct val="115000"/>
              </a:lnSpc>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MCD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MLD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On a utilise </a:t>
            </a:r>
            <a:r>
              <a:rPr lang="fr-FR" sz="1800" dirty="0" err="1">
                <a:effectLst/>
                <a:latin typeface="Calibri" panose="020F0502020204030204" pitchFamily="34" charset="0"/>
                <a:ea typeface="Calibri" panose="020F0502020204030204" pitchFamily="34" charset="0"/>
                <a:cs typeface="Arial" panose="020B0604020202020204" pitchFamily="34" charset="0"/>
              </a:rPr>
              <a:t>Figma</a:t>
            </a:r>
            <a:r>
              <a:rPr lang="fr-FR" sz="1800" dirty="0">
                <a:effectLst/>
                <a:latin typeface="Calibri" panose="020F0502020204030204" pitchFamily="34" charset="0"/>
                <a:ea typeface="Calibri" panose="020F0502020204030204" pitchFamily="34" charset="0"/>
                <a:cs typeface="Arial" panose="020B0604020202020204" pitchFamily="34" charset="0"/>
              </a:rPr>
              <a:t> pour créer la maquette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4572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Nos </a:t>
            </a:r>
            <a:r>
              <a:rPr lang="fr-FR" sz="1800" dirty="0" err="1">
                <a:effectLst/>
                <a:latin typeface="Calibri" panose="020F0502020204030204" pitchFamily="34" charset="0"/>
                <a:ea typeface="Calibri" panose="020F0502020204030204" pitchFamily="34" charset="0"/>
                <a:cs typeface="Arial" panose="020B0604020202020204" pitchFamily="34" charset="0"/>
              </a:rPr>
              <a:t>pricipes</a:t>
            </a:r>
            <a:r>
              <a:rPr lang="fr-FR" sz="1800" dirty="0">
                <a:effectLst/>
                <a:latin typeface="Calibri" panose="020F0502020204030204" pitchFamily="34" charset="0"/>
                <a:ea typeface="Calibri" panose="020F0502020204030204" pitchFamily="34" charset="0"/>
                <a:cs typeface="Arial" panose="020B0604020202020204" pitchFamily="34" charset="0"/>
              </a:rPr>
              <a:t> de base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Clarté</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Efficacite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Hierarchie</a:t>
            </a:r>
            <a:r>
              <a:rPr lang="fr-FR" sz="1800" dirty="0">
                <a:effectLst/>
                <a:latin typeface="Calibri" panose="020F0502020204030204" pitchFamily="34" charset="0"/>
                <a:ea typeface="Calibri" panose="020F0502020204030204" pitchFamily="34" charset="0"/>
                <a:cs typeface="Arial" panose="020B0604020202020204" pitchFamily="34" charset="0"/>
              </a:rPr>
              <a:t> visuelle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Carte Graphique de L’interface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Logo </a:t>
            </a:r>
            <a:r>
              <a:rPr lang="fr-FR" sz="1800" dirty="0" err="1">
                <a:effectLst/>
                <a:latin typeface="Calibri" panose="020F0502020204030204" pitchFamily="34" charset="0"/>
                <a:ea typeface="Calibri" panose="020F0502020204030204" pitchFamily="34" charset="0"/>
                <a:cs typeface="Arial" panose="020B0604020202020204" pitchFamily="34" charset="0"/>
              </a:rPr>
              <a:t>usto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couleurs (sombre/clair)</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Wingdings" panose="05000000000000000000" pitchFamily="2"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Les polices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Calibri" panose="020F0502020204030204" pitchFamily="34" charset="0"/>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Capture d’</a:t>
            </a:r>
            <a:r>
              <a:rPr lang="fr-FR" sz="1800" dirty="0" err="1">
                <a:effectLst/>
                <a:latin typeface="Calibri" panose="020F0502020204030204" pitchFamily="34" charset="0"/>
                <a:ea typeface="Calibri" panose="020F0502020204030204" pitchFamily="34" charset="0"/>
                <a:cs typeface="Arial" panose="020B0604020202020204" pitchFamily="34" charset="0"/>
              </a:rPr>
              <a:t>ecran</a:t>
            </a:r>
            <a:r>
              <a:rPr lang="fr-FR" sz="1800" dirty="0">
                <a:effectLst/>
                <a:latin typeface="Calibri" panose="020F0502020204030204" pitchFamily="34" charset="0"/>
                <a:ea typeface="Calibri" panose="020F0502020204030204" pitchFamily="34" charset="0"/>
                <a:cs typeface="Arial" panose="020B0604020202020204" pitchFamily="34" charset="0"/>
              </a:rPr>
              <a:t> du Dashboard</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11430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8871E8C7-51B7-354E-209F-DB1045694067}"/>
              </a:ext>
            </a:extLst>
          </p:cNvPr>
          <p:cNvSpPr>
            <a:spLocks noGrp="1"/>
          </p:cNvSpPr>
          <p:nvPr>
            <p:ph type="sldNum" sz="quarter" idx="5"/>
          </p:nvPr>
        </p:nvSpPr>
        <p:spPr/>
        <p:txBody>
          <a:bodyPr/>
          <a:lstStyle/>
          <a:p>
            <a:fld id="{D12C3293-0B83-400D-B76A-FC33B8722499}" type="slidenum">
              <a:rPr lang="es-ES" smtClean="0"/>
              <a:t>26</a:t>
            </a:fld>
            <a:endParaRPr lang="es-ES"/>
          </a:p>
        </p:txBody>
      </p:sp>
    </p:spTree>
    <p:extLst>
      <p:ext uri="{BB962C8B-B14F-4D97-AF65-F5344CB8AC3E}">
        <p14:creationId xmlns:p14="http://schemas.microsoft.com/office/powerpoint/2010/main" val="205327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7A977-3C7D-0255-340F-215A76B66D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B40141-20E7-2E12-E4AD-93E130F32A3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407254-6A66-DD11-CDD1-408856287EF9}"/>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2C31B321-9107-B36E-5D3B-A9A69A09680C}"/>
              </a:ext>
            </a:extLst>
          </p:cNvPr>
          <p:cNvSpPr>
            <a:spLocks noGrp="1"/>
          </p:cNvSpPr>
          <p:nvPr>
            <p:ph type="sldNum" sz="quarter" idx="5"/>
          </p:nvPr>
        </p:nvSpPr>
        <p:spPr/>
        <p:txBody>
          <a:bodyPr/>
          <a:lstStyle/>
          <a:p>
            <a:fld id="{D12C3293-0B83-400D-B76A-FC33B8722499}" type="slidenum">
              <a:rPr lang="es-ES" smtClean="0"/>
              <a:t>27</a:t>
            </a:fld>
            <a:endParaRPr lang="es-ES"/>
          </a:p>
        </p:txBody>
      </p:sp>
    </p:spTree>
    <p:extLst>
      <p:ext uri="{BB962C8B-B14F-4D97-AF65-F5344CB8AC3E}">
        <p14:creationId xmlns:p14="http://schemas.microsoft.com/office/powerpoint/2010/main" val="577070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A2F20-4E88-CC5E-F479-D5903B38D5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47E26F-E7E0-36A7-D91F-E9E7531B211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42887B5-B484-D6D6-29FB-C8BB245F0E93}"/>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7AB41338-DD40-5D4C-5404-F85A7ED48FE7}"/>
              </a:ext>
            </a:extLst>
          </p:cNvPr>
          <p:cNvSpPr>
            <a:spLocks noGrp="1"/>
          </p:cNvSpPr>
          <p:nvPr>
            <p:ph type="sldNum" sz="quarter" idx="5"/>
          </p:nvPr>
        </p:nvSpPr>
        <p:spPr/>
        <p:txBody>
          <a:bodyPr/>
          <a:lstStyle/>
          <a:p>
            <a:fld id="{D12C3293-0B83-400D-B76A-FC33B8722499}" type="slidenum">
              <a:rPr lang="es-ES" smtClean="0"/>
              <a:t>28</a:t>
            </a:fld>
            <a:endParaRPr lang="es-ES"/>
          </a:p>
        </p:txBody>
      </p:sp>
    </p:spTree>
    <p:extLst>
      <p:ext uri="{BB962C8B-B14F-4D97-AF65-F5344CB8AC3E}">
        <p14:creationId xmlns:p14="http://schemas.microsoft.com/office/powerpoint/2010/main" val="2256726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4D1D-5DFE-4402-A61B-6ECEB3F4806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970662-8C17-D88A-40AE-9D5784723F2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412AC68-48AD-1F41-8773-FF6146D867FD}"/>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909B96F1-8DEB-A08E-8377-2BD78C3A937B}"/>
              </a:ext>
            </a:extLst>
          </p:cNvPr>
          <p:cNvSpPr>
            <a:spLocks noGrp="1"/>
          </p:cNvSpPr>
          <p:nvPr>
            <p:ph type="sldNum" sz="quarter" idx="5"/>
          </p:nvPr>
        </p:nvSpPr>
        <p:spPr/>
        <p:txBody>
          <a:bodyPr/>
          <a:lstStyle/>
          <a:p>
            <a:fld id="{D12C3293-0B83-400D-B76A-FC33B8722499}" type="slidenum">
              <a:rPr lang="es-ES" smtClean="0"/>
              <a:t>29</a:t>
            </a:fld>
            <a:endParaRPr lang="es-ES"/>
          </a:p>
        </p:txBody>
      </p:sp>
    </p:spTree>
    <p:extLst>
      <p:ext uri="{BB962C8B-B14F-4D97-AF65-F5344CB8AC3E}">
        <p14:creationId xmlns:p14="http://schemas.microsoft.com/office/powerpoint/2010/main" val="23596758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9955C-23DB-0D98-0DD8-77F315AE4FA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093373-8FA3-1E59-CDE1-2D7246FBC58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F4AE71-606D-EADA-4729-A6031E6C6E47}"/>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937572A9-9E01-40BB-F0F2-914CAF5F84BC}"/>
              </a:ext>
            </a:extLst>
          </p:cNvPr>
          <p:cNvSpPr>
            <a:spLocks noGrp="1"/>
          </p:cNvSpPr>
          <p:nvPr>
            <p:ph type="sldNum" sz="quarter" idx="5"/>
          </p:nvPr>
        </p:nvSpPr>
        <p:spPr/>
        <p:txBody>
          <a:bodyPr/>
          <a:lstStyle/>
          <a:p>
            <a:fld id="{D12C3293-0B83-400D-B76A-FC33B8722499}" type="slidenum">
              <a:rPr lang="es-ES" smtClean="0"/>
              <a:t>30</a:t>
            </a:fld>
            <a:endParaRPr lang="es-ES"/>
          </a:p>
        </p:txBody>
      </p:sp>
    </p:spTree>
    <p:extLst>
      <p:ext uri="{BB962C8B-B14F-4D97-AF65-F5344CB8AC3E}">
        <p14:creationId xmlns:p14="http://schemas.microsoft.com/office/powerpoint/2010/main" val="752445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F287C-9096-C1BB-31A9-3A44B9269D8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D7E53A-292B-1F7F-B7FC-841F40AAD42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DE2D59C-6DD7-9B2D-7B03-89DEC16994BE}"/>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D51CC227-AC29-AA76-2FA0-4294D21D79CC}"/>
              </a:ext>
            </a:extLst>
          </p:cNvPr>
          <p:cNvSpPr>
            <a:spLocks noGrp="1"/>
          </p:cNvSpPr>
          <p:nvPr>
            <p:ph type="sldNum" sz="quarter" idx="5"/>
          </p:nvPr>
        </p:nvSpPr>
        <p:spPr/>
        <p:txBody>
          <a:bodyPr/>
          <a:lstStyle/>
          <a:p>
            <a:fld id="{D12C3293-0B83-400D-B76A-FC33B8722499}" type="slidenum">
              <a:rPr lang="es-ES" smtClean="0"/>
              <a:t>31</a:t>
            </a:fld>
            <a:endParaRPr lang="es-ES"/>
          </a:p>
        </p:txBody>
      </p:sp>
    </p:spTree>
    <p:extLst>
      <p:ext uri="{BB962C8B-B14F-4D97-AF65-F5344CB8AC3E}">
        <p14:creationId xmlns:p14="http://schemas.microsoft.com/office/powerpoint/2010/main" val="3651330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4AA08-BF9A-625B-6F28-A988BEBF02F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AD18AE1-62DA-A5EA-89BC-008676EB7C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041CAFE-7E3E-D2AA-26B4-FE63596FB834}"/>
              </a:ext>
            </a:extLst>
          </p:cNvPr>
          <p:cNvSpPr>
            <a:spLocks noGrp="1"/>
          </p:cNvSpPr>
          <p:nvPr>
            <p:ph type="body" idx="1"/>
          </p:nvPr>
        </p:nvSpPr>
        <p:spPr/>
        <p:txBody>
          <a:bodyPr/>
          <a:lstStyle/>
          <a:p>
            <a:pPr marL="342900" lvl="0" indent="-342900" rtl="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Introduction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Etude de l’existant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Gestion de projet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Conception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Implementation</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Conclusion et perspectives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5BD6A427-206C-BE0F-5656-AB1D7D9ADE5F}"/>
              </a:ext>
            </a:extLst>
          </p:cNvPr>
          <p:cNvSpPr>
            <a:spLocks noGrp="1"/>
          </p:cNvSpPr>
          <p:nvPr>
            <p:ph type="sldNum" sz="quarter" idx="5"/>
          </p:nvPr>
        </p:nvSpPr>
        <p:spPr/>
        <p:txBody>
          <a:bodyPr/>
          <a:lstStyle/>
          <a:p>
            <a:fld id="{D12C3293-0B83-400D-B76A-FC33B8722499}" type="slidenum">
              <a:rPr lang="es-ES" smtClean="0"/>
              <a:t>32</a:t>
            </a:fld>
            <a:endParaRPr lang="es-ES"/>
          </a:p>
        </p:txBody>
      </p:sp>
    </p:spTree>
    <p:extLst>
      <p:ext uri="{BB962C8B-B14F-4D97-AF65-F5344CB8AC3E}">
        <p14:creationId xmlns:p14="http://schemas.microsoft.com/office/powerpoint/2010/main" val="1722049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E698B-2B90-7A1B-587F-36A3E6E7CD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C4021C-F8DA-0B21-69DA-32FB2DDC0CC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AB1EB62-91E0-D437-8F46-E55EEBC55199}"/>
              </a:ext>
            </a:extLst>
          </p:cNvPr>
          <p:cNvSpPr>
            <a:spLocks noGrp="1"/>
          </p:cNvSpPr>
          <p:nvPr>
            <p:ph type="body" idx="1"/>
          </p:nvPr>
        </p:nvSpPr>
        <p:spPr/>
        <p:txBody>
          <a:bodyPr/>
          <a:lstStyle/>
          <a:p>
            <a:pPr marL="342900" lvl="0" indent="-342900" rtl="0">
              <a:lnSpc>
                <a:spcPct val="115000"/>
              </a:lnSpc>
              <a:spcAft>
                <a:spcPts val="1000"/>
              </a:spcAft>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CONCLUSION ET PESPECTIVES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Perspectives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Passage à une version mobile pour un accès plus flexible.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Times New Roman" panose="02020603050405020304" pitchFamily="18" charset="0"/>
                <a:ea typeface="Times New Roman" panose="02020603050405020304" pitchFamily="18" charset="0"/>
                <a:cs typeface="Arial" panose="020B0604020202020204" pitchFamily="34" charset="0"/>
              </a:rPr>
              <a:t>-</a:t>
            </a:r>
            <a:r>
              <a:rPr lang="fr-FR" sz="1800" dirty="0">
                <a:effectLst/>
                <a:latin typeface="Calibri" panose="020F0502020204030204" pitchFamily="34" charset="0"/>
                <a:ea typeface="Calibri" panose="020F0502020204030204" pitchFamily="34" charset="0"/>
                <a:cs typeface="Arial" panose="020B0604020202020204" pitchFamily="34" charset="0"/>
              </a:rPr>
              <a:t> l’ajout d’un accès dédié aux enseignants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Competences</a:t>
            </a:r>
            <a:r>
              <a:rPr lang="fr-FR" sz="1800" dirty="0">
                <a:effectLst/>
                <a:latin typeface="Calibri" panose="020F0502020204030204" pitchFamily="34" charset="0"/>
                <a:ea typeface="Calibri" panose="020F0502020204030204" pitchFamily="34" charset="0"/>
                <a:cs typeface="Arial" panose="020B0604020202020204" pitchFamily="34" charset="0"/>
              </a:rPr>
              <a:t> acquises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Travail en </a:t>
            </a:r>
            <a:r>
              <a:rPr lang="fr-FR" sz="1800" dirty="0" err="1">
                <a:effectLst/>
                <a:latin typeface="Calibri" panose="020F0502020204030204" pitchFamily="34" charset="0"/>
                <a:ea typeface="Calibri" panose="020F0502020204030204" pitchFamily="34" charset="0"/>
                <a:cs typeface="Arial" panose="020B0604020202020204" pitchFamily="34" charset="0"/>
              </a:rPr>
              <a:t>equipes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err="1">
                <a:effectLst/>
                <a:latin typeface="Calibri" panose="020F0502020204030204" pitchFamily="34" charset="0"/>
                <a:ea typeface="Calibri" panose="020F0502020204030204" pitchFamily="34" charset="0"/>
                <a:cs typeface="Arial" panose="020B0604020202020204" pitchFamily="34" charset="0"/>
              </a:rPr>
              <a:t>Resolution</a:t>
            </a:r>
            <a:r>
              <a:rPr lang="fr-FR" sz="1800" dirty="0">
                <a:effectLst/>
                <a:latin typeface="Calibri" panose="020F0502020204030204" pitchFamily="34" charset="0"/>
                <a:ea typeface="Calibri" panose="020F0502020204030204" pitchFamily="34" charset="0"/>
                <a:cs typeface="Arial" panose="020B0604020202020204" pitchFamily="34" charset="0"/>
              </a:rPr>
              <a:t> des </a:t>
            </a:r>
            <a:r>
              <a:rPr lang="fr-FR" sz="1800" dirty="0" err="1">
                <a:effectLst/>
                <a:latin typeface="Calibri" panose="020F0502020204030204" pitchFamily="34" charset="0"/>
                <a:ea typeface="Calibri" panose="020F0502020204030204" pitchFamily="34" charset="0"/>
                <a:cs typeface="Arial" panose="020B0604020202020204" pitchFamily="34" charset="0"/>
              </a:rPr>
              <a:t>problemes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-Analyse des besoins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err="1">
                <a:effectLst/>
                <a:latin typeface="Calibri" panose="020F0502020204030204" pitchFamily="34" charset="0"/>
                <a:ea typeface="Calibri" panose="020F0502020204030204" pitchFamily="34" charset="0"/>
                <a:cs typeface="Arial" panose="020B0604020202020204" pitchFamily="34" charset="0"/>
              </a:rPr>
              <a:t>Developement</a:t>
            </a:r>
            <a:r>
              <a:rPr lang="fr-FR" sz="1800" dirty="0">
                <a:effectLst/>
                <a:latin typeface="Calibri" panose="020F0502020204030204" pitchFamily="34" charset="0"/>
                <a:ea typeface="Calibri" panose="020F0502020204030204" pitchFamily="34" charset="0"/>
                <a:cs typeface="Arial" panose="020B0604020202020204" pitchFamily="34" charset="0"/>
              </a:rPr>
              <a:t> d’applications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Modules Utilises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-POO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-SI</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-BASE DE DONNES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-WEB</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44C32146-5ED7-9A55-7D22-19EDF38DD681}"/>
              </a:ext>
            </a:extLst>
          </p:cNvPr>
          <p:cNvSpPr>
            <a:spLocks noGrp="1"/>
          </p:cNvSpPr>
          <p:nvPr>
            <p:ph type="sldNum" sz="quarter" idx="5"/>
          </p:nvPr>
        </p:nvSpPr>
        <p:spPr/>
        <p:txBody>
          <a:bodyPr/>
          <a:lstStyle/>
          <a:p>
            <a:fld id="{D12C3293-0B83-400D-B76A-FC33B8722499}" type="slidenum">
              <a:rPr lang="es-ES" smtClean="0"/>
              <a:t>33</a:t>
            </a:fld>
            <a:endParaRPr lang="es-ES"/>
          </a:p>
        </p:txBody>
      </p:sp>
    </p:spTree>
    <p:extLst>
      <p:ext uri="{BB962C8B-B14F-4D97-AF65-F5344CB8AC3E}">
        <p14:creationId xmlns:p14="http://schemas.microsoft.com/office/powerpoint/2010/main" val="24568230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EC60-1DF4-5E53-F193-EDBDF2825EF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F657189-C73F-5FB0-1265-AEE46A6158D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0841D4-4C74-65AA-3FA7-E29FE6086062}"/>
              </a:ext>
            </a:extLst>
          </p:cNvPr>
          <p:cNvSpPr>
            <a:spLocks noGrp="1"/>
          </p:cNvSpPr>
          <p:nvPr>
            <p:ph type="body" idx="1"/>
          </p:nvPr>
        </p:nvSpPr>
        <p:spPr/>
        <p:txBody>
          <a:bodyPr/>
          <a:lstStyle/>
          <a:p>
            <a:pPr marL="342900" lvl="0" indent="-342900" rtl="0">
              <a:lnSpc>
                <a:spcPct val="115000"/>
              </a:lnSpc>
              <a:spcAft>
                <a:spcPts val="1000"/>
              </a:spcAft>
              <a:buFont typeface="+mj-lt"/>
              <a:buAutoNum type="alphaUcPeriod"/>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CONCLUSION ET PESPECTIVES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b="1" dirty="0">
                <a:solidFill>
                  <a:srgbClr val="984806"/>
                </a:solidFill>
                <a:effectLst/>
                <a:latin typeface="Calibri" panose="020F0502020204030204" pitchFamily="34" charset="0"/>
                <a:ea typeface="Calibri" panose="020F0502020204030204" pitchFamily="34" charset="0"/>
                <a:cs typeface="Arial" panose="020B0604020202020204" pitchFamily="34" charset="0"/>
              </a:rPr>
              <a:t>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spcAft>
                <a:spcPts val="1000"/>
              </a:spcAft>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Perspectives :</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 Passage à une version mobile pour un accès plus flexible.</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Times New Roman" panose="02020603050405020304" pitchFamily="18" charset="0"/>
                <a:ea typeface="Times New Roman" panose="02020603050405020304" pitchFamily="18" charset="0"/>
                <a:cs typeface="Arial" panose="020B0604020202020204" pitchFamily="34" charset="0"/>
              </a:rPr>
              <a:t>-</a:t>
            </a:r>
            <a:r>
              <a:rPr lang="fr-FR" sz="1800" dirty="0">
                <a:effectLst/>
                <a:latin typeface="Calibri" panose="020F0502020204030204" pitchFamily="34" charset="0"/>
                <a:ea typeface="Calibri" panose="020F0502020204030204" pitchFamily="34" charset="0"/>
                <a:cs typeface="Arial" panose="020B0604020202020204" pitchFamily="34" charset="0"/>
              </a:rPr>
              <a:t> l’ajout d’un accès dédié aux enseignants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err="1">
                <a:effectLst/>
                <a:latin typeface="Calibri" panose="020F0502020204030204" pitchFamily="34" charset="0"/>
                <a:ea typeface="Calibri" panose="020F0502020204030204" pitchFamily="34" charset="0"/>
                <a:cs typeface="Arial" panose="020B0604020202020204" pitchFamily="34" charset="0"/>
              </a:rPr>
              <a:t>Competences</a:t>
            </a:r>
            <a:r>
              <a:rPr lang="fr-FR" sz="1800" dirty="0">
                <a:effectLst/>
                <a:latin typeface="Calibri" panose="020F0502020204030204" pitchFamily="34" charset="0"/>
                <a:ea typeface="Calibri" panose="020F0502020204030204" pitchFamily="34" charset="0"/>
                <a:cs typeface="Arial" panose="020B0604020202020204" pitchFamily="34" charset="0"/>
              </a:rPr>
              <a:t> acquises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 Travail en </a:t>
            </a:r>
            <a:r>
              <a:rPr lang="fr-FR" sz="1800" dirty="0" err="1">
                <a:effectLst/>
                <a:latin typeface="Calibri" panose="020F0502020204030204" pitchFamily="34" charset="0"/>
                <a:ea typeface="Calibri" panose="020F0502020204030204" pitchFamily="34" charset="0"/>
                <a:cs typeface="Arial" panose="020B0604020202020204" pitchFamily="34" charset="0"/>
              </a:rPr>
              <a:t>equipes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err="1">
                <a:effectLst/>
                <a:latin typeface="Calibri" panose="020F0502020204030204" pitchFamily="34" charset="0"/>
                <a:ea typeface="Calibri" panose="020F0502020204030204" pitchFamily="34" charset="0"/>
                <a:cs typeface="Arial" panose="020B0604020202020204" pitchFamily="34" charset="0"/>
              </a:rPr>
              <a:t>Resolution</a:t>
            </a:r>
            <a:r>
              <a:rPr lang="fr-FR" sz="1800" dirty="0">
                <a:effectLst/>
                <a:latin typeface="Calibri" panose="020F0502020204030204" pitchFamily="34" charset="0"/>
                <a:ea typeface="Calibri" panose="020F0502020204030204" pitchFamily="34" charset="0"/>
                <a:cs typeface="Arial" panose="020B0604020202020204" pitchFamily="34" charset="0"/>
              </a:rPr>
              <a:t> des </a:t>
            </a:r>
            <a:r>
              <a:rPr lang="fr-FR" sz="1800" dirty="0" err="1">
                <a:effectLst/>
                <a:latin typeface="Calibri" panose="020F0502020204030204" pitchFamily="34" charset="0"/>
                <a:ea typeface="Calibri" panose="020F0502020204030204" pitchFamily="34" charset="0"/>
                <a:cs typeface="Arial" panose="020B0604020202020204" pitchFamily="34" charset="0"/>
              </a:rPr>
              <a:t>problemes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-Analyse des besoins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a:t>
            </a:r>
            <a:r>
              <a:rPr lang="fr-FR" sz="1800" dirty="0" err="1">
                <a:effectLst/>
                <a:latin typeface="Calibri" panose="020F0502020204030204" pitchFamily="34" charset="0"/>
                <a:ea typeface="Calibri" panose="020F0502020204030204" pitchFamily="34" charset="0"/>
                <a:cs typeface="Arial" panose="020B0604020202020204" pitchFamily="34" charset="0"/>
              </a:rPr>
              <a:t>Developement</a:t>
            </a:r>
            <a:r>
              <a:rPr lang="fr-FR" sz="1800" dirty="0">
                <a:effectLst/>
                <a:latin typeface="Calibri" panose="020F0502020204030204" pitchFamily="34" charset="0"/>
                <a:ea typeface="Calibri" panose="020F0502020204030204" pitchFamily="34" charset="0"/>
                <a:cs typeface="Arial" panose="020B0604020202020204" pitchFamily="34" charset="0"/>
              </a:rPr>
              <a:t> d’applications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15000"/>
              </a:lnSpc>
              <a:buFont typeface="Symbol" panose="05050102010706020507" pitchFamily="18" charset="2"/>
              <a:buChar char=""/>
            </a:pPr>
            <a:r>
              <a:rPr lang="fr-FR" sz="1800" dirty="0">
                <a:effectLst/>
                <a:latin typeface="Calibri" panose="020F0502020204030204" pitchFamily="34" charset="0"/>
                <a:ea typeface="Calibri" panose="020F0502020204030204" pitchFamily="34" charset="0"/>
                <a:cs typeface="Arial" panose="020B0604020202020204" pitchFamily="34" charset="0"/>
              </a:rPr>
              <a:t>Modules Utilises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-POO</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-SI</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buNone/>
            </a:pPr>
            <a:r>
              <a:rPr lang="fr-FR" sz="1800" dirty="0">
                <a:effectLst/>
                <a:latin typeface="Calibri" panose="020F0502020204030204" pitchFamily="34" charset="0"/>
                <a:ea typeface="Calibri" panose="020F0502020204030204" pitchFamily="34" charset="0"/>
                <a:cs typeface="Arial" panose="020B0604020202020204" pitchFamily="34" charset="0"/>
              </a:rPr>
              <a:t>-BASE DE DONNES</a:t>
            </a:r>
            <a:endParaRPr lang="es-ES" sz="1800" dirty="0">
              <a:effectLst/>
              <a:latin typeface="Calibri" panose="020F0502020204030204" pitchFamily="34" charset="0"/>
              <a:ea typeface="Calibri" panose="020F0502020204030204" pitchFamily="34" charset="0"/>
              <a:cs typeface="Arial" panose="020B0604020202020204" pitchFamily="34" charset="0"/>
            </a:endParaRPr>
          </a:p>
          <a:p>
            <a:pPr marL="685800">
              <a:lnSpc>
                <a:spcPct val="115000"/>
              </a:lnSpc>
              <a:spcAft>
                <a:spcPts val="1000"/>
              </a:spcAft>
            </a:pPr>
            <a:r>
              <a:rPr lang="fr-FR" sz="1800" dirty="0">
                <a:effectLst/>
                <a:latin typeface="Calibri" panose="020F0502020204030204" pitchFamily="34" charset="0"/>
                <a:ea typeface="Calibri" panose="020F0502020204030204" pitchFamily="34" charset="0"/>
                <a:cs typeface="Arial" panose="020B0604020202020204" pitchFamily="34" charset="0"/>
              </a:rPr>
              <a:t>-WEB</a:t>
            </a:r>
            <a:endParaRPr lang="es-E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0D4D23F1-A465-055F-84A0-8FF8781F4289}"/>
              </a:ext>
            </a:extLst>
          </p:cNvPr>
          <p:cNvSpPr>
            <a:spLocks noGrp="1"/>
          </p:cNvSpPr>
          <p:nvPr>
            <p:ph type="sldNum" sz="quarter" idx="5"/>
          </p:nvPr>
        </p:nvSpPr>
        <p:spPr/>
        <p:txBody>
          <a:bodyPr/>
          <a:lstStyle/>
          <a:p>
            <a:fld id="{D12C3293-0B83-400D-B76A-FC33B8722499}" type="slidenum">
              <a:rPr lang="es-ES" smtClean="0"/>
              <a:t>34</a:t>
            </a:fld>
            <a:endParaRPr lang="es-ES"/>
          </a:p>
        </p:txBody>
      </p:sp>
    </p:spTree>
    <p:extLst>
      <p:ext uri="{BB962C8B-B14F-4D97-AF65-F5344CB8AC3E}">
        <p14:creationId xmlns:p14="http://schemas.microsoft.com/office/powerpoint/2010/main" val="244762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2A180E-D06D-12D2-74F7-08DA4D4883C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s-ES"/>
          </a:p>
        </p:txBody>
      </p:sp>
      <p:sp>
        <p:nvSpPr>
          <p:cNvPr id="3" name="Sous-titre 2">
            <a:extLst>
              <a:ext uri="{FF2B5EF4-FFF2-40B4-BE49-F238E27FC236}">
                <a16:creationId xmlns:a16="http://schemas.microsoft.com/office/drawing/2014/main" id="{AFFF98C9-29F3-5705-E1B5-E19AEA628C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s-ES"/>
          </a:p>
        </p:txBody>
      </p:sp>
      <p:sp>
        <p:nvSpPr>
          <p:cNvPr id="4" name="Espace réservé de la date 3">
            <a:extLst>
              <a:ext uri="{FF2B5EF4-FFF2-40B4-BE49-F238E27FC236}">
                <a16:creationId xmlns:a16="http://schemas.microsoft.com/office/drawing/2014/main" id="{E76B52C9-D38A-546A-9D9C-C25B21F42C53}"/>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1092AE04-3B50-E32C-2A6C-D2F7AC0BA79B}"/>
              </a:ext>
            </a:extLst>
          </p:cNvPr>
          <p:cNvSpPr>
            <a:spLocks noGrp="1"/>
          </p:cNvSpPr>
          <p:nvPr>
            <p:ph type="ftr" sz="quarter" idx="11"/>
          </p:nvPr>
        </p:nvSpPr>
        <p:spPr/>
        <p:txBody>
          <a:bodyPr/>
          <a:lstStyle/>
          <a:p>
            <a:endParaRPr lang="es-ES"/>
          </a:p>
        </p:txBody>
      </p:sp>
      <p:sp>
        <p:nvSpPr>
          <p:cNvPr id="6" name="Espace réservé du numéro de diapositive 5">
            <a:extLst>
              <a:ext uri="{FF2B5EF4-FFF2-40B4-BE49-F238E27FC236}">
                <a16:creationId xmlns:a16="http://schemas.microsoft.com/office/drawing/2014/main" id="{4873D022-CC3C-DECE-C1F2-DB0BBC618A25}"/>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3245689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FC62F-A737-D3B5-D0B9-00F131E222C2}"/>
              </a:ext>
            </a:extLst>
          </p:cNvPr>
          <p:cNvSpPr>
            <a:spLocks noGrp="1"/>
          </p:cNvSpPr>
          <p:nvPr>
            <p:ph type="title"/>
          </p:nvPr>
        </p:nvSpPr>
        <p:spPr/>
        <p:txBody>
          <a:bodyPr/>
          <a:lstStyle/>
          <a:p>
            <a:r>
              <a:rPr lang="fr-FR"/>
              <a:t>Modifiez le style du titre</a:t>
            </a:r>
            <a:endParaRPr lang="es-ES"/>
          </a:p>
        </p:txBody>
      </p:sp>
      <p:sp>
        <p:nvSpPr>
          <p:cNvPr id="3" name="Espace réservé du contenu 2">
            <a:extLst>
              <a:ext uri="{FF2B5EF4-FFF2-40B4-BE49-F238E27FC236}">
                <a16:creationId xmlns:a16="http://schemas.microsoft.com/office/drawing/2014/main" id="{5DA9C774-19C9-AFD5-72A4-F3FDA197DB4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e la date 3">
            <a:extLst>
              <a:ext uri="{FF2B5EF4-FFF2-40B4-BE49-F238E27FC236}">
                <a16:creationId xmlns:a16="http://schemas.microsoft.com/office/drawing/2014/main" id="{15D76567-9853-6243-88F7-D7690AF73F70}"/>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52C213FD-EDF7-60A7-27C4-355D97CC9483}"/>
              </a:ext>
            </a:extLst>
          </p:cNvPr>
          <p:cNvSpPr>
            <a:spLocks noGrp="1"/>
          </p:cNvSpPr>
          <p:nvPr>
            <p:ph type="ftr" sz="quarter" idx="11"/>
          </p:nvPr>
        </p:nvSpPr>
        <p:spPr/>
        <p:txBody>
          <a:bodyPr/>
          <a:lstStyle/>
          <a:p>
            <a:endParaRPr lang="es-ES"/>
          </a:p>
        </p:txBody>
      </p:sp>
      <p:sp>
        <p:nvSpPr>
          <p:cNvPr id="6" name="Espace réservé du numéro de diapositive 5">
            <a:extLst>
              <a:ext uri="{FF2B5EF4-FFF2-40B4-BE49-F238E27FC236}">
                <a16:creationId xmlns:a16="http://schemas.microsoft.com/office/drawing/2014/main" id="{A8A18945-4D8B-B2EB-5A2E-25602E2CA8B1}"/>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380774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9B34E-26FD-A991-2842-CCED5594809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s-ES"/>
          </a:p>
        </p:txBody>
      </p:sp>
      <p:sp>
        <p:nvSpPr>
          <p:cNvPr id="3" name="Espace réservé du texte 2">
            <a:extLst>
              <a:ext uri="{FF2B5EF4-FFF2-40B4-BE49-F238E27FC236}">
                <a16:creationId xmlns:a16="http://schemas.microsoft.com/office/drawing/2014/main" id="{2B119C3F-0271-0698-F98D-FF6080CD9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FD8C456-A365-098F-5D7A-29DF97A70106}"/>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05E591EE-F44E-FE0F-FE78-E27CB1DB2E8A}"/>
              </a:ext>
            </a:extLst>
          </p:cNvPr>
          <p:cNvSpPr>
            <a:spLocks noGrp="1"/>
          </p:cNvSpPr>
          <p:nvPr>
            <p:ph type="ftr" sz="quarter" idx="11"/>
          </p:nvPr>
        </p:nvSpPr>
        <p:spPr/>
        <p:txBody>
          <a:bodyPr/>
          <a:lstStyle/>
          <a:p>
            <a:endParaRPr lang="es-ES"/>
          </a:p>
        </p:txBody>
      </p:sp>
      <p:sp>
        <p:nvSpPr>
          <p:cNvPr id="6" name="Espace réservé du numéro de diapositive 5">
            <a:extLst>
              <a:ext uri="{FF2B5EF4-FFF2-40B4-BE49-F238E27FC236}">
                <a16:creationId xmlns:a16="http://schemas.microsoft.com/office/drawing/2014/main" id="{5333392A-AB04-7393-8D75-A7C8CF394029}"/>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409154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8E68D1-D943-53E0-74C3-20F18B042D42}"/>
              </a:ext>
            </a:extLst>
          </p:cNvPr>
          <p:cNvSpPr>
            <a:spLocks noGrp="1"/>
          </p:cNvSpPr>
          <p:nvPr>
            <p:ph type="title"/>
          </p:nvPr>
        </p:nvSpPr>
        <p:spPr/>
        <p:txBody>
          <a:bodyPr/>
          <a:lstStyle/>
          <a:p>
            <a:r>
              <a:rPr lang="fr-FR"/>
              <a:t>Modifiez le style du titre</a:t>
            </a:r>
            <a:endParaRPr lang="es-ES"/>
          </a:p>
        </p:txBody>
      </p:sp>
      <p:sp>
        <p:nvSpPr>
          <p:cNvPr id="3" name="Espace réservé du contenu 2">
            <a:extLst>
              <a:ext uri="{FF2B5EF4-FFF2-40B4-BE49-F238E27FC236}">
                <a16:creationId xmlns:a16="http://schemas.microsoft.com/office/drawing/2014/main" id="{B917CA34-1541-7C99-6FEB-B1DDD24AD04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u contenu 3">
            <a:extLst>
              <a:ext uri="{FF2B5EF4-FFF2-40B4-BE49-F238E27FC236}">
                <a16:creationId xmlns:a16="http://schemas.microsoft.com/office/drawing/2014/main" id="{DA616BB0-1CE0-E2E9-6A3E-D1789A8F74AE}"/>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5" name="Espace réservé de la date 4">
            <a:extLst>
              <a:ext uri="{FF2B5EF4-FFF2-40B4-BE49-F238E27FC236}">
                <a16:creationId xmlns:a16="http://schemas.microsoft.com/office/drawing/2014/main" id="{C7272239-7297-8253-4467-369134186E80}"/>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6" name="Espace réservé du pied de page 5">
            <a:extLst>
              <a:ext uri="{FF2B5EF4-FFF2-40B4-BE49-F238E27FC236}">
                <a16:creationId xmlns:a16="http://schemas.microsoft.com/office/drawing/2014/main" id="{0107FEE5-468E-689D-803C-8601016E2BDB}"/>
              </a:ext>
            </a:extLst>
          </p:cNvPr>
          <p:cNvSpPr>
            <a:spLocks noGrp="1"/>
          </p:cNvSpPr>
          <p:nvPr>
            <p:ph type="ftr" sz="quarter" idx="11"/>
          </p:nvPr>
        </p:nvSpPr>
        <p:spPr/>
        <p:txBody>
          <a:bodyPr/>
          <a:lstStyle/>
          <a:p>
            <a:endParaRPr lang="es-ES"/>
          </a:p>
        </p:txBody>
      </p:sp>
      <p:sp>
        <p:nvSpPr>
          <p:cNvPr id="7" name="Espace réservé du numéro de diapositive 6">
            <a:extLst>
              <a:ext uri="{FF2B5EF4-FFF2-40B4-BE49-F238E27FC236}">
                <a16:creationId xmlns:a16="http://schemas.microsoft.com/office/drawing/2014/main" id="{446DF116-AC66-8E88-2378-A3BA03CF0401}"/>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1368181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C17652-18AD-8858-E643-8BEAE79BD60A}"/>
              </a:ext>
            </a:extLst>
          </p:cNvPr>
          <p:cNvSpPr>
            <a:spLocks noGrp="1"/>
          </p:cNvSpPr>
          <p:nvPr>
            <p:ph type="title"/>
          </p:nvPr>
        </p:nvSpPr>
        <p:spPr>
          <a:xfrm>
            <a:off x="839788" y="365125"/>
            <a:ext cx="10515600" cy="1325563"/>
          </a:xfrm>
        </p:spPr>
        <p:txBody>
          <a:bodyPr/>
          <a:lstStyle/>
          <a:p>
            <a:r>
              <a:rPr lang="fr-FR"/>
              <a:t>Modifiez le style du titre</a:t>
            </a:r>
            <a:endParaRPr lang="es-ES"/>
          </a:p>
        </p:txBody>
      </p:sp>
      <p:sp>
        <p:nvSpPr>
          <p:cNvPr id="3" name="Espace réservé du texte 2">
            <a:extLst>
              <a:ext uri="{FF2B5EF4-FFF2-40B4-BE49-F238E27FC236}">
                <a16:creationId xmlns:a16="http://schemas.microsoft.com/office/drawing/2014/main" id="{522240CA-13F1-7D55-AF31-1B0E01250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36496B6-33A5-6765-D6E6-8AF6A8C001A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5" name="Espace réservé du texte 4">
            <a:extLst>
              <a:ext uri="{FF2B5EF4-FFF2-40B4-BE49-F238E27FC236}">
                <a16:creationId xmlns:a16="http://schemas.microsoft.com/office/drawing/2014/main" id="{7AEE6899-D133-0029-6492-0B58A0E24C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E628390-C3A6-B125-E4E3-29F9F188700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7" name="Espace réservé de la date 6">
            <a:extLst>
              <a:ext uri="{FF2B5EF4-FFF2-40B4-BE49-F238E27FC236}">
                <a16:creationId xmlns:a16="http://schemas.microsoft.com/office/drawing/2014/main" id="{CA8B0F24-C3AA-9F1A-E14F-8B9E464BCED6}"/>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8" name="Espace réservé du pied de page 7">
            <a:extLst>
              <a:ext uri="{FF2B5EF4-FFF2-40B4-BE49-F238E27FC236}">
                <a16:creationId xmlns:a16="http://schemas.microsoft.com/office/drawing/2014/main" id="{0D3CD846-D89D-E27E-CE40-BB416DDEF5CD}"/>
              </a:ext>
            </a:extLst>
          </p:cNvPr>
          <p:cNvSpPr>
            <a:spLocks noGrp="1"/>
          </p:cNvSpPr>
          <p:nvPr>
            <p:ph type="ftr" sz="quarter" idx="11"/>
          </p:nvPr>
        </p:nvSpPr>
        <p:spPr/>
        <p:txBody>
          <a:bodyPr/>
          <a:lstStyle/>
          <a:p>
            <a:endParaRPr lang="es-ES"/>
          </a:p>
        </p:txBody>
      </p:sp>
      <p:sp>
        <p:nvSpPr>
          <p:cNvPr id="9" name="Espace réservé du numéro de diapositive 8">
            <a:extLst>
              <a:ext uri="{FF2B5EF4-FFF2-40B4-BE49-F238E27FC236}">
                <a16:creationId xmlns:a16="http://schemas.microsoft.com/office/drawing/2014/main" id="{2DCB57D4-E7B3-9E93-67F0-C376FB925820}"/>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3507256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EAA7BA-F567-535A-D256-5F6F8F546584}"/>
              </a:ext>
            </a:extLst>
          </p:cNvPr>
          <p:cNvSpPr>
            <a:spLocks noGrp="1"/>
          </p:cNvSpPr>
          <p:nvPr>
            <p:ph type="title"/>
          </p:nvPr>
        </p:nvSpPr>
        <p:spPr/>
        <p:txBody>
          <a:bodyPr/>
          <a:lstStyle/>
          <a:p>
            <a:r>
              <a:rPr lang="fr-FR"/>
              <a:t>Modifiez le style du titre</a:t>
            </a:r>
            <a:endParaRPr lang="es-ES"/>
          </a:p>
        </p:txBody>
      </p:sp>
      <p:sp>
        <p:nvSpPr>
          <p:cNvPr id="3" name="Espace réservé de la date 2">
            <a:extLst>
              <a:ext uri="{FF2B5EF4-FFF2-40B4-BE49-F238E27FC236}">
                <a16:creationId xmlns:a16="http://schemas.microsoft.com/office/drawing/2014/main" id="{B68F14C2-FF66-71CA-3E6C-BDAAF0815DA7}"/>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4" name="Espace réservé du pied de page 3">
            <a:extLst>
              <a:ext uri="{FF2B5EF4-FFF2-40B4-BE49-F238E27FC236}">
                <a16:creationId xmlns:a16="http://schemas.microsoft.com/office/drawing/2014/main" id="{7C366EF9-EBCA-545B-07A1-0D992EC17CE0}"/>
              </a:ext>
            </a:extLst>
          </p:cNvPr>
          <p:cNvSpPr>
            <a:spLocks noGrp="1"/>
          </p:cNvSpPr>
          <p:nvPr>
            <p:ph type="ftr" sz="quarter" idx="11"/>
          </p:nvPr>
        </p:nvSpPr>
        <p:spPr/>
        <p:txBody>
          <a:bodyPr/>
          <a:lstStyle/>
          <a:p>
            <a:endParaRPr lang="es-ES"/>
          </a:p>
        </p:txBody>
      </p:sp>
      <p:sp>
        <p:nvSpPr>
          <p:cNvPr id="5" name="Espace réservé du numéro de diapositive 4">
            <a:extLst>
              <a:ext uri="{FF2B5EF4-FFF2-40B4-BE49-F238E27FC236}">
                <a16:creationId xmlns:a16="http://schemas.microsoft.com/office/drawing/2014/main" id="{AD764958-3C4A-F6BD-049B-43C965D97454}"/>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228814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4D573AF-E4CB-AE68-F438-DA17F8069140}"/>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3" name="Espace réservé du pied de page 2">
            <a:extLst>
              <a:ext uri="{FF2B5EF4-FFF2-40B4-BE49-F238E27FC236}">
                <a16:creationId xmlns:a16="http://schemas.microsoft.com/office/drawing/2014/main" id="{CF6E1043-794D-6F02-5C7C-AC5A2CF0CABB}"/>
              </a:ext>
            </a:extLst>
          </p:cNvPr>
          <p:cNvSpPr>
            <a:spLocks noGrp="1"/>
          </p:cNvSpPr>
          <p:nvPr>
            <p:ph type="ftr" sz="quarter" idx="11"/>
          </p:nvPr>
        </p:nvSpPr>
        <p:spPr/>
        <p:txBody>
          <a:bodyPr/>
          <a:lstStyle/>
          <a:p>
            <a:endParaRPr lang="es-ES"/>
          </a:p>
        </p:txBody>
      </p:sp>
      <p:sp>
        <p:nvSpPr>
          <p:cNvPr id="4" name="Espace réservé du numéro de diapositive 3">
            <a:extLst>
              <a:ext uri="{FF2B5EF4-FFF2-40B4-BE49-F238E27FC236}">
                <a16:creationId xmlns:a16="http://schemas.microsoft.com/office/drawing/2014/main" id="{F0F686C2-26F8-8DD6-B75E-3C0E410024C3}"/>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3199012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755947-4685-F993-91D2-31F2223253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s-ES"/>
          </a:p>
        </p:txBody>
      </p:sp>
      <p:sp>
        <p:nvSpPr>
          <p:cNvPr id="3" name="Espace réservé du contenu 2">
            <a:extLst>
              <a:ext uri="{FF2B5EF4-FFF2-40B4-BE49-F238E27FC236}">
                <a16:creationId xmlns:a16="http://schemas.microsoft.com/office/drawing/2014/main" id="{72FB8158-C395-E9E5-34A6-EF091B947D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u texte 3">
            <a:extLst>
              <a:ext uri="{FF2B5EF4-FFF2-40B4-BE49-F238E27FC236}">
                <a16:creationId xmlns:a16="http://schemas.microsoft.com/office/drawing/2014/main" id="{5A458533-D0F0-4779-26B9-CAA270F45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49CA9F6-4082-9F68-8C8C-B749EC083E65}"/>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6" name="Espace réservé du pied de page 5">
            <a:extLst>
              <a:ext uri="{FF2B5EF4-FFF2-40B4-BE49-F238E27FC236}">
                <a16:creationId xmlns:a16="http://schemas.microsoft.com/office/drawing/2014/main" id="{BA59B1D7-F3E5-FDFB-94E5-21E4BA699C35}"/>
              </a:ext>
            </a:extLst>
          </p:cNvPr>
          <p:cNvSpPr>
            <a:spLocks noGrp="1"/>
          </p:cNvSpPr>
          <p:nvPr>
            <p:ph type="ftr" sz="quarter" idx="11"/>
          </p:nvPr>
        </p:nvSpPr>
        <p:spPr/>
        <p:txBody>
          <a:bodyPr/>
          <a:lstStyle/>
          <a:p>
            <a:endParaRPr lang="es-ES"/>
          </a:p>
        </p:txBody>
      </p:sp>
      <p:sp>
        <p:nvSpPr>
          <p:cNvPr id="7" name="Espace réservé du numéro de diapositive 6">
            <a:extLst>
              <a:ext uri="{FF2B5EF4-FFF2-40B4-BE49-F238E27FC236}">
                <a16:creationId xmlns:a16="http://schemas.microsoft.com/office/drawing/2014/main" id="{4DCCEE3B-5551-61A2-AC11-69A51564BEAD}"/>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1862985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9BF115-EDBC-1E98-12BC-59F58EC8AC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s-ES"/>
          </a:p>
        </p:txBody>
      </p:sp>
      <p:sp>
        <p:nvSpPr>
          <p:cNvPr id="3" name="Espace réservé pour une image  2">
            <a:extLst>
              <a:ext uri="{FF2B5EF4-FFF2-40B4-BE49-F238E27FC236}">
                <a16:creationId xmlns:a16="http://schemas.microsoft.com/office/drawing/2014/main" id="{FEC68758-6103-3F58-31E1-4D3096A49A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s-ES"/>
          </a:p>
        </p:txBody>
      </p:sp>
      <p:sp>
        <p:nvSpPr>
          <p:cNvPr id="4" name="Espace réservé du texte 3">
            <a:extLst>
              <a:ext uri="{FF2B5EF4-FFF2-40B4-BE49-F238E27FC236}">
                <a16:creationId xmlns:a16="http://schemas.microsoft.com/office/drawing/2014/main" id="{19A32A27-A5A7-5B65-58D6-8A39553D3E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773B216-2EE3-E959-83A5-A3BB34822250}"/>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6" name="Espace réservé du pied de page 5">
            <a:extLst>
              <a:ext uri="{FF2B5EF4-FFF2-40B4-BE49-F238E27FC236}">
                <a16:creationId xmlns:a16="http://schemas.microsoft.com/office/drawing/2014/main" id="{C24F30D2-0DF5-A2E3-6273-0F8153D800B0}"/>
              </a:ext>
            </a:extLst>
          </p:cNvPr>
          <p:cNvSpPr>
            <a:spLocks noGrp="1"/>
          </p:cNvSpPr>
          <p:nvPr>
            <p:ph type="ftr" sz="quarter" idx="11"/>
          </p:nvPr>
        </p:nvSpPr>
        <p:spPr/>
        <p:txBody>
          <a:bodyPr/>
          <a:lstStyle/>
          <a:p>
            <a:endParaRPr lang="es-ES"/>
          </a:p>
        </p:txBody>
      </p:sp>
      <p:sp>
        <p:nvSpPr>
          <p:cNvPr id="7" name="Espace réservé du numéro de diapositive 6">
            <a:extLst>
              <a:ext uri="{FF2B5EF4-FFF2-40B4-BE49-F238E27FC236}">
                <a16:creationId xmlns:a16="http://schemas.microsoft.com/office/drawing/2014/main" id="{AA49CC35-D065-7157-8D07-6195D69959F0}"/>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47116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F14002-FE06-5DF8-99A6-336257132E98}"/>
              </a:ext>
            </a:extLst>
          </p:cNvPr>
          <p:cNvSpPr>
            <a:spLocks noGrp="1"/>
          </p:cNvSpPr>
          <p:nvPr>
            <p:ph type="title"/>
          </p:nvPr>
        </p:nvSpPr>
        <p:spPr/>
        <p:txBody>
          <a:bodyPr/>
          <a:lstStyle/>
          <a:p>
            <a:r>
              <a:rPr lang="fr-FR"/>
              <a:t>Modifiez le style du titre</a:t>
            </a:r>
            <a:endParaRPr lang="es-ES"/>
          </a:p>
        </p:txBody>
      </p:sp>
      <p:sp>
        <p:nvSpPr>
          <p:cNvPr id="3" name="Espace réservé du texte vertical 2">
            <a:extLst>
              <a:ext uri="{FF2B5EF4-FFF2-40B4-BE49-F238E27FC236}">
                <a16:creationId xmlns:a16="http://schemas.microsoft.com/office/drawing/2014/main" id="{BF123CA3-B6B4-AA05-F5EF-22A1500A487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e la date 3">
            <a:extLst>
              <a:ext uri="{FF2B5EF4-FFF2-40B4-BE49-F238E27FC236}">
                <a16:creationId xmlns:a16="http://schemas.microsoft.com/office/drawing/2014/main" id="{D7A1800B-49D3-9654-7435-D114477DEDFA}"/>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82E747CA-096B-121A-94F1-5E65EB4F8293}"/>
              </a:ext>
            </a:extLst>
          </p:cNvPr>
          <p:cNvSpPr>
            <a:spLocks noGrp="1"/>
          </p:cNvSpPr>
          <p:nvPr>
            <p:ph type="ftr" sz="quarter" idx="11"/>
          </p:nvPr>
        </p:nvSpPr>
        <p:spPr/>
        <p:txBody>
          <a:bodyPr/>
          <a:lstStyle/>
          <a:p>
            <a:endParaRPr lang="es-ES"/>
          </a:p>
        </p:txBody>
      </p:sp>
      <p:sp>
        <p:nvSpPr>
          <p:cNvPr id="6" name="Espace réservé du numéro de diapositive 5">
            <a:extLst>
              <a:ext uri="{FF2B5EF4-FFF2-40B4-BE49-F238E27FC236}">
                <a16:creationId xmlns:a16="http://schemas.microsoft.com/office/drawing/2014/main" id="{C4C0D8F7-FB80-F61F-7B19-7206E1689891}"/>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362402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9775161-CD78-DA09-259D-45FDC9D94E25}"/>
              </a:ext>
            </a:extLst>
          </p:cNvPr>
          <p:cNvSpPr>
            <a:spLocks noGrp="1"/>
          </p:cNvSpPr>
          <p:nvPr>
            <p:ph type="title" orient="vert"/>
          </p:nvPr>
        </p:nvSpPr>
        <p:spPr>
          <a:xfrm>
            <a:off x="8724900" y="365125"/>
            <a:ext cx="2628900" cy="5811838"/>
          </a:xfrm>
        </p:spPr>
        <p:txBody>
          <a:bodyPr vert="eaVert"/>
          <a:lstStyle/>
          <a:p>
            <a:r>
              <a:rPr lang="fr-FR"/>
              <a:t>Modifiez le style du titre</a:t>
            </a:r>
            <a:endParaRPr lang="es-ES"/>
          </a:p>
        </p:txBody>
      </p:sp>
      <p:sp>
        <p:nvSpPr>
          <p:cNvPr id="3" name="Espace réservé du texte vertical 2">
            <a:extLst>
              <a:ext uri="{FF2B5EF4-FFF2-40B4-BE49-F238E27FC236}">
                <a16:creationId xmlns:a16="http://schemas.microsoft.com/office/drawing/2014/main" id="{F8816B12-2E03-FDEA-6B52-F5B1EA71AD3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e la date 3">
            <a:extLst>
              <a:ext uri="{FF2B5EF4-FFF2-40B4-BE49-F238E27FC236}">
                <a16:creationId xmlns:a16="http://schemas.microsoft.com/office/drawing/2014/main" id="{E7ECF099-E1C8-3B40-671D-7C4AB2CED755}"/>
              </a:ext>
            </a:extLst>
          </p:cNvPr>
          <p:cNvSpPr>
            <a:spLocks noGrp="1"/>
          </p:cNvSpPr>
          <p:nvPr>
            <p:ph type="dt" sz="half" idx="10"/>
          </p:nvPr>
        </p:nvSpPr>
        <p:spPr/>
        <p:txBody>
          <a:body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6F1EFB17-7307-562F-A506-89D66D39B5BA}"/>
              </a:ext>
            </a:extLst>
          </p:cNvPr>
          <p:cNvSpPr>
            <a:spLocks noGrp="1"/>
          </p:cNvSpPr>
          <p:nvPr>
            <p:ph type="ftr" sz="quarter" idx="11"/>
          </p:nvPr>
        </p:nvSpPr>
        <p:spPr/>
        <p:txBody>
          <a:bodyPr/>
          <a:lstStyle/>
          <a:p>
            <a:endParaRPr lang="es-ES"/>
          </a:p>
        </p:txBody>
      </p:sp>
      <p:sp>
        <p:nvSpPr>
          <p:cNvPr id="6" name="Espace réservé du numéro de diapositive 5">
            <a:extLst>
              <a:ext uri="{FF2B5EF4-FFF2-40B4-BE49-F238E27FC236}">
                <a16:creationId xmlns:a16="http://schemas.microsoft.com/office/drawing/2014/main" id="{85194E83-A068-AAB6-498C-1CDA94A3969C}"/>
              </a:ext>
            </a:extLst>
          </p:cNvPr>
          <p:cNvSpPr>
            <a:spLocks noGrp="1"/>
          </p:cNvSpPr>
          <p:nvPr>
            <p:ph type="sldNum" sz="quarter" idx="12"/>
          </p:nvPr>
        </p:nvSpPr>
        <p:spPr/>
        <p:txBody>
          <a:bodyPr/>
          <a:lstStyle/>
          <a:p>
            <a:fld id="{8F3B29F5-B9CE-4905-B2B1-14E68DAB446E}" type="slidenum">
              <a:rPr lang="es-ES" smtClean="0"/>
              <a:t>‹N°›</a:t>
            </a:fld>
            <a:endParaRPr lang="es-ES"/>
          </a:p>
        </p:txBody>
      </p:sp>
    </p:spTree>
    <p:extLst>
      <p:ext uri="{BB962C8B-B14F-4D97-AF65-F5344CB8AC3E}">
        <p14:creationId xmlns:p14="http://schemas.microsoft.com/office/powerpoint/2010/main" val="2038397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BF39417-069D-FEFE-37A8-C4ECD5E119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s-ES"/>
          </a:p>
        </p:txBody>
      </p:sp>
      <p:sp>
        <p:nvSpPr>
          <p:cNvPr id="3" name="Espace réservé du texte 2">
            <a:extLst>
              <a:ext uri="{FF2B5EF4-FFF2-40B4-BE49-F238E27FC236}">
                <a16:creationId xmlns:a16="http://schemas.microsoft.com/office/drawing/2014/main" id="{D4D420E9-61AA-A7D1-E732-81FAD5B323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s-ES"/>
          </a:p>
        </p:txBody>
      </p:sp>
      <p:sp>
        <p:nvSpPr>
          <p:cNvPr id="4" name="Espace réservé de la date 3">
            <a:extLst>
              <a:ext uri="{FF2B5EF4-FFF2-40B4-BE49-F238E27FC236}">
                <a16:creationId xmlns:a16="http://schemas.microsoft.com/office/drawing/2014/main" id="{DC7ED38D-21BB-37F1-F29E-893A7FDABE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4619E4-4D8F-4460-876C-97ED9116F357}" type="datetimeFigureOut">
              <a:rPr lang="es-ES" smtClean="0"/>
              <a:t>26/05/2025</a:t>
            </a:fld>
            <a:endParaRPr lang="es-ES"/>
          </a:p>
        </p:txBody>
      </p:sp>
      <p:sp>
        <p:nvSpPr>
          <p:cNvPr id="5" name="Espace réservé du pied de page 4">
            <a:extLst>
              <a:ext uri="{FF2B5EF4-FFF2-40B4-BE49-F238E27FC236}">
                <a16:creationId xmlns:a16="http://schemas.microsoft.com/office/drawing/2014/main" id="{3E335F2D-F656-6C26-618F-A4276BEC74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Espace réservé du numéro de diapositive 5">
            <a:extLst>
              <a:ext uri="{FF2B5EF4-FFF2-40B4-BE49-F238E27FC236}">
                <a16:creationId xmlns:a16="http://schemas.microsoft.com/office/drawing/2014/main" id="{B281C5CF-EAAC-8535-AE42-EAC309A51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3B29F5-B9CE-4905-B2B1-14E68DAB446E}" type="slidenum">
              <a:rPr lang="es-ES" smtClean="0"/>
              <a:t>‹N°›</a:t>
            </a:fld>
            <a:endParaRPr lang="es-ES"/>
          </a:p>
        </p:txBody>
      </p:sp>
    </p:spTree>
    <p:extLst>
      <p:ext uri="{BB962C8B-B14F-4D97-AF65-F5344CB8AC3E}">
        <p14:creationId xmlns:p14="http://schemas.microsoft.com/office/powerpoint/2010/main" val="2128134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slide" Target="slide7.xml"/><Relationship Id="rId5" Type="http://schemas.openxmlformats.org/officeDocument/2006/relationships/image" Target="../media/image5.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slide" Target="slide7.xml"/><Relationship Id="rId11" Type="http://schemas.openxmlformats.org/officeDocument/2006/relationships/slide" Target="slide33.xml"/><Relationship Id="rId5" Type="http://schemas.openxmlformats.org/officeDocument/2006/relationships/image" Target="../media/image5.png"/><Relationship Id="rId10"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7133EB50-CECD-5DCD-EB23-CF6158AA3ABF}"/>
              </a:ext>
            </a:extLst>
          </p:cNvPr>
          <p:cNvSpPr txBox="1"/>
          <p:nvPr/>
        </p:nvSpPr>
        <p:spPr>
          <a:xfrm>
            <a:off x="1868949" y="2480796"/>
            <a:ext cx="3749040" cy="1754326"/>
          </a:xfrm>
          <a:prstGeom prst="rect">
            <a:avLst/>
          </a:prstGeom>
          <a:noFill/>
        </p:spPr>
        <p:txBody>
          <a:bodyPr wrap="square" rtlCol="0">
            <a:spAutoFit/>
          </a:bodyPr>
          <a:lstStyle/>
          <a:p>
            <a:pPr algn="ctr"/>
            <a:r>
              <a:rPr lang="fr-FR" sz="3600" b="1" dirty="0">
                <a:solidFill>
                  <a:srgbClr val="EDEDE9"/>
                </a:solidFill>
                <a:latin typeface="Tahoma" panose="020B0604030504040204" pitchFamily="34" charset="0"/>
                <a:ea typeface="Tahoma" panose="020B0604030504040204" pitchFamily="34" charset="0"/>
                <a:cs typeface="Tahoma" panose="020B0604030504040204" pitchFamily="34" charset="0"/>
              </a:rPr>
              <a:t>SYSTÈME DE GESTION DES SALLES TP</a:t>
            </a:r>
            <a:endParaRPr lang="es-ES" sz="3600" b="1" dirty="0">
              <a:solidFill>
                <a:srgbClr val="EDEDE9"/>
              </a:solidFill>
              <a:latin typeface="Tahoma" panose="020B0604030504040204" pitchFamily="34" charset="0"/>
              <a:ea typeface="Tahoma" panose="020B0604030504040204" pitchFamily="34" charset="0"/>
              <a:cs typeface="Tahoma" panose="020B0604030504040204" pitchFamily="34" charset="0"/>
            </a:endParaRPr>
          </a:p>
        </p:txBody>
      </p:sp>
      <p:pic>
        <p:nvPicPr>
          <p:cNvPr id="6" name="Picture 2">
            <a:extLst>
              <a:ext uri="{FF2B5EF4-FFF2-40B4-BE49-F238E27FC236}">
                <a16:creationId xmlns:a16="http://schemas.microsoft.com/office/drawing/2014/main" id="{B245482E-EEAF-7923-E9B4-36578828B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528" y="2141616"/>
            <a:ext cx="1696943" cy="2098586"/>
          </a:xfrm>
          <a:prstGeom prst="rect">
            <a:avLst/>
          </a:prstGeom>
          <a:noFill/>
          <a:extLst>
            <a:ext uri="{909E8E84-426E-40DD-AFC4-6F175D3DCCD1}">
              <a14:hiddenFill xmlns:a14="http://schemas.microsoft.com/office/drawing/2010/main">
                <a:solidFill>
                  <a:srgbClr val="FFFFFF"/>
                </a:solidFill>
              </a14:hiddenFill>
            </a:ext>
          </a:extLst>
        </p:spPr>
      </p:pic>
      <p:sp>
        <p:nvSpPr>
          <p:cNvPr id="7" name="Ellipse 6">
            <a:extLst>
              <a:ext uri="{FF2B5EF4-FFF2-40B4-BE49-F238E27FC236}">
                <a16:creationId xmlns:a16="http://schemas.microsoft.com/office/drawing/2014/main" id="{A8BF9230-46E9-D15F-F7EA-B60B029F0EC8}"/>
              </a:ext>
            </a:extLst>
          </p:cNvPr>
          <p:cNvSpPr/>
          <p:nvPr/>
        </p:nvSpPr>
        <p:spPr>
          <a:xfrm>
            <a:off x="12459776" y="-2694552"/>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lipse 7">
            <a:extLst>
              <a:ext uri="{FF2B5EF4-FFF2-40B4-BE49-F238E27FC236}">
                <a16:creationId xmlns:a16="http://schemas.microsoft.com/office/drawing/2014/main" id="{E05EA1BE-DF74-8A6B-2B7B-50913F84B8B1}"/>
              </a:ext>
            </a:extLst>
          </p:cNvPr>
          <p:cNvSpPr/>
          <p:nvPr/>
        </p:nvSpPr>
        <p:spPr>
          <a:xfrm>
            <a:off x="12574857" y="-2825851"/>
            <a:ext cx="1963225" cy="1963225"/>
          </a:xfrm>
          <a:prstGeom prst="ellipse">
            <a:avLst/>
          </a:prstGeom>
          <a:solidFill>
            <a:srgbClr val="3F5B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9" name="Groupe 8">
            <a:extLst>
              <a:ext uri="{FF2B5EF4-FFF2-40B4-BE49-F238E27FC236}">
                <a16:creationId xmlns:a16="http://schemas.microsoft.com/office/drawing/2014/main" id="{471170EE-FB64-1E63-5DD5-BD76A10257F8}"/>
              </a:ext>
            </a:extLst>
          </p:cNvPr>
          <p:cNvGrpSpPr/>
          <p:nvPr/>
        </p:nvGrpSpPr>
        <p:grpSpPr>
          <a:xfrm rot="19060033">
            <a:off x="-2644656" y="7632641"/>
            <a:ext cx="2102785" cy="1963225"/>
            <a:chOff x="-677337" y="5547303"/>
            <a:chExt cx="2102785" cy="1963225"/>
          </a:xfrm>
        </p:grpSpPr>
        <p:sp>
          <p:nvSpPr>
            <p:cNvPr id="10" name="Ellipse 9">
              <a:extLst>
                <a:ext uri="{FF2B5EF4-FFF2-40B4-BE49-F238E27FC236}">
                  <a16:creationId xmlns:a16="http://schemas.microsoft.com/office/drawing/2014/main" id="{0378B760-CEF0-3000-C856-C7B781581D6E}"/>
                </a:ext>
              </a:extLst>
            </p:cNvPr>
            <p:cNvSpPr/>
            <p:nvPr/>
          </p:nvSpPr>
          <p:spPr>
            <a:xfrm rot="2509122">
              <a:off x="-537777" y="554730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lipse 10">
              <a:extLst>
                <a:ext uri="{FF2B5EF4-FFF2-40B4-BE49-F238E27FC236}">
                  <a16:creationId xmlns:a16="http://schemas.microsoft.com/office/drawing/2014/main" id="{5B48EC96-A00C-CACF-2B7C-03DE4C482462}"/>
                </a:ext>
              </a:extLst>
            </p:cNvPr>
            <p:cNvSpPr/>
            <p:nvPr/>
          </p:nvSpPr>
          <p:spPr>
            <a:xfrm rot="3940886">
              <a:off x="-677337" y="5547303"/>
              <a:ext cx="1963225" cy="1963225"/>
            </a:xfrm>
            <a:prstGeom prst="ellipse">
              <a:avLst/>
            </a:prstGeom>
            <a:solidFill>
              <a:srgbClr val="3F5B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Tree>
    <p:extLst>
      <p:ext uri="{BB962C8B-B14F-4D97-AF65-F5344CB8AC3E}">
        <p14:creationId xmlns:p14="http://schemas.microsoft.com/office/powerpoint/2010/main" val="2712154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3CEE43A0-CE3A-73D4-1EA9-C1023EA6CA1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CF970EF5-D69A-D5CB-B07F-0FDD09909373}"/>
              </a:ext>
            </a:extLst>
          </p:cNvPr>
          <p:cNvSpPr txBox="1"/>
          <p:nvPr/>
        </p:nvSpPr>
        <p:spPr>
          <a:xfrm>
            <a:off x="4662949" y="2511668"/>
            <a:ext cx="3749040" cy="1754326"/>
          </a:xfrm>
          <a:prstGeom prst="rect">
            <a:avLst/>
          </a:prstGeom>
          <a:noFill/>
        </p:spPr>
        <p:txBody>
          <a:bodyPr wrap="square" rtlCol="0">
            <a:spAutoFit/>
          </a:bodyPr>
          <a:lstStyle/>
          <a:p>
            <a:pPr algn="ctr"/>
            <a:r>
              <a:rPr lang="fr-FR" sz="3600" b="1" dirty="0">
                <a:solidFill>
                  <a:srgbClr val="415A77"/>
                </a:solidFill>
                <a:latin typeface="Tahoma" panose="020B0604030504040204" pitchFamily="34" charset="0"/>
                <a:ea typeface="Tahoma" panose="020B0604030504040204" pitchFamily="34" charset="0"/>
                <a:cs typeface="Tahoma" panose="020B0604030504040204" pitchFamily="34" charset="0"/>
              </a:rPr>
              <a:t>SYSTÈME DE GESTION DES SALLES TP</a:t>
            </a:r>
            <a:endParaRPr lang="es-ES" sz="3600" b="1" dirty="0">
              <a:solidFill>
                <a:srgbClr val="415A77"/>
              </a:solidFill>
              <a:latin typeface="Tahoma" panose="020B0604030504040204" pitchFamily="34" charset="0"/>
              <a:ea typeface="Tahoma" panose="020B0604030504040204" pitchFamily="34" charset="0"/>
              <a:cs typeface="Tahoma" panose="020B0604030504040204" pitchFamily="34" charset="0"/>
            </a:endParaRPr>
          </a:p>
        </p:txBody>
      </p:sp>
      <p:sp>
        <p:nvSpPr>
          <p:cNvPr id="6" name="ZoneTexte 5">
            <a:extLst>
              <a:ext uri="{FF2B5EF4-FFF2-40B4-BE49-F238E27FC236}">
                <a16:creationId xmlns:a16="http://schemas.microsoft.com/office/drawing/2014/main" id="{5C3232C1-F50C-F89C-0062-E39624147AAB}"/>
              </a:ext>
            </a:extLst>
          </p:cNvPr>
          <p:cNvSpPr txBox="1"/>
          <p:nvPr/>
        </p:nvSpPr>
        <p:spPr>
          <a:xfrm>
            <a:off x="1257300" y="4324742"/>
            <a:ext cx="9677400" cy="369332"/>
          </a:xfrm>
          <a:prstGeom prst="rect">
            <a:avLst/>
          </a:prstGeom>
          <a:noFill/>
        </p:spPr>
        <p:txBody>
          <a:bodyPr wrap="square" rtlCol="0">
            <a:spAutoFit/>
          </a:bodyPr>
          <a:lstStyle/>
          <a:p>
            <a:pPr algn="ctr"/>
            <a:r>
              <a:rPr lang="fr-FR" spc="300" dirty="0">
                <a:latin typeface="Poppins" panose="00000500000000000000" pitchFamily="2" charset="0"/>
                <a:ea typeface="Tahoma" panose="020B0604030504040204" pitchFamily="34" charset="0"/>
                <a:cs typeface="Poppins" panose="00000500000000000000" pitchFamily="2" charset="0"/>
              </a:rPr>
              <a:t>Faculté de Mathématique et Informatique </a:t>
            </a:r>
            <a:endParaRPr lang="es-ES" spc="300" dirty="0">
              <a:latin typeface="Poppins" panose="00000500000000000000" pitchFamily="2" charset="0"/>
              <a:ea typeface="Tahoma" panose="020B0604030504040204" pitchFamily="34" charset="0"/>
              <a:cs typeface="Poppins" panose="00000500000000000000" pitchFamily="2" charset="0"/>
            </a:endParaRPr>
          </a:p>
        </p:txBody>
      </p:sp>
      <p:pic>
        <p:nvPicPr>
          <p:cNvPr id="8" name="Picture 2">
            <a:extLst>
              <a:ext uri="{FF2B5EF4-FFF2-40B4-BE49-F238E27FC236}">
                <a16:creationId xmlns:a16="http://schemas.microsoft.com/office/drawing/2014/main" id="{9258953A-4DEE-ED5C-A081-3192D3CB7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5462" y="2163926"/>
            <a:ext cx="1696943" cy="2098586"/>
          </a:xfrm>
          <a:prstGeom prst="rect">
            <a:avLst/>
          </a:prstGeom>
          <a:noFill/>
          <a:extLst>
            <a:ext uri="{909E8E84-426E-40DD-AFC4-6F175D3DCCD1}">
              <a14:hiddenFill xmlns:a14="http://schemas.microsoft.com/office/drawing/2010/main">
                <a:solidFill>
                  <a:srgbClr val="FFFFFF"/>
                </a:solidFill>
              </a14:hiddenFill>
            </a:ext>
          </a:extLst>
        </p:spPr>
      </p:pic>
      <p:sp>
        <p:nvSpPr>
          <p:cNvPr id="10" name="Ellipse 9">
            <a:extLst>
              <a:ext uri="{FF2B5EF4-FFF2-40B4-BE49-F238E27FC236}">
                <a16:creationId xmlns:a16="http://schemas.microsoft.com/office/drawing/2014/main" id="{92586D95-CA98-9C90-0447-3B30DAE426EB}"/>
              </a:ext>
            </a:extLst>
          </p:cNvPr>
          <p:cNvSpPr/>
          <p:nvPr/>
        </p:nvSpPr>
        <p:spPr>
          <a:xfrm>
            <a:off x="10934700" y="-98161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lipse 10">
            <a:extLst>
              <a:ext uri="{FF2B5EF4-FFF2-40B4-BE49-F238E27FC236}">
                <a16:creationId xmlns:a16="http://schemas.microsoft.com/office/drawing/2014/main" id="{E0B4C6FB-98BC-16A2-408A-960C8708D5D1}"/>
              </a:ext>
            </a:extLst>
          </p:cNvPr>
          <p:cNvSpPr/>
          <p:nvPr/>
        </p:nvSpPr>
        <p:spPr>
          <a:xfrm>
            <a:off x="11049781" y="-1112912"/>
            <a:ext cx="1963225" cy="1963225"/>
          </a:xfrm>
          <a:prstGeom prst="ellipse">
            <a:avLst/>
          </a:prstGeom>
          <a:solidFill>
            <a:srgbClr val="3F5B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4" name="Groupe 13">
            <a:extLst>
              <a:ext uri="{FF2B5EF4-FFF2-40B4-BE49-F238E27FC236}">
                <a16:creationId xmlns:a16="http://schemas.microsoft.com/office/drawing/2014/main" id="{CB3D10DA-367A-7C9A-DFA0-0656FB8F133C}"/>
              </a:ext>
            </a:extLst>
          </p:cNvPr>
          <p:cNvGrpSpPr/>
          <p:nvPr/>
        </p:nvGrpSpPr>
        <p:grpSpPr>
          <a:xfrm rot="19060033">
            <a:off x="-1051394" y="6133457"/>
            <a:ext cx="2102785" cy="1963225"/>
            <a:chOff x="-677337" y="5547303"/>
            <a:chExt cx="2102785" cy="1963225"/>
          </a:xfrm>
        </p:grpSpPr>
        <p:sp>
          <p:nvSpPr>
            <p:cNvPr id="12" name="Ellipse 11">
              <a:extLst>
                <a:ext uri="{FF2B5EF4-FFF2-40B4-BE49-F238E27FC236}">
                  <a16:creationId xmlns:a16="http://schemas.microsoft.com/office/drawing/2014/main" id="{19271D05-4412-5E6E-EA78-24FAA7C3F7F1}"/>
                </a:ext>
              </a:extLst>
            </p:cNvPr>
            <p:cNvSpPr/>
            <p:nvPr/>
          </p:nvSpPr>
          <p:spPr>
            <a:xfrm rot="2509122">
              <a:off x="-537777" y="554730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lipse 12">
              <a:extLst>
                <a:ext uri="{FF2B5EF4-FFF2-40B4-BE49-F238E27FC236}">
                  <a16:creationId xmlns:a16="http://schemas.microsoft.com/office/drawing/2014/main" id="{DC7A1105-54FB-E528-7814-100D6FE4F4D0}"/>
                </a:ext>
              </a:extLst>
            </p:cNvPr>
            <p:cNvSpPr/>
            <p:nvPr/>
          </p:nvSpPr>
          <p:spPr>
            <a:xfrm rot="3940886">
              <a:off x="-677337" y="5547303"/>
              <a:ext cx="1963225" cy="1963225"/>
            </a:xfrm>
            <a:prstGeom prst="ellipse">
              <a:avLst/>
            </a:prstGeom>
            <a:solidFill>
              <a:srgbClr val="3F5B7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5" name="Ellipse 5">
            <a:extLst>
              <a:ext uri="{FF2B5EF4-FFF2-40B4-BE49-F238E27FC236}">
                <a16:creationId xmlns:a16="http://schemas.microsoft.com/office/drawing/2014/main" id="{1F459EC7-320C-C320-979B-B0239318795D}"/>
              </a:ext>
            </a:extLst>
          </p:cNvPr>
          <p:cNvSpPr/>
          <p:nvPr/>
        </p:nvSpPr>
        <p:spPr>
          <a:xfrm>
            <a:off x="-10005973" y="-342900"/>
            <a:ext cx="8549039" cy="78943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blipFill>
            <a:blip r:embed="rId3"/>
            <a:stretch>
              <a:fillRect l="4395" t="-16755" r="-4395" b="16755"/>
            </a:stretch>
          </a:blipFill>
          <a:ln w="38100">
            <a:solidFill>
              <a:srgbClr val="3F5B78"/>
            </a:solid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415A77"/>
              </a:solidFill>
            </a:endParaRPr>
          </a:p>
        </p:txBody>
      </p:sp>
      <p:sp>
        <p:nvSpPr>
          <p:cNvPr id="16" name="Rectangle : coins arrondis 15">
            <a:extLst>
              <a:ext uri="{FF2B5EF4-FFF2-40B4-BE49-F238E27FC236}">
                <a16:creationId xmlns:a16="http://schemas.microsoft.com/office/drawing/2014/main" id="{7EB529D0-CB73-D27C-CC2C-6ED3E5848581}"/>
              </a:ext>
            </a:extLst>
          </p:cNvPr>
          <p:cNvSpPr/>
          <p:nvPr/>
        </p:nvSpPr>
        <p:spPr>
          <a:xfrm>
            <a:off x="15564441" y="4838472"/>
            <a:ext cx="3663644" cy="461665"/>
          </a:xfrm>
          <a:prstGeom prst="roundRect">
            <a:avLst>
              <a:gd name="adj" fmla="val 50000"/>
            </a:avLst>
          </a:prstGeom>
          <a:solidFill>
            <a:srgbClr val="1B496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ZoneTexte 16">
            <a:extLst>
              <a:ext uri="{FF2B5EF4-FFF2-40B4-BE49-F238E27FC236}">
                <a16:creationId xmlns:a16="http://schemas.microsoft.com/office/drawing/2014/main" id="{A8DBC835-3F30-DA80-8291-87B2341D039E}"/>
              </a:ext>
            </a:extLst>
          </p:cNvPr>
          <p:cNvSpPr txBox="1"/>
          <p:nvPr/>
        </p:nvSpPr>
        <p:spPr>
          <a:xfrm>
            <a:off x="14241583" y="4884638"/>
            <a:ext cx="6309361" cy="369332"/>
          </a:xfrm>
          <a:prstGeom prst="rect">
            <a:avLst/>
          </a:prstGeom>
          <a:noFill/>
        </p:spPr>
        <p:txBody>
          <a:bodyPr wrap="square" rtlCol="0">
            <a:spAutoFit/>
          </a:bodyPr>
          <a:lstStyle/>
          <a:p>
            <a:pPr algn="ctr"/>
            <a:r>
              <a:rPr lang="fr-FR" dirty="0" err="1">
                <a:solidFill>
                  <a:schemeClr val="bg1"/>
                </a:solidFill>
                <a:latin typeface="Poppins" panose="00000500000000000000" pitchFamily="2" charset="0"/>
                <a:cs typeface="Poppins" panose="00000500000000000000" pitchFamily="2" charset="0"/>
              </a:rPr>
              <a:t>Decouvrir</a:t>
            </a:r>
            <a:endParaRPr lang="es-ES" dirty="0">
              <a:solidFill>
                <a:schemeClr val="bg1"/>
              </a:solidFill>
              <a:latin typeface="Poppins" panose="00000500000000000000" pitchFamily="2" charset="0"/>
              <a:cs typeface="Poppins" panose="00000500000000000000" pitchFamily="2" charset="0"/>
            </a:endParaRPr>
          </a:p>
        </p:txBody>
      </p:sp>
      <p:sp>
        <p:nvSpPr>
          <p:cNvPr id="18" name="ZoneTexte 17">
            <a:extLst>
              <a:ext uri="{FF2B5EF4-FFF2-40B4-BE49-F238E27FC236}">
                <a16:creationId xmlns:a16="http://schemas.microsoft.com/office/drawing/2014/main" id="{764643A1-4B16-48E4-75DE-FB629C9480D2}"/>
              </a:ext>
            </a:extLst>
          </p:cNvPr>
          <p:cNvSpPr txBox="1"/>
          <p:nvPr/>
        </p:nvSpPr>
        <p:spPr>
          <a:xfrm>
            <a:off x="13375443" y="2459504"/>
            <a:ext cx="8041640" cy="1938992"/>
          </a:xfrm>
          <a:prstGeom prst="rect">
            <a:avLst/>
          </a:prstGeom>
          <a:noFill/>
        </p:spPr>
        <p:txBody>
          <a:bodyPr wrap="square" rtlCol="0">
            <a:spAutoFit/>
          </a:bodyPr>
          <a:lstStyle/>
          <a:p>
            <a:pPr algn="ct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DEVELOPPEMENET D’UN SYSTÈME DE GESTION DES SALLES TP</a:t>
            </a:r>
            <a:endParaRPr lang="es-ES"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endParaRPr>
          </a:p>
        </p:txBody>
      </p:sp>
      <p:sp>
        <p:nvSpPr>
          <p:cNvPr id="19" name="ZoneTexte 18">
            <a:hlinkClick r:id="rId4" action="ppaction://hlinksldjump"/>
            <a:extLst>
              <a:ext uri="{FF2B5EF4-FFF2-40B4-BE49-F238E27FC236}">
                <a16:creationId xmlns:a16="http://schemas.microsoft.com/office/drawing/2014/main" id="{212C0736-9AEA-06DC-B4BC-576CD12B882A}"/>
              </a:ext>
            </a:extLst>
          </p:cNvPr>
          <p:cNvSpPr txBox="1"/>
          <p:nvPr/>
        </p:nvSpPr>
        <p:spPr>
          <a:xfrm>
            <a:off x="7377480" y="-2435740"/>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Introduction</a:t>
            </a:r>
          </a:p>
        </p:txBody>
      </p:sp>
      <p:sp>
        <p:nvSpPr>
          <p:cNvPr id="20" name="ZoneTexte 19">
            <a:extLst>
              <a:ext uri="{FF2B5EF4-FFF2-40B4-BE49-F238E27FC236}">
                <a16:creationId xmlns:a16="http://schemas.microsoft.com/office/drawing/2014/main" id="{238501F9-633B-566D-471B-DC009941141F}"/>
              </a:ext>
            </a:extLst>
          </p:cNvPr>
          <p:cNvSpPr txBox="1"/>
          <p:nvPr/>
        </p:nvSpPr>
        <p:spPr>
          <a:xfrm>
            <a:off x="5470099" y="-2435740"/>
            <a:ext cx="1696915" cy="369332"/>
          </a:xfrm>
          <a:prstGeom prst="rect">
            <a:avLst/>
          </a:prstGeom>
          <a:noFill/>
        </p:spPr>
        <p:txBody>
          <a:bodyPr wrap="square" rtlCol="0">
            <a:spAutoFit/>
          </a:bodyPr>
          <a:lstStyle/>
          <a:p>
            <a:r>
              <a:rPr lang="fr-FR" dirty="0">
                <a:solidFill>
                  <a:srgbClr val="FFC000"/>
                </a:solidFill>
                <a:latin typeface="Poppins" panose="00000500000000000000" pitchFamily="2" charset="0"/>
                <a:cs typeface="Poppins" panose="00000500000000000000" pitchFamily="2" charset="0"/>
              </a:rPr>
              <a:t>Home</a:t>
            </a:r>
          </a:p>
        </p:txBody>
      </p:sp>
      <p:sp>
        <p:nvSpPr>
          <p:cNvPr id="21" name="ZoneTexte 20">
            <a:hlinkClick r:id="" action="ppaction://noaction"/>
            <a:extLst>
              <a:ext uri="{FF2B5EF4-FFF2-40B4-BE49-F238E27FC236}">
                <a16:creationId xmlns:a16="http://schemas.microsoft.com/office/drawing/2014/main" id="{B11A2336-E77D-E957-CEEE-D917050FFD03}"/>
              </a:ext>
            </a:extLst>
          </p:cNvPr>
          <p:cNvSpPr txBox="1"/>
          <p:nvPr/>
        </p:nvSpPr>
        <p:spPr>
          <a:xfrm>
            <a:off x="9622193" y="-2435740"/>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membres</a:t>
            </a:r>
          </a:p>
        </p:txBody>
      </p:sp>
    </p:spTree>
    <p:extLst>
      <p:ext uri="{BB962C8B-B14F-4D97-AF65-F5344CB8AC3E}">
        <p14:creationId xmlns:p14="http://schemas.microsoft.com/office/powerpoint/2010/main" val="11713215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EE7FE90B-BEB0-4BBB-0BCD-D54FB7F0AF2E}"/>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1BF83C27-535E-A007-742A-60D502AE8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p:sp>
        <p:nvSpPr>
          <p:cNvPr id="21" name="Ellipse 5">
            <a:extLst>
              <a:ext uri="{FF2B5EF4-FFF2-40B4-BE49-F238E27FC236}">
                <a16:creationId xmlns:a16="http://schemas.microsoft.com/office/drawing/2014/main" id="{4839F3F1-E7BF-F600-A771-74210362CB41}"/>
              </a:ext>
            </a:extLst>
          </p:cNvPr>
          <p:cNvSpPr/>
          <p:nvPr/>
        </p:nvSpPr>
        <p:spPr>
          <a:xfrm>
            <a:off x="-3672240" y="-342900"/>
            <a:ext cx="8549039" cy="78943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blipFill>
            <a:blip r:embed="rId3"/>
            <a:stretch>
              <a:fillRect l="4395" t="-16755" r="-4395" b="16755"/>
            </a:stretch>
          </a:blipFill>
          <a:ln w="38100">
            <a:solidFill>
              <a:srgbClr val="3F5B78"/>
            </a:solid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415A77"/>
              </a:solidFill>
            </a:endParaRPr>
          </a:p>
        </p:txBody>
      </p:sp>
      <p:sp>
        <p:nvSpPr>
          <p:cNvPr id="22" name="ZoneTexte 21">
            <a:hlinkClick r:id="rId4" action="ppaction://hlinksldjump"/>
            <a:extLst>
              <a:ext uri="{FF2B5EF4-FFF2-40B4-BE49-F238E27FC236}">
                <a16:creationId xmlns:a16="http://schemas.microsoft.com/office/drawing/2014/main" id="{CE713D60-BFF0-CEF3-0233-95FC9E31B82B}"/>
              </a:ext>
            </a:extLst>
          </p:cNvPr>
          <p:cNvSpPr txBox="1"/>
          <p:nvPr/>
        </p:nvSpPr>
        <p:spPr>
          <a:xfrm>
            <a:off x="7377480" y="276980"/>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Introduction</a:t>
            </a:r>
          </a:p>
        </p:txBody>
      </p:sp>
      <p:sp>
        <p:nvSpPr>
          <p:cNvPr id="23" name="ZoneTexte 22">
            <a:extLst>
              <a:ext uri="{FF2B5EF4-FFF2-40B4-BE49-F238E27FC236}">
                <a16:creationId xmlns:a16="http://schemas.microsoft.com/office/drawing/2014/main" id="{BDB94280-F25A-9057-EB89-07F82CBBF2E8}"/>
              </a:ext>
            </a:extLst>
          </p:cNvPr>
          <p:cNvSpPr txBox="1"/>
          <p:nvPr/>
        </p:nvSpPr>
        <p:spPr>
          <a:xfrm>
            <a:off x="5470099" y="276980"/>
            <a:ext cx="1696915" cy="369332"/>
          </a:xfrm>
          <a:prstGeom prst="rect">
            <a:avLst/>
          </a:prstGeom>
          <a:noFill/>
        </p:spPr>
        <p:txBody>
          <a:bodyPr wrap="square" rtlCol="0">
            <a:spAutoFit/>
          </a:bodyPr>
          <a:lstStyle/>
          <a:p>
            <a:r>
              <a:rPr lang="fr-FR" dirty="0">
                <a:solidFill>
                  <a:srgbClr val="FFC000"/>
                </a:solidFill>
                <a:latin typeface="Poppins" panose="00000500000000000000" pitchFamily="2" charset="0"/>
                <a:cs typeface="Poppins" panose="00000500000000000000" pitchFamily="2" charset="0"/>
              </a:rPr>
              <a:t>Home</a:t>
            </a:r>
          </a:p>
        </p:txBody>
      </p:sp>
      <p:sp>
        <p:nvSpPr>
          <p:cNvPr id="24" name="ZoneTexte 23">
            <a:hlinkClick r:id="" action="ppaction://noaction"/>
            <a:extLst>
              <a:ext uri="{FF2B5EF4-FFF2-40B4-BE49-F238E27FC236}">
                <a16:creationId xmlns:a16="http://schemas.microsoft.com/office/drawing/2014/main" id="{7BA76685-FA48-F234-F879-F6E9D36EEB8C}"/>
              </a:ext>
            </a:extLst>
          </p:cNvPr>
          <p:cNvSpPr txBox="1"/>
          <p:nvPr/>
        </p:nvSpPr>
        <p:spPr>
          <a:xfrm>
            <a:off x="9622193" y="276980"/>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membres</a:t>
            </a:r>
          </a:p>
        </p:txBody>
      </p:sp>
      <p:sp>
        <p:nvSpPr>
          <p:cNvPr id="25" name="Rectangle : coins arrondis 24">
            <a:extLst>
              <a:ext uri="{FF2B5EF4-FFF2-40B4-BE49-F238E27FC236}">
                <a16:creationId xmlns:a16="http://schemas.microsoft.com/office/drawing/2014/main" id="{0B805FA1-B188-2366-B6B8-C74810528E12}"/>
              </a:ext>
            </a:extLst>
          </p:cNvPr>
          <p:cNvSpPr/>
          <p:nvPr/>
        </p:nvSpPr>
        <p:spPr>
          <a:xfrm>
            <a:off x="6847161" y="4838472"/>
            <a:ext cx="3663644" cy="461665"/>
          </a:xfrm>
          <a:prstGeom prst="roundRect">
            <a:avLst>
              <a:gd name="adj" fmla="val 50000"/>
            </a:avLst>
          </a:prstGeom>
          <a:solidFill>
            <a:srgbClr val="1B496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ZoneTexte 25">
            <a:extLst>
              <a:ext uri="{FF2B5EF4-FFF2-40B4-BE49-F238E27FC236}">
                <a16:creationId xmlns:a16="http://schemas.microsoft.com/office/drawing/2014/main" id="{83D4C726-D7EE-B2E1-F4DE-D35474A9E6B5}"/>
              </a:ext>
            </a:extLst>
          </p:cNvPr>
          <p:cNvSpPr txBox="1"/>
          <p:nvPr/>
        </p:nvSpPr>
        <p:spPr>
          <a:xfrm>
            <a:off x="5524303" y="4884638"/>
            <a:ext cx="6309361" cy="369332"/>
          </a:xfrm>
          <a:prstGeom prst="rect">
            <a:avLst/>
          </a:prstGeom>
          <a:noFill/>
        </p:spPr>
        <p:txBody>
          <a:bodyPr wrap="square" rtlCol="0">
            <a:spAutoFit/>
          </a:bodyPr>
          <a:lstStyle/>
          <a:p>
            <a:pPr algn="ctr"/>
            <a:r>
              <a:rPr lang="fr-FR" dirty="0" err="1">
                <a:solidFill>
                  <a:schemeClr val="bg1"/>
                </a:solidFill>
                <a:latin typeface="Poppins" panose="00000500000000000000" pitchFamily="2" charset="0"/>
                <a:cs typeface="Poppins" panose="00000500000000000000" pitchFamily="2" charset="0"/>
              </a:rPr>
              <a:t>Decouvrir</a:t>
            </a:r>
            <a:endParaRPr lang="es-ES" dirty="0">
              <a:solidFill>
                <a:schemeClr val="bg1"/>
              </a:solidFill>
              <a:latin typeface="Poppins" panose="00000500000000000000" pitchFamily="2" charset="0"/>
              <a:cs typeface="Poppins" panose="00000500000000000000" pitchFamily="2" charset="0"/>
            </a:endParaRPr>
          </a:p>
        </p:txBody>
      </p:sp>
      <p:sp>
        <p:nvSpPr>
          <p:cNvPr id="31" name="ZoneTexte 30">
            <a:extLst>
              <a:ext uri="{FF2B5EF4-FFF2-40B4-BE49-F238E27FC236}">
                <a16:creationId xmlns:a16="http://schemas.microsoft.com/office/drawing/2014/main" id="{A205CDBE-AAB3-6E21-12BE-7A0D76C5652A}"/>
              </a:ext>
            </a:extLst>
          </p:cNvPr>
          <p:cNvSpPr txBox="1"/>
          <p:nvPr/>
        </p:nvSpPr>
        <p:spPr>
          <a:xfrm>
            <a:off x="4658163" y="2459504"/>
            <a:ext cx="8041640" cy="1938992"/>
          </a:xfrm>
          <a:prstGeom prst="rect">
            <a:avLst/>
          </a:prstGeom>
          <a:noFill/>
        </p:spPr>
        <p:txBody>
          <a:bodyPr wrap="square" rtlCol="0">
            <a:spAutoFit/>
          </a:bodyPr>
          <a:lstStyle/>
          <a:p>
            <a:pPr algn="ct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DEVELOPPEMENET D’UN SYSTÈME DE </a:t>
            </a:r>
            <a:r>
              <a:rPr lang="fr-FR" sz="4000" b="1" dirty="0">
                <a:solidFill>
                  <a:srgbClr val="FFC000"/>
                </a:solidFill>
                <a:latin typeface="Poppins Black" panose="00000A00000000000000" pitchFamily="2" charset="0"/>
                <a:ea typeface="Tahoma" panose="020B0604030504040204" pitchFamily="34" charset="0"/>
                <a:cs typeface="Poppins Black" panose="00000A00000000000000" pitchFamily="2" charset="0"/>
              </a:rPr>
              <a:t>GESTION</a:t>
            </a: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 DES SALLES TP</a:t>
            </a:r>
            <a:endParaRPr lang="es-ES"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endParaRPr>
          </a:p>
        </p:txBody>
      </p:sp>
    </p:spTree>
    <p:extLst>
      <p:ext uri="{BB962C8B-B14F-4D97-AF65-F5344CB8AC3E}">
        <p14:creationId xmlns:p14="http://schemas.microsoft.com/office/powerpoint/2010/main" val="274154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673794BE-5EBD-DED4-9015-F0392E60EC36}"/>
            </a:ext>
          </a:extLst>
        </p:cNvPr>
        <p:cNvGrpSpPr/>
        <p:nvPr/>
      </p:nvGrpSpPr>
      <p:grpSpPr>
        <a:xfrm>
          <a:off x="0" y="0"/>
          <a:ext cx="0" cy="0"/>
          <a:chOff x="0" y="0"/>
          <a:chExt cx="0" cy="0"/>
        </a:xfrm>
      </p:grpSpPr>
      <p:sp>
        <p:nvSpPr>
          <p:cNvPr id="21" name="Ellipse 5">
            <a:extLst>
              <a:ext uri="{FF2B5EF4-FFF2-40B4-BE49-F238E27FC236}">
                <a16:creationId xmlns:a16="http://schemas.microsoft.com/office/drawing/2014/main" id="{7C92D404-2889-0B11-3536-1910998F37EF}"/>
              </a:ext>
            </a:extLst>
          </p:cNvPr>
          <p:cNvSpPr/>
          <p:nvPr/>
        </p:nvSpPr>
        <p:spPr>
          <a:xfrm>
            <a:off x="-10100765" y="-342900"/>
            <a:ext cx="8549039" cy="78943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blipFill>
            <a:blip r:embed="rId2"/>
            <a:stretch>
              <a:fillRect l="4395" t="-16755" r="-4395" b="16755"/>
            </a:stretch>
          </a:blipFill>
          <a:ln w="38100">
            <a:solidFill>
              <a:srgbClr val="3F5B78"/>
            </a:solid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415A77"/>
              </a:solidFill>
            </a:endParaRPr>
          </a:p>
        </p:txBody>
      </p:sp>
      <p:sp>
        <p:nvSpPr>
          <p:cNvPr id="22" name="ZoneTexte 21">
            <a:hlinkClick r:id="rId3" action="ppaction://hlinksldjump"/>
            <a:extLst>
              <a:ext uri="{FF2B5EF4-FFF2-40B4-BE49-F238E27FC236}">
                <a16:creationId xmlns:a16="http://schemas.microsoft.com/office/drawing/2014/main" id="{6E2B3024-FE04-E0B7-4573-B1BB3D362C42}"/>
              </a:ext>
            </a:extLst>
          </p:cNvPr>
          <p:cNvSpPr txBox="1"/>
          <p:nvPr/>
        </p:nvSpPr>
        <p:spPr>
          <a:xfrm>
            <a:off x="7377480" y="-2653789"/>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Introduction</a:t>
            </a:r>
          </a:p>
        </p:txBody>
      </p:sp>
      <p:sp>
        <p:nvSpPr>
          <p:cNvPr id="23" name="ZoneTexte 22">
            <a:extLst>
              <a:ext uri="{FF2B5EF4-FFF2-40B4-BE49-F238E27FC236}">
                <a16:creationId xmlns:a16="http://schemas.microsoft.com/office/drawing/2014/main" id="{5C39CBCF-C8D8-DF99-07AB-927E15E738A4}"/>
              </a:ext>
            </a:extLst>
          </p:cNvPr>
          <p:cNvSpPr txBox="1"/>
          <p:nvPr/>
        </p:nvSpPr>
        <p:spPr>
          <a:xfrm>
            <a:off x="5470099" y="-2653789"/>
            <a:ext cx="1696915" cy="369332"/>
          </a:xfrm>
          <a:prstGeom prst="rect">
            <a:avLst/>
          </a:prstGeom>
          <a:noFill/>
        </p:spPr>
        <p:txBody>
          <a:bodyPr wrap="square" rtlCol="0">
            <a:spAutoFit/>
          </a:bodyPr>
          <a:lstStyle/>
          <a:p>
            <a:r>
              <a:rPr lang="fr-FR" dirty="0">
                <a:solidFill>
                  <a:srgbClr val="FFC000"/>
                </a:solidFill>
                <a:latin typeface="Poppins" panose="00000500000000000000" pitchFamily="2" charset="0"/>
                <a:cs typeface="Poppins" panose="00000500000000000000" pitchFamily="2" charset="0"/>
              </a:rPr>
              <a:t>Home</a:t>
            </a:r>
          </a:p>
        </p:txBody>
      </p:sp>
      <p:sp>
        <p:nvSpPr>
          <p:cNvPr id="24" name="ZoneTexte 23">
            <a:hlinkClick r:id="" action="ppaction://noaction"/>
            <a:extLst>
              <a:ext uri="{FF2B5EF4-FFF2-40B4-BE49-F238E27FC236}">
                <a16:creationId xmlns:a16="http://schemas.microsoft.com/office/drawing/2014/main" id="{7740FCA9-9BDE-2B0C-EC45-AF800416AA5B}"/>
              </a:ext>
            </a:extLst>
          </p:cNvPr>
          <p:cNvSpPr txBox="1"/>
          <p:nvPr/>
        </p:nvSpPr>
        <p:spPr>
          <a:xfrm>
            <a:off x="9622193" y="-2653789"/>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membres</a:t>
            </a:r>
          </a:p>
        </p:txBody>
      </p:sp>
      <p:sp>
        <p:nvSpPr>
          <p:cNvPr id="25" name="Rectangle : coins arrondis 24">
            <a:extLst>
              <a:ext uri="{FF2B5EF4-FFF2-40B4-BE49-F238E27FC236}">
                <a16:creationId xmlns:a16="http://schemas.microsoft.com/office/drawing/2014/main" id="{1A8CD5D4-7F99-4EA1-50F6-8B1088DF8FE7}"/>
              </a:ext>
            </a:extLst>
          </p:cNvPr>
          <p:cNvSpPr/>
          <p:nvPr/>
        </p:nvSpPr>
        <p:spPr>
          <a:xfrm>
            <a:off x="14936084" y="4838472"/>
            <a:ext cx="3663644" cy="461665"/>
          </a:xfrm>
          <a:prstGeom prst="roundRect">
            <a:avLst>
              <a:gd name="adj" fmla="val 50000"/>
            </a:avLst>
          </a:prstGeom>
          <a:solidFill>
            <a:srgbClr val="1B496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ZoneTexte 25">
            <a:extLst>
              <a:ext uri="{FF2B5EF4-FFF2-40B4-BE49-F238E27FC236}">
                <a16:creationId xmlns:a16="http://schemas.microsoft.com/office/drawing/2014/main" id="{1A3A7DA9-15B3-D6BE-D969-A9731858AE59}"/>
              </a:ext>
            </a:extLst>
          </p:cNvPr>
          <p:cNvSpPr txBox="1"/>
          <p:nvPr/>
        </p:nvSpPr>
        <p:spPr>
          <a:xfrm>
            <a:off x="13613226" y="4884638"/>
            <a:ext cx="6309361" cy="369332"/>
          </a:xfrm>
          <a:prstGeom prst="rect">
            <a:avLst/>
          </a:prstGeom>
          <a:noFill/>
        </p:spPr>
        <p:txBody>
          <a:bodyPr wrap="square" rtlCol="0">
            <a:spAutoFit/>
          </a:bodyPr>
          <a:lstStyle/>
          <a:p>
            <a:pPr algn="ctr"/>
            <a:r>
              <a:rPr lang="fr-FR" dirty="0" err="1">
                <a:solidFill>
                  <a:schemeClr val="bg1"/>
                </a:solidFill>
                <a:latin typeface="Poppins" panose="00000500000000000000" pitchFamily="2" charset="0"/>
                <a:cs typeface="Poppins" panose="00000500000000000000" pitchFamily="2" charset="0"/>
              </a:rPr>
              <a:t>Decouvrir</a:t>
            </a:r>
            <a:endParaRPr lang="es-ES" dirty="0">
              <a:solidFill>
                <a:schemeClr val="bg1"/>
              </a:solidFill>
              <a:latin typeface="Poppins" panose="00000500000000000000" pitchFamily="2" charset="0"/>
              <a:cs typeface="Poppins" panose="00000500000000000000" pitchFamily="2" charset="0"/>
            </a:endParaRPr>
          </a:p>
        </p:txBody>
      </p:sp>
      <p:sp>
        <p:nvSpPr>
          <p:cNvPr id="31" name="ZoneTexte 30">
            <a:extLst>
              <a:ext uri="{FF2B5EF4-FFF2-40B4-BE49-F238E27FC236}">
                <a16:creationId xmlns:a16="http://schemas.microsoft.com/office/drawing/2014/main" id="{DB4AFC2D-6141-8CC0-363F-158EA019013C}"/>
              </a:ext>
            </a:extLst>
          </p:cNvPr>
          <p:cNvSpPr txBox="1"/>
          <p:nvPr/>
        </p:nvSpPr>
        <p:spPr>
          <a:xfrm>
            <a:off x="12747086" y="2459504"/>
            <a:ext cx="8041640" cy="1938992"/>
          </a:xfrm>
          <a:prstGeom prst="rect">
            <a:avLst/>
          </a:prstGeom>
          <a:noFill/>
        </p:spPr>
        <p:txBody>
          <a:bodyPr wrap="square" rtlCol="0">
            <a:spAutoFit/>
          </a:bodyPr>
          <a:lstStyle/>
          <a:p>
            <a:pPr algn="ct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DEVELOPPEMENET D’UN SYSTÈME DE </a:t>
            </a:r>
            <a:r>
              <a:rPr lang="fr-FR" sz="4000" b="1" dirty="0">
                <a:solidFill>
                  <a:srgbClr val="FFC000"/>
                </a:solidFill>
                <a:latin typeface="Poppins Black" panose="00000A00000000000000" pitchFamily="2" charset="0"/>
                <a:ea typeface="Tahoma" panose="020B0604030504040204" pitchFamily="34" charset="0"/>
                <a:cs typeface="Poppins Black" panose="00000A00000000000000" pitchFamily="2" charset="0"/>
              </a:rPr>
              <a:t>GESTION</a:t>
            </a: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 DES SALLES TP</a:t>
            </a:r>
            <a:endParaRPr lang="es-ES"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36D7CE74-1C84-E717-C18A-7183EA31F58A}"/>
              </a:ext>
            </a:extLst>
          </p:cNvPr>
          <p:cNvSpPr txBox="1"/>
          <p:nvPr/>
        </p:nvSpPr>
        <p:spPr>
          <a:xfrm>
            <a:off x="2467047" y="426720"/>
            <a:ext cx="7257905" cy="584775"/>
          </a:xfrm>
          <a:prstGeom prst="rect">
            <a:avLst/>
          </a:prstGeom>
          <a:noFill/>
        </p:spPr>
        <p:txBody>
          <a:bodyPr wrap="square" rtlCol="0">
            <a:spAutoFit/>
          </a:bodyPr>
          <a:lstStyle/>
          <a:p>
            <a:pPr algn="ctr"/>
            <a:r>
              <a:rPr lang="fr-FR" sz="3200" b="1" dirty="0">
                <a:solidFill>
                  <a:srgbClr val="0D1B2A"/>
                </a:solidFill>
                <a:latin typeface="Poppins Black" panose="00000A00000000000000" pitchFamily="2" charset="0"/>
                <a:cs typeface="Poppins Black" panose="00000A00000000000000" pitchFamily="2" charset="0"/>
              </a:rPr>
              <a:t>PRESENTATION DU GROUPE N° 10</a:t>
            </a:r>
            <a:endParaRPr lang="es-ES" sz="3200" b="1" dirty="0">
              <a:solidFill>
                <a:srgbClr val="0D1B2A"/>
              </a:solidFill>
              <a:latin typeface="Poppins Black" panose="00000A00000000000000" pitchFamily="2" charset="0"/>
              <a:cs typeface="Poppins Black" panose="00000A00000000000000" pitchFamily="2" charset="0"/>
            </a:endParaRPr>
          </a:p>
        </p:txBody>
      </p:sp>
      <p:grpSp>
        <p:nvGrpSpPr>
          <p:cNvPr id="7" name="Groupe 6">
            <a:extLst>
              <a:ext uri="{FF2B5EF4-FFF2-40B4-BE49-F238E27FC236}">
                <a16:creationId xmlns:a16="http://schemas.microsoft.com/office/drawing/2014/main" id="{37FAE99B-A6E3-1678-0A34-782997985DC3}"/>
              </a:ext>
            </a:extLst>
          </p:cNvPr>
          <p:cNvGrpSpPr/>
          <p:nvPr/>
        </p:nvGrpSpPr>
        <p:grpSpPr>
          <a:xfrm>
            <a:off x="5477030" y="2459504"/>
            <a:ext cx="1107440" cy="1107440"/>
            <a:chOff x="750360" y="1618269"/>
            <a:chExt cx="1107440" cy="1107440"/>
          </a:xfrm>
        </p:grpSpPr>
        <p:sp>
          <p:nvSpPr>
            <p:cNvPr id="4" name="Ellipse 3">
              <a:extLst>
                <a:ext uri="{FF2B5EF4-FFF2-40B4-BE49-F238E27FC236}">
                  <a16:creationId xmlns:a16="http://schemas.microsoft.com/office/drawing/2014/main" id="{6EF20A93-F608-E307-F416-2C20C504866B}"/>
                </a:ext>
              </a:extLst>
            </p:cNvPr>
            <p:cNvSpPr/>
            <p:nvPr/>
          </p:nvSpPr>
          <p:spPr>
            <a:xfrm>
              <a:off x="750360" y="1618269"/>
              <a:ext cx="1107440" cy="11074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 2">
              <a:extLst>
                <a:ext uri="{FF2B5EF4-FFF2-40B4-BE49-F238E27FC236}">
                  <a16:creationId xmlns:a16="http://schemas.microsoft.com/office/drawing/2014/main" id="{96E4FC08-8063-D62A-CC1F-D10E454799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41" y="1775749"/>
              <a:ext cx="792480" cy="792480"/>
            </a:xfrm>
            <a:prstGeom prst="rect">
              <a:avLst/>
            </a:prstGeom>
          </p:spPr>
        </p:pic>
      </p:grpSp>
      <p:grpSp>
        <p:nvGrpSpPr>
          <p:cNvPr id="9" name="Groupe 8">
            <a:extLst>
              <a:ext uri="{FF2B5EF4-FFF2-40B4-BE49-F238E27FC236}">
                <a16:creationId xmlns:a16="http://schemas.microsoft.com/office/drawing/2014/main" id="{9BC571B9-2F4A-2D4A-CBA9-DA3D87784D6F}"/>
              </a:ext>
            </a:extLst>
          </p:cNvPr>
          <p:cNvGrpSpPr/>
          <p:nvPr/>
        </p:nvGrpSpPr>
        <p:grpSpPr>
          <a:xfrm>
            <a:off x="3428311" y="2459504"/>
            <a:ext cx="1107440" cy="1107440"/>
            <a:chOff x="750360" y="1618269"/>
            <a:chExt cx="1107440" cy="1107440"/>
          </a:xfrm>
        </p:grpSpPr>
        <p:sp>
          <p:nvSpPr>
            <p:cNvPr id="10" name="Ellipse 9">
              <a:extLst>
                <a:ext uri="{FF2B5EF4-FFF2-40B4-BE49-F238E27FC236}">
                  <a16:creationId xmlns:a16="http://schemas.microsoft.com/office/drawing/2014/main" id="{18284EF2-CF9C-1210-F2CA-5ADA580C9F53}"/>
                </a:ext>
              </a:extLst>
            </p:cNvPr>
            <p:cNvSpPr/>
            <p:nvPr/>
          </p:nvSpPr>
          <p:spPr>
            <a:xfrm>
              <a:off x="750360" y="1618269"/>
              <a:ext cx="1107440" cy="11074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Image 10">
              <a:extLst>
                <a:ext uri="{FF2B5EF4-FFF2-40B4-BE49-F238E27FC236}">
                  <a16:creationId xmlns:a16="http://schemas.microsoft.com/office/drawing/2014/main" id="{24EB9124-E9B5-EC4D-6C7A-A43757AFFA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41" y="1775749"/>
              <a:ext cx="792480" cy="792480"/>
            </a:xfrm>
            <a:prstGeom prst="rect">
              <a:avLst/>
            </a:prstGeom>
          </p:spPr>
        </p:pic>
      </p:grpSp>
      <p:grpSp>
        <p:nvGrpSpPr>
          <p:cNvPr id="12" name="Groupe 11">
            <a:extLst>
              <a:ext uri="{FF2B5EF4-FFF2-40B4-BE49-F238E27FC236}">
                <a16:creationId xmlns:a16="http://schemas.microsoft.com/office/drawing/2014/main" id="{706169DC-44D9-16CE-CC2E-CB33FF945CCD}"/>
              </a:ext>
            </a:extLst>
          </p:cNvPr>
          <p:cNvGrpSpPr/>
          <p:nvPr/>
        </p:nvGrpSpPr>
        <p:grpSpPr>
          <a:xfrm>
            <a:off x="1408932" y="2459504"/>
            <a:ext cx="1107440" cy="1107440"/>
            <a:chOff x="750360" y="1618269"/>
            <a:chExt cx="1107440" cy="1107440"/>
          </a:xfrm>
        </p:grpSpPr>
        <p:sp>
          <p:nvSpPr>
            <p:cNvPr id="13" name="Ellipse 12">
              <a:extLst>
                <a:ext uri="{FF2B5EF4-FFF2-40B4-BE49-F238E27FC236}">
                  <a16:creationId xmlns:a16="http://schemas.microsoft.com/office/drawing/2014/main" id="{0716CC1A-6184-523A-CD83-CE72EF81E490}"/>
                </a:ext>
              </a:extLst>
            </p:cNvPr>
            <p:cNvSpPr/>
            <p:nvPr/>
          </p:nvSpPr>
          <p:spPr>
            <a:xfrm>
              <a:off x="750360" y="1618269"/>
              <a:ext cx="1107440" cy="11074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4" name="Image 13">
              <a:extLst>
                <a:ext uri="{FF2B5EF4-FFF2-40B4-BE49-F238E27FC236}">
                  <a16:creationId xmlns:a16="http://schemas.microsoft.com/office/drawing/2014/main" id="{80259F3C-C80B-2223-9754-B99E721122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41" y="1775749"/>
              <a:ext cx="792480" cy="792480"/>
            </a:xfrm>
            <a:prstGeom prst="rect">
              <a:avLst/>
            </a:prstGeom>
          </p:spPr>
        </p:pic>
      </p:grpSp>
      <p:grpSp>
        <p:nvGrpSpPr>
          <p:cNvPr id="15" name="Groupe 14">
            <a:extLst>
              <a:ext uri="{FF2B5EF4-FFF2-40B4-BE49-F238E27FC236}">
                <a16:creationId xmlns:a16="http://schemas.microsoft.com/office/drawing/2014/main" id="{430A7571-83E1-1038-A3FD-142E393BA81A}"/>
              </a:ext>
            </a:extLst>
          </p:cNvPr>
          <p:cNvGrpSpPr/>
          <p:nvPr/>
        </p:nvGrpSpPr>
        <p:grpSpPr>
          <a:xfrm>
            <a:off x="9622193" y="2459504"/>
            <a:ext cx="1107440" cy="1107440"/>
            <a:chOff x="750360" y="1618269"/>
            <a:chExt cx="1107440" cy="1107440"/>
          </a:xfrm>
        </p:grpSpPr>
        <p:sp>
          <p:nvSpPr>
            <p:cNvPr id="16" name="Ellipse 15">
              <a:extLst>
                <a:ext uri="{FF2B5EF4-FFF2-40B4-BE49-F238E27FC236}">
                  <a16:creationId xmlns:a16="http://schemas.microsoft.com/office/drawing/2014/main" id="{96EE0CC2-A692-26FF-C468-1082CC551FF5}"/>
                </a:ext>
              </a:extLst>
            </p:cNvPr>
            <p:cNvSpPr/>
            <p:nvPr/>
          </p:nvSpPr>
          <p:spPr>
            <a:xfrm>
              <a:off x="750360" y="1618269"/>
              <a:ext cx="1107440" cy="11074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2B5E0941-5B4B-3748-251E-C1199FFE1D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41" y="1775749"/>
              <a:ext cx="792480" cy="792480"/>
            </a:xfrm>
            <a:prstGeom prst="rect">
              <a:avLst/>
            </a:prstGeom>
          </p:spPr>
        </p:pic>
      </p:grpSp>
      <p:grpSp>
        <p:nvGrpSpPr>
          <p:cNvPr id="18" name="Groupe 17">
            <a:extLst>
              <a:ext uri="{FF2B5EF4-FFF2-40B4-BE49-F238E27FC236}">
                <a16:creationId xmlns:a16="http://schemas.microsoft.com/office/drawing/2014/main" id="{97C5B10E-D551-6A1F-2B77-F0C4EA1CDC6B}"/>
              </a:ext>
            </a:extLst>
          </p:cNvPr>
          <p:cNvGrpSpPr/>
          <p:nvPr/>
        </p:nvGrpSpPr>
        <p:grpSpPr>
          <a:xfrm>
            <a:off x="7602814" y="2459504"/>
            <a:ext cx="1107440" cy="1107440"/>
            <a:chOff x="750360" y="1618269"/>
            <a:chExt cx="1107440" cy="1107440"/>
          </a:xfrm>
        </p:grpSpPr>
        <p:sp>
          <p:nvSpPr>
            <p:cNvPr id="19" name="Ellipse 18">
              <a:extLst>
                <a:ext uri="{FF2B5EF4-FFF2-40B4-BE49-F238E27FC236}">
                  <a16:creationId xmlns:a16="http://schemas.microsoft.com/office/drawing/2014/main" id="{FFF96C13-8DDE-EF40-A5F9-E5B1F048D390}"/>
                </a:ext>
              </a:extLst>
            </p:cNvPr>
            <p:cNvSpPr/>
            <p:nvPr/>
          </p:nvSpPr>
          <p:spPr>
            <a:xfrm>
              <a:off x="750360" y="1618269"/>
              <a:ext cx="1107440" cy="110744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Image 19">
              <a:extLst>
                <a:ext uri="{FF2B5EF4-FFF2-40B4-BE49-F238E27FC236}">
                  <a16:creationId xmlns:a16="http://schemas.microsoft.com/office/drawing/2014/main" id="{8BA014E4-5A60-CB74-059D-D906BCB4D9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7841" y="1775749"/>
              <a:ext cx="792480" cy="792480"/>
            </a:xfrm>
            <a:prstGeom prst="rect">
              <a:avLst/>
            </a:prstGeom>
          </p:spPr>
        </p:pic>
      </p:grpSp>
      <p:sp>
        <p:nvSpPr>
          <p:cNvPr id="37" name="ZoneTexte 36">
            <a:extLst>
              <a:ext uri="{FF2B5EF4-FFF2-40B4-BE49-F238E27FC236}">
                <a16:creationId xmlns:a16="http://schemas.microsoft.com/office/drawing/2014/main" id="{62D375FB-FA11-65EC-CF48-50D71968FE6F}"/>
              </a:ext>
            </a:extLst>
          </p:cNvPr>
          <p:cNvSpPr txBox="1"/>
          <p:nvPr/>
        </p:nvSpPr>
        <p:spPr>
          <a:xfrm>
            <a:off x="878574" y="3724424"/>
            <a:ext cx="2215146" cy="584775"/>
          </a:xfrm>
          <a:prstGeom prst="rect">
            <a:avLst/>
          </a:prstGeom>
          <a:noFill/>
        </p:spPr>
        <p:txBody>
          <a:bodyPr wrap="square" rtlCol="0">
            <a:spAutoFit/>
          </a:bodyPr>
          <a:lstStyle/>
          <a:p>
            <a:r>
              <a:rPr lang="fr-FR" sz="1600" b="1" dirty="0">
                <a:solidFill>
                  <a:srgbClr val="415A77"/>
                </a:solidFill>
                <a:latin typeface="Poppins Black" panose="00000A00000000000000" pitchFamily="2" charset="0"/>
                <a:cs typeface="Poppins Black" panose="00000A00000000000000" pitchFamily="2" charset="0"/>
              </a:rPr>
              <a:t>Boudali  Mohamed</a:t>
            </a:r>
          </a:p>
          <a:p>
            <a:pPr algn="ctr"/>
            <a:r>
              <a:rPr lang="fr-FR" sz="1600" b="1" dirty="0">
                <a:solidFill>
                  <a:srgbClr val="415A77"/>
                </a:solidFill>
                <a:latin typeface="Poppins Black" panose="00000A00000000000000" pitchFamily="2" charset="0"/>
                <a:cs typeface="Poppins Black" panose="00000A00000000000000" pitchFamily="2" charset="0"/>
              </a:rPr>
              <a:t>Amine</a:t>
            </a:r>
            <a:endParaRPr lang="es-ES" sz="1600" b="1" dirty="0">
              <a:solidFill>
                <a:srgbClr val="415A77"/>
              </a:solidFill>
              <a:latin typeface="Poppins Black" panose="00000A00000000000000" pitchFamily="2" charset="0"/>
              <a:cs typeface="Poppins Black" panose="00000A00000000000000" pitchFamily="2" charset="0"/>
            </a:endParaRPr>
          </a:p>
        </p:txBody>
      </p:sp>
      <p:sp>
        <p:nvSpPr>
          <p:cNvPr id="38" name="ZoneTexte 37">
            <a:extLst>
              <a:ext uri="{FF2B5EF4-FFF2-40B4-BE49-F238E27FC236}">
                <a16:creationId xmlns:a16="http://schemas.microsoft.com/office/drawing/2014/main" id="{6E42EF69-F188-D4B3-801E-8E50F9071CFB}"/>
              </a:ext>
            </a:extLst>
          </p:cNvPr>
          <p:cNvSpPr txBox="1"/>
          <p:nvPr/>
        </p:nvSpPr>
        <p:spPr>
          <a:xfrm>
            <a:off x="2997990" y="3724424"/>
            <a:ext cx="1874520" cy="335280"/>
          </a:xfrm>
          <a:prstGeom prst="rect">
            <a:avLst/>
          </a:prstGeom>
          <a:noFill/>
        </p:spPr>
        <p:txBody>
          <a:bodyPr wrap="square" rtlCol="0">
            <a:spAutoFit/>
          </a:bodyPr>
          <a:lstStyle/>
          <a:p>
            <a:pPr algn="ctr"/>
            <a:r>
              <a:rPr lang="fr-FR" sz="1600" b="1" dirty="0" err="1">
                <a:solidFill>
                  <a:srgbClr val="415A77"/>
                </a:solidFill>
                <a:latin typeface="Poppins Black" panose="00000A00000000000000" pitchFamily="2" charset="0"/>
                <a:cs typeface="Poppins Black" panose="00000A00000000000000" pitchFamily="2" charset="0"/>
              </a:rPr>
              <a:t>Haffaf</a:t>
            </a:r>
            <a:r>
              <a:rPr lang="fr-FR" sz="1600" b="1" dirty="0">
                <a:solidFill>
                  <a:srgbClr val="415A77"/>
                </a:solidFill>
                <a:latin typeface="Poppins Black" panose="00000A00000000000000" pitchFamily="2" charset="0"/>
                <a:cs typeface="Poppins Black" panose="00000A00000000000000" pitchFamily="2" charset="0"/>
              </a:rPr>
              <a:t> Hind</a:t>
            </a:r>
            <a:endParaRPr lang="es-ES" sz="1600" b="1" dirty="0">
              <a:solidFill>
                <a:srgbClr val="415A77"/>
              </a:solidFill>
              <a:latin typeface="Poppins Black" panose="00000A00000000000000" pitchFamily="2" charset="0"/>
              <a:cs typeface="Poppins Black" panose="00000A00000000000000" pitchFamily="2" charset="0"/>
            </a:endParaRPr>
          </a:p>
        </p:txBody>
      </p:sp>
      <p:sp>
        <p:nvSpPr>
          <p:cNvPr id="39" name="ZoneTexte 38">
            <a:extLst>
              <a:ext uri="{FF2B5EF4-FFF2-40B4-BE49-F238E27FC236}">
                <a16:creationId xmlns:a16="http://schemas.microsoft.com/office/drawing/2014/main" id="{233B46E9-7BCA-984D-2561-2C23AEED5A09}"/>
              </a:ext>
            </a:extLst>
          </p:cNvPr>
          <p:cNvSpPr txBox="1"/>
          <p:nvPr/>
        </p:nvSpPr>
        <p:spPr>
          <a:xfrm>
            <a:off x="5093490" y="3724424"/>
            <a:ext cx="1874520" cy="335280"/>
          </a:xfrm>
          <a:prstGeom prst="rect">
            <a:avLst/>
          </a:prstGeom>
          <a:noFill/>
        </p:spPr>
        <p:txBody>
          <a:bodyPr wrap="square" rtlCol="0">
            <a:spAutoFit/>
          </a:bodyPr>
          <a:lstStyle/>
          <a:p>
            <a:pPr algn="ctr"/>
            <a:r>
              <a:rPr lang="fr-FR" sz="1600" b="1" dirty="0" err="1">
                <a:solidFill>
                  <a:srgbClr val="415A77"/>
                </a:solidFill>
                <a:latin typeface="Poppins Black" panose="00000A00000000000000" pitchFamily="2" charset="0"/>
                <a:cs typeface="Poppins Black" panose="00000A00000000000000" pitchFamily="2" charset="0"/>
              </a:rPr>
              <a:t>Loumi</a:t>
            </a:r>
            <a:r>
              <a:rPr lang="fr-FR" sz="1600" b="1" dirty="0">
                <a:solidFill>
                  <a:srgbClr val="415A77"/>
                </a:solidFill>
                <a:latin typeface="Poppins Black" panose="00000A00000000000000" pitchFamily="2" charset="0"/>
                <a:cs typeface="Poppins Black" panose="00000A00000000000000" pitchFamily="2" charset="0"/>
              </a:rPr>
              <a:t> </a:t>
            </a:r>
            <a:r>
              <a:rPr lang="fr-FR" sz="1600" b="1" dirty="0" err="1">
                <a:solidFill>
                  <a:srgbClr val="415A77"/>
                </a:solidFill>
                <a:latin typeface="Poppins Black" panose="00000A00000000000000" pitchFamily="2" charset="0"/>
                <a:cs typeface="Poppins Black" panose="00000A00000000000000" pitchFamily="2" charset="0"/>
              </a:rPr>
              <a:t>Ghizlane</a:t>
            </a:r>
            <a:endParaRPr lang="es-ES" sz="1600" b="1" dirty="0">
              <a:solidFill>
                <a:srgbClr val="415A77"/>
              </a:solidFill>
              <a:latin typeface="Poppins Black" panose="00000A00000000000000" pitchFamily="2" charset="0"/>
              <a:cs typeface="Poppins Black" panose="00000A00000000000000" pitchFamily="2" charset="0"/>
            </a:endParaRPr>
          </a:p>
        </p:txBody>
      </p:sp>
      <p:sp>
        <p:nvSpPr>
          <p:cNvPr id="40" name="ZoneTexte 39">
            <a:extLst>
              <a:ext uri="{FF2B5EF4-FFF2-40B4-BE49-F238E27FC236}">
                <a16:creationId xmlns:a16="http://schemas.microsoft.com/office/drawing/2014/main" id="{2DF07784-CF7C-1FE8-C3A6-4A2E43358AE1}"/>
              </a:ext>
            </a:extLst>
          </p:cNvPr>
          <p:cNvSpPr txBox="1"/>
          <p:nvPr/>
        </p:nvSpPr>
        <p:spPr>
          <a:xfrm>
            <a:off x="7224070" y="3724424"/>
            <a:ext cx="1874520" cy="584775"/>
          </a:xfrm>
          <a:prstGeom prst="rect">
            <a:avLst/>
          </a:prstGeom>
          <a:noFill/>
        </p:spPr>
        <p:txBody>
          <a:bodyPr wrap="square" rtlCol="0">
            <a:spAutoFit/>
          </a:bodyPr>
          <a:lstStyle/>
          <a:p>
            <a:pPr algn="ctr"/>
            <a:r>
              <a:rPr lang="fr-FR" sz="1600" b="1" dirty="0" err="1">
                <a:solidFill>
                  <a:srgbClr val="415A77"/>
                </a:solidFill>
                <a:latin typeface="Poppins Black" panose="00000A00000000000000" pitchFamily="2" charset="0"/>
                <a:cs typeface="Poppins Black" panose="00000A00000000000000" pitchFamily="2" charset="0"/>
              </a:rPr>
              <a:t>Goudjil</a:t>
            </a:r>
            <a:r>
              <a:rPr lang="fr-FR" sz="1600" b="1" dirty="0">
                <a:solidFill>
                  <a:srgbClr val="415A77"/>
                </a:solidFill>
                <a:latin typeface="Poppins Black" panose="00000A00000000000000" pitchFamily="2" charset="0"/>
                <a:cs typeface="Poppins Black" panose="00000A00000000000000" pitchFamily="2" charset="0"/>
              </a:rPr>
              <a:t> Yacine</a:t>
            </a:r>
          </a:p>
          <a:p>
            <a:pPr algn="ctr"/>
            <a:r>
              <a:rPr lang="fr-FR" sz="1600" b="1" dirty="0">
                <a:solidFill>
                  <a:srgbClr val="415A77"/>
                </a:solidFill>
                <a:latin typeface="Poppins Black" panose="00000A00000000000000" pitchFamily="2" charset="0"/>
                <a:cs typeface="Poppins Black" panose="00000A00000000000000" pitchFamily="2" charset="0"/>
              </a:rPr>
              <a:t>Abdelmadjid</a:t>
            </a:r>
            <a:endParaRPr lang="es-ES" sz="1600" b="1" dirty="0">
              <a:solidFill>
                <a:srgbClr val="415A77"/>
              </a:solidFill>
              <a:latin typeface="Poppins Black" panose="00000A00000000000000" pitchFamily="2" charset="0"/>
              <a:cs typeface="Poppins Black" panose="00000A00000000000000" pitchFamily="2" charset="0"/>
            </a:endParaRPr>
          </a:p>
        </p:txBody>
      </p:sp>
      <p:sp>
        <p:nvSpPr>
          <p:cNvPr id="41" name="ZoneTexte 40">
            <a:extLst>
              <a:ext uri="{FF2B5EF4-FFF2-40B4-BE49-F238E27FC236}">
                <a16:creationId xmlns:a16="http://schemas.microsoft.com/office/drawing/2014/main" id="{B104880F-D4A0-12EC-0397-8EC67117DFA4}"/>
              </a:ext>
            </a:extLst>
          </p:cNvPr>
          <p:cNvSpPr txBox="1"/>
          <p:nvPr/>
        </p:nvSpPr>
        <p:spPr>
          <a:xfrm>
            <a:off x="9241523" y="3724424"/>
            <a:ext cx="1874520" cy="335280"/>
          </a:xfrm>
          <a:prstGeom prst="rect">
            <a:avLst/>
          </a:prstGeom>
          <a:noFill/>
        </p:spPr>
        <p:txBody>
          <a:bodyPr wrap="square" rtlCol="0">
            <a:spAutoFit/>
          </a:bodyPr>
          <a:lstStyle/>
          <a:p>
            <a:pPr algn="ctr"/>
            <a:r>
              <a:rPr lang="fr-FR" sz="1600" b="1" dirty="0" err="1">
                <a:solidFill>
                  <a:srgbClr val="415A77"/>
                </a:solidFill>
                <a:latin typeface="Poppins Black" panose="00000A00000000000000" pitchFamily="2" charset="0"/>
                <a:cs typeface="Poppins Black" panose="00000A00000000000000" pitchFamily="2" charset="0"/>
              </a:rPr>
              <a:t>Adla</a:t>
            </a:r>
            <a:r>
              <a:rPr lang="fr-FR" sz="1600" b="1" dirty="0">
                <a:solidFill>
                  <a:srgbClr val="415A77"/>
                </a:solidFill>
                <a:latin typeface="Poppins Black" panose="00000A00000000000000" pitchFamily="2" charset="0"/>
                <a:cs typeface="Poppins Black" panose="00000A00000000000000" pitchFamily="2" charset="0"/>
              </a:rPr>
              <a:t> </a:t>
            </a:r>
            <a:r>
              <a:rPr lang="fr-FR" sz="1600" b="1" dirty="0" err="1">
                <a:solidFill>
                  <a:srgbClr val="415A77"/>
                </a:solidFill>
                <a:latin typeface="Poppins Black" panose="00000A00000000000000" pitchFamily="2" charset="0"/>
                <a:cs typeface="Poppins Black" panose="00000A00000000000000" pitchFamily="2" charset="0"/>
              </a:rPr>
              <a:t>Wafaa</a:t>
            </a:r>
            <a:endParaRPr lang="es-ES" sz="1600" b="1" dirty="0">
              <a:solidFill>
                <a:srgbClr val="415A77"/>
              </a:solidFill>
              <a:latin typeface="Poppins Black" panose="00000A00000000000000" pitchFamily="2" charset="0"/>
              <a:cs typeface="Poppins Black" panose="00000A00000000000000" pitchFamily="2" charset="0"/>
            </a:endParaRPr>
          </a:p>
        </p:txBody>
      </p:sp>
      <p:sp>
        <p:nvSpPr>
          <p:cNvPr id="5" name="Ellipse 5">
            <a:extLst>
              <a:ext uri="{FF2B5EF4-FFF2-40B4-BE49-F238E27FC236}">
                <a16:creationId xmlns:a16="http://schemas.microsoft.com/office/drawing/2014/main" id="{A8EE779C-B980-3133-8170-E71DFE75D7A3}"/>
              </a:ext>
            </a:extLst>
          </p:cNvPr>
          <p:cNvSpPr/>
          <p:nvPr/>
        </p:nvSpPr>
        <p:spPr>
          <a:xfrm>
            <a:off x="-6988944" y="1039294"/>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 name="Ellipse 5">
            <a:extLst>
              <a:ext uri="{FF2B5EF4-FFF2-40B4-BE49-F238E27FC236}">
                <a16:creationId xmlns:a16="http://schemas.microsoft.com/office/drawing/2014/main" id="{5E5D691D-21C9-5D14-E9B7-148D1145D35B}"/>
              </a:ext>
            </a:extLst>
          </p:cNvPr>
          <p:cNvSpPr/>
          <p:nvPr/>
        </p:nvSpPr>
        <p:spPr>
          <a:xfrm rot="2543425">
            <a:off x="3791790" y="714522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lipse 5">
            <a:extLst>
              <a:ext uri="{FF2B5EF4-FFF2-40B4-BE49-F238E27FC236}">
                <a16:creationId xmlns:a16="http://schemas.microsoft.com/office/drawing/2014/main" id="{2D7A3193-9698-CE37-8AA3-E2E4C51C4FFC}"/>
              </a:ext>
            </a:extLst>
          </p:cNvPr>
          <p:cNvSpPr/>
          <p:nvPr/>
        </p:nvSpPr>
        <p:spPr>
          <a:xfrm rot="2543425">
            <a:off x="15328446" y="808979"/>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ZoneTexte 26">
            <a:extLst>
              <a:ext uri="{FF2B5EF4-FFF2-40B4-BE49-F238E27FC236}">
                <a16:creationId xmlns:a16="http://schemas.microsoft.com/office/drawing/2014/main" id="{D3331475-2369-CD5A-5FE0-90934F9261D4}"/>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90142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3608B9E1-B9D7-6F05-BBCE-821A5BCED906}"/>
            </a:ext>
          </a:extLst>
        </p:cNvPr>
        <p:cNvGrpSpPr/>
        <p:nvPr/>
      </p:nvGrpSpPr>
      <p:grpSpPr>
        <a:xfrm>
          <a:off x="0" y="0"/>
          <a:ext cx="0" cy="0"/>
          <a:chOff x="0" y="0"/>
          <a:chExt cx="0" cy="0"/>
        </a:xfrm>
      </p:grpSpPr>
      <p:sp>
        <p:nvSpPr>
          <p:cNvPr id="22" name="ZoneTexte 21">
            <a:hlinkClick r:id="rId2" action="ppaction://hlinksldjump"/>
            <a:extLst>
              <a:ext uri="{FF2B5EF4-FFF2-40B4-BE49-F238E27FC236}">
                <a16:creationId xmlns:a16="http://schemas.microsoft.com/office/drawing/2014/main" id="{7275057B-ED70-698F-E57B-A440882D7BA7}"/>
              </a:ext>
            </a:extLst>
          </p:cNvPr>
          <p:cNvSpPr txBox="1"/>
          <p:nvPr/>
        </p:nvSpPr>
        <p:spPr>
          <a:xfrm>
            <a:off x="7377480" y="-2653789"/>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Introduction</a:t>
            </a:r>
          </a:p>
        </p:txBody>
      </p:sp>
      <p:sp>
        <p:nvSpPr>
          <p:cNvPr id="23" name="ZoneTexte 22">
            <a:extLst>
              <a:ext uri="{FF2B5EF4-FFF2-40B4-BE49-F238E27FC236}">
                <a16:creationId xmlns:a16="http://schemas.microsoft.com/office/drawing/2014/main" id="{A623E4C7-34A4-0B83-2708-14AC7858811A}"/>
              </a:ext>
            </a:extLst>
          </p:cNvPr>
          <p:cNvSpPr txBox="1"/>
          <p:nvPr/>
        </p:nvSpPr>
        <p:spPr>
          <a:xfrm>
            <a:off x="5470099" y="-2653789"/>
            <a:ext cx="1696915" cy="369332"/>
          </a:xfrm>
          <a:prstGeom prst="rect">
            <a:avLst/>
          </a:prstGeom>
          <a:noFill/>
        </p:spPr>
        <p:txBody>
          <a:bodyPr wrap="square" rtlCol="0">
            <a:spAutoFit/>
          </a:bodyPr>
          <a:lstStyle/>
          <a:p>
            <a:r>
              <a:rPr lang="fr-FR" dirty="0">
                <a:solidFill>
                  <a:srgbClr val="FFC000"/>
                </a:solidFill>
                <a:latin typeface="Poppins" panose="00000500000000000000" pitchFamily="2" charset="0"/>
                <a:cs typeface="Poppins" panose="00000500000000000000" pitchFamily="2" charset="0"/>
              </a:rPr>
              <a:t>Home</a:t>
            </a:r>
          </a:p>
        </p:txBody>
      </p:sp>
      <p:sp>
        <p:nvSpPr>
          <p:cNvPr id="24" name="ZoneTexte 23">
            <a:hlinkClick r:id="" action="ppaction://noaction"/>
            <a:extLst>
              <a:ext uri="{FF2B5EF4-FFF2-40B4-BE49-F238E27FC236}">
                <a16:creationId xmlns:a16="http://schemas.microsoft.com/office/drawing/2014/main" id="{ED481D4F-982F-0CA8-A214-65F6BB5FE6D2}"/>
              </a:ext>
            </a:extLst>
          </p:cNvPr>
          <p:cNvSpPr txBox="1"/>
          <p:nvPr/>
        </p:nvSpPr>
        <p:spPr>
          <a:xfrm>
            <a:off x="9622193" y="-2653789"/>
            <a:ext cx="1696915" cy="369332"/>
          </a:xfrm>
          <a:prstGeom prst="rect">
            <a:avLst/>
          </a:prstGeom>
          <a:noFill/>
        </p:spPr>
        <p:txBody>
          <a:bodyPr wrap="square" rtlCol="0">
            <a:spAutoFit/>
          </a:bodyPr>
          <a:lstStyle/>
          <a:p>
            <a:r>
              <a:rPr lang="fr-FR" dirty="0">
                <a:solidFill>
                  <a:srgbClr val="1B4965"/>
                </a:solidFill>
                <a:latin typeface="Poppins" panose="00000500000000000000" pitchFamily="2" charset="0"/>
                <a:cs typeface="Poppins" panose="00000500000000000000" pitchFamily="2" charset="0"/>
              </a:rPr>
              <a:t>membres</a:t>
            </a:r>
          </a:p>
        </p:txBody>
      </p:sp>
      <p:sp>
        <p:nvSpPr>
          <p:cNvPr id="25" name="Rectangle : coins arrondis 24">
            <a:extLst>
              <a:ext uri="{FF2B5EF4-FFF2-40B4-BE49-F238E27FC236}">
                <a16:creationId xmlns:a16="http://schemas.microsoft.com/office/drawing/2014/main" id="{575EEA0A-F7B6-8521-65A0-AA91A68A138C}"/>
              </a:ext>
            </a:extLst>
          </p:cNvPr>
          <p:cNvSpPr/>
          <p:nvPr/>
        </p:nvSpPr>
        <p:spPr>
          <a:xfrm>
            <a:off x="14936084" y="4838472"/>
            <a:ext cx="3663644" cy="461665"/>
          </a:xfrm>
          <a:prstGeom prst="roundRect">
            <a:avLst>
              <a:gd name="adj" fmla="val 50000"/>
            </a:avLst>
          </a:prstGeom>
          <a:solidFill>
            <a:srgbClr val="1B4965"/>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ZoneTexte 25">
            <a:extLst>
              <a:ext uri="{FF2B5EF4-FFF2-40B4-BE49-F238E27FC236}">
                <a16:creationId xmlns:a16="http://schemas.microsoft.com/office/drawing/2014/main" id="{C98964E5-E8CE-4852-4CE4-772E63BD4574}"/>
              </a:ext>
            </a:extLst>
          </p:cNvPr>
          <p:cNvSpPr txBox="1"/>
          <p:nvPr/>
        </p:nvSpPr>
        <p:spPr>
          <a:xfrm>
            <a:off x="13613226" y="4884638"/>
            <a:ext cx="6309361" cy="369332"/>
          </a:xfrm>
          <a:prstGeom prst="rect">
            <a:avLst/>
          </a:prstGeom>
          <a:noFill/>
        </p:spPr>
        <p:txBody>
          <a:bodyPr wrap="square" rtlCol="0">
            <a:spAutoFit/>
          </a:bodyPr>
          <a:lstStyle/>
          <a:p>
            <a:pPr algn="ctr"/>
            <a:r>
              <a:rPr lang="fr-FR" dirty="0" err="1">
                <a:solidFill>
                  <a:schemeClr val="bg1"/>
                </a:solidFill>
                <a:latin typeface="Poppins" panose="00000500000000000000" pitchFamily="2" charset="0"/>
                <a:cs typeface="Poppins" panose="00000500000000000000" pitchFamily="2" charset="0"/>
              </a:rPr>
              <a:t>Decouvrir</a:t>
            </a:r>
            <a:endParaRPr lang="es-ES" dirty="0">
              <a:solidFill>
                <a:schemeClr val="bg1"/>
              </a:solidFill>
              <a:latin typeface="Poppins" panose="00000500000000000000" pitchFamily="2" charset="0"/>
              <a:cs typeface="Poppins" panose="00000500000000000000" pitchFamily="2" charset="0"/>
            </a:endParaRPr>
          </a:p>
        </p:txBody>
      </p:sp>
      <p:sp>
        <p:nvSpPr>
          <p:cNvPr id="31" name="ZoneTexte 30">
            <a:extLst>
              <a:ext uri="{FF2B5EF4-FFF2-40B4-BE49-F238E27FC236}">
                <a16:creationId xmlns:a16="http://schemas.microsoft.com/office/drawing/2014/main" id="{BCCFA4ED-5738-DE66-63D1-55B0908DF96C}"/>
              </a:ext>
            </a:extLst>
          </p:cNvPr>
          <p:cNvSpPr txBox="1"/>
          <p:nvPr/>
        </p:nvSpPr>
        <p:spPr>
          <a:xfrm>
            <a:off x="12747086" y="2459504"/>
            <a:ext cx="8041640" cy="1938992"/>
          </a:xfrm>
          <a:prstGeom prst="rect">
            <a:avLst/>
          </a:prstGeom>
          <a:noFill/>
        </p:spPr>
        <p:txBody>
          <a:bodyPr wrap="square" rtlCol="0">
            <a:spAutoFit/>
          </a:bodyPr>
          <a:lstStyle/>
          <a:p>
            <a:pPr algn="ct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DEVELOPPEMENET D’UN SYSTÈME DE </a:t>
            </a:r>
            <a:r>
              <a:rPr lang="fr-FR" sz="4000" b="1" dirty="0">
                <a:solidFill>
                  <a:srgbClr val="FFC000"/>
                </a:solidFill>
                <a:latin typeface="Poppins Black" panose="00000A00000000000000" pitchFamily="2" charset="0"/>
                <a:ea typeface="Tahoma" panose="020B0604030504040204" pitchFamily="34" charset="0"/>
                <a:cs typeface="Poppins Black" panose="00000A00000000000000" pitchFamily="2" charset="0"/>
              </a:rPr>
              <a:t>GESTION</a:t>
            </a:r>
            <a:r>
              <a:rPr lang="fr-FR"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rPr>
              <a:t> DES SALLES TP</a:t>
            </a:r>
            <a:endParaRPr lang="es-ES" sz="4000" b="1" dirty="0">
              <a:solidFill>
                <a:srgbClr val="415A77"/>
              </a:solidFill>
              <a:latin typeface="Poppins Black" panose="00000A00000000000000" pitchFamily="2" charset="0"/>
              <a:ea typeface="Tahoma" panose="020B060403050404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098B907B-5CED-6314-AC3D-5B1C54E0F227}"/>
              </a:ext>
            </a:extLst>
          </p:cNvPr>
          <p:cNvSpPr txBox="1"/>
          <p:nvPr/>
        </p:nvSpPr>
        <p:spPr>
          <a:xfrm>
            <a:off x="2467047" y="426720"/>
            <a:ext cx="7257905" cy="584775"/>
          </a:xfrm>
          <a:prstGeom prst="rect">
            <a:avLst/>
          </a:prstGeom>
          <a:noFill/>
        </p:spPr>
        <p:txBody>
          <a:bodyPr wrap="square" rtlCol="0">
            <a:spAutoFit/>
          </a:bodyPr>
          <a:lstStyle/>
          <a:p>
            <a:pPr algn="ctr"/>
            <a:r>
              <a:rPr lang="fr-FR" sz="3200" b="1" dirty="0">
                <a:solidFill>
                  <a:srgbClr val="0D1B2A"/>
                </a:solidFill>
                <a:latin typeface="Poppins Black" panose="00000A00000000000000" pitchFamily="2" charset="0"/>
                <a:cs typeface="Poppins Black" panose="00000A00000000000000" pitchFamily="2" charset="0"/>
              </a:rPr>
              <a:t>PRESENTATION DU GROUPE N° 10</a:t>
            </a:r>
            <a:endParaRPr lang="es-ES" sz="3200" b="1" dirty="0">
              <a:solidFill>
                <a:srgbClr val="0D1B2A"/>
              </a:solidFill>
              <a:latin typeface="Poppins Black" panose="00000A00000000000000" pitchFamily="2" charset="0"/>
              <a:cs typeface="Poppins Black" panose="00000A00000000000000" pitchFamily="2" charset="0"/>
            </a:endParaRPr>
          </a:p>
        </p:txBody>
      </p:sp>
      <p:sp>
        <p:nvSpPr>
          <p:cNvPr id="5" name="Ellipse 5">
            <a:extLst>
              <a:ext uri="{FF2B5EF4-FFF2-40B4-BE49-F238E27FC236}">
                <a16:creationId xmlns:a16="http://schemas.microsoft.com/office/drawing/2014/main" id="{B81651C1-AAEE-ECD7-E565-047CB22EAE16}"/>
              </a:ext>
            </a:extLst>
          </p:cNvPr>
          <p:cNvSpPr/>
          <p:nvPr/>
        </p:nvSpPr>
        <p:spPr>
          <a:xfrm>
            <a:off x="-2604054" y="1039294"/>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3" name="Groupe 2">
            <a:extLst>
              <a:ext uri="{FF2B5EF4-FFF2-40B4-BE49-F238E27FC236}">
                <a16:creationId xmlns:a16="http://schemas.microsoft.com/office/drawing/2014/main" id="{2D1A9846-E2B5-6A43-EE48-8980D908B137}"/>
              </a:ext>
            </a:extLst>
          </p:cNvPr>
          <p:cNvGrpSpPr/>
          <p:nvPr/>
        </p:nvGrpSpPr>
        <p:grpSpPr>
          <a:xfrm>
            <a:off x="197134" y="1620452"/>
            <a:ext cx="7257905" cy="1057246"/>
            <a:chOff x="5028778" y="2602586"/>
            <a:chExt cx="7257905" cy="1057246"/>
          </a:xfrm>
        </p:grpSpPr>
        <p:sp>
          <p:nvSpPr>
            <p:cNvPr id="6" name="ZoneTexte 5">
              <a:extLst>
                <a:ext uri="{FF2B5EF4-FFF2-40B4-BE49-F238E27FC236}">
                  <a16:creationId xmlns:a16="http://schemas.microsoft.com/office/drawing/2014/main" id="{FD7F65B6-B2A1-592C-49FE-321FD4E81C0B}"/>
                </a:ext>
              </a:extLst>
            </p:cNvPr>
            <p:cNvSpPr txBox="1"/>
            <p:nvPr/>
          </p:nvSpPr>
          <p:spPr>
            <a:xfrm>
              <a:off x="5505396"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ENCADRANTE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8" name="ZoneTexte 7">
              <a:extLst>
                <a:ext uri="{FF2B5EF4-FFF2-40B4-BE49-F238E27FC236}">
                  <a16:creationId xmlns:a16="http://schemas.microsoft.com/office/drawing/2014/main" id="{D8A695CD-7B76-5F99-9AB2-AFA27D60648B}"/>
                </a:ext>
              </a:extLst>
            </p:cNvPr>
            <p:cNvSpPr txBox="1"/>
            <p:nvPr/>
          </p:nvSpPr>
          <p:spPr>
            <a:xfrm>
              <a:off x="5028778"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Mme . Asma BOUGHRARA</a:t>
              </a:r>
              <a:endParaRPr lang="es-ES" sz="2400" dirty="0">
                <a:solidFill>
                  <a:srgbClr val="415A77"/>
                </a:solidFill>
                <a:latin typeface="Montserrat" pitchFamily="2" charset="0"/>
              </a:endParaRPr>
            </a:p>
          </p:txBody>
        </p:sp>
      </p:grpSp>
      <p:sp>
        <p:nvSpPr>
          <p:cNvPr id="4" name="Ellipse 5">
            <a:extLst>
              <a:ext uri="{FF2B5EF4-FFF2-40B4-BE49-F238E27FC236}">
                <a16:creationId xmlns:a16="http://schemas.microsoft.com/office/drawing/2014/main" id="{732A3932-565D-2315-770D-7E22781B8267}"/>
              </a:ext>
            </a:extLst>
          </p:cNvPr>
          <p:cNvSpPr/>
          <p:nvPr/>
        </p:nvSpPr>
        <p:spPr>
          <a:xfrm rot="2543425">
            <a:off x="3791790" y="4865697"/>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7" name="Groupe 6">
            <a:extLst>
              <a:ext uri="{FF2B5EF4-FFF2-40B4-BE49-F238E27FC236}">
                <a16:creationId xmlns:a16="http://schemas.microsoft.com/office/drawing/2014/main" id="{05ACBB42-E994-1F38-18F9-9A2870297F28}"/>
              </a:ext>
            </a:extLst>
          </p:cNvPr>
          <p:cNvGrpSpPr/>
          <p:nvPr/>
        </p:nvGrpSpPr>
        <p:grpSpPr>
          <a:xfrm>
            <a:off x="2364288" y="3869873"/>
            <a:ext cx="7257905" cy="1057246"/>
            <a:chOff x="-150175" y="2602586"/>
            <a:chExt cx="7257905" cy="1057246"/>
          </a:xfrm>
        </p:grpSpPr>
        <p:sp>
          <p:nvSpPr>
            <p:cNvPr id="9" name="ZoneTexte 8">
              <a:extLst>
                <a:ext uri="{FF2B5EF4-FFF2-40B4-BE49-F238E27FC236}">
                  <a16:creationId xmlns:a16="http://schemas.microsoft.com/office/drawing/2014/main" id="{03E33ECD-631F-68F3-A8A4-8A65BD0CB69F}"/>
                </a:ext>
              </a:extLst>
            </p:cNvPr>
            <p:cNvSpPr txBox="1"/>
            <p:nvPr/>
          </p:nvSpPr>
          <p:spPr>
            <a:xfrm>
              <a:off x="326443"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EXAMINATEUR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10" name="ZoneTexte 9">
              <a:extLst>
                <a:ext uri="{FF2B5EF4-FFF2-40B4-BE49-F238E27FC236}">
                  <a16:creationId xmlns:a16="http://schemas.microsoft.com/office/drawing/2014/main" id="{3284DB3A-6106-62F4-D363-228C765304A3}"/>
                </a:ext>
              </a:extLst>
            </p:cNvPr>
            <p:cNvSpPr txBox="1"/>
            <p:nvPr/>
          </p:nvSpPr>
          <p:spPr>
            <a:xfrm>
              <a:off x="-150175"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Hicham REGUIG</a:t>
              </a:r>
              <a:endParaRPr lang="es-ES" sz="2400" dirty="0">
                <a:solidFill>
                  <a:srgbClr val="415A77"/>
                </a:solidFill>
                <a:latin typeface="Montserrat" pitchFamily="2" charset="0"/>
              </a:endParaRPr>
            </a:p>
          </p:txBody>
        </p:sp>
      </p:grpSp>
      <p:sp>
        <p:nvSpPr>
          <p:cNvPr id="11" name="Ellipse 5">
            <a:extLst>
              <a:ext uri="{FF2B5EF4-FFF2-40B4-BE49-F238E27FC236}">
                <a16:creationId xmlns:a16="http://schemas.microsoft.com/office/drawing/2014/main" id="{7C1E0EEC-BA17-5081-25F3-556A714EA190}"/>
              </a:ext>
            </a:extLst>
          </p:cNvPr>
          <p:cNvSpPr/>
          <p:nvPr/>
        </p:nvSpPr>
        <p:spPr>
          <a:xfrm rot="2543425">
            <a:off x="10270426" y="808979"/>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2" name="Groupe 11">
            <a:extLst>
              <a:ext uri="{FF2B5EF4-FFF2-40B4-BE49-F238E27FC236}">
                <a16:creationId xmlns:a16="http://schemas.microsoft.com/office/drawing/2014/main" id="{1450CC3F-B02E-BFC2-7940-45094CA62C87}"/>
              </a:ext>
            </a:extLst>
          </p:cNvPr>
          <p:cNvGrpSpPr/>
          <p:nvPr/>
        </p:nvGrpSpPr>
        <p:grpSpPr>
          <a:xfrm>
            <a:off x="4872819" y="1675047"/>
            <a:ext cx="7257905" cy="1057246"/>
            <a:chOff x="5573031" y="2602586"/>
            <a:chExt cx="7257905" cy="1057246"/>
          </a:xfrm>
        </p:grpSpPr>
        <p:sp>
          <p:nvSpPr>
            <p:cNvPr id="13" name="ZoneTexte 12">
              <a:extLst>
                <a:ext uri="{FF2B5EF4-FFF2-40B4-BE49-F238E27FC236}">
                  <a16:creationId xmlns:a16="http://schemas.microsoft.com/office/drawing/2014/main" id="{3674EC2F-7613-5592-AF8D-BF0350C897F8}"/>
                </a:ext>
              </a:extLst>
            </p:cNvPr>
            <p:cNvSpPr txBox="1"/>
            <p:nvPr/>
          </p:nvSpPr>
          <p:spPr>
            <a:xfrm>
              <a:off x="6049649"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14" name="ZoneTexte 13">
              <a:extLst>
                <a:ext uri="{FF2B5EF4-FFF2-40B4-BE49-F238E27FC236}">
                  <a16:creationId xmlns:a16="http://schemas.microsoft.com/office/drawing/2014/main" id="{4D73E768-0657-19C8-E336-96384027108A}"/>
                </a:ext>
              </a:extLst>
            </p:cNvPr>
            <p:cNvSpPr txBox="1"/>
            <p:nvPr/>
          </p:nvSpPr>
          <p:spPr>
            <a:xfrm>
              <a:off x="5573031"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grpSp>
      <p:sp>
        <p:nvSpPr>
          <p:cNvPr id="18" name="ZoneTexte 17">
            <a:extLst>
              <a:ext uri="{FF2B5EF4-FFF2-40B4-BE49-F238E27FC236}">
                <a16:creationId xmlns:a16="http://schemas.microsoft.com/office/drawing/2014/main" id="{7C058A3B-D345-E28D-3089-E8777985BDD6}"/>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2</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67018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B756CF0D-C47C-5319-D35B-88E3CD735C6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5F16420-9345-A76F-C08D-9F8788914FF0}"/>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8D4E7178-15BC-2110-1BD2-C1418DC1E5BF}"/>
              </a:ext>
            </a:extLst>
          </p:cNvPr>
          <p:cNvSpPr/>
          <p:nvPr/>
        </p:nvSpPr>
        <p:spPr>
          <a:xfrm>
            <a:off x="-9027845"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43" name="Groupe 42">
            <a:extLst>
              <a:ext uri="{FF2B5EF4-FFF2-40B4-BE49-F238E27FC236}">
                <a16:creationId xmlns:a16="http://schemas.microsoft.com/office/drawing/2014/main" id="{8D61D776-CB4D-1FCA-4801-6839A71FB3C9}"/>
              </a:ext>
            </a:extLst>
          </p:cNvPr>
          <p:cNvGrpSpPr/>
          <p:nvPr/>
        </p:nvGrpSpPr>
        <p:grpSpPr>
          <a:xfrm>
            <a:off x="12192000" y="1674000"/>
            <a:ext cx="7257905" cy="1057246"/>
            <a:chOff x="12192000" y="2602586"/>
            <a:chExt cx="7257905" cy="1057246"/>
          </a:xfrm>
        </p:grpSpPr>
        <p:sp>
          <p:nvSpPr>
            <p:cNvPr id="7" name="ZoneTexte 6">
              <a:extLst>
                <a:ext uri="{FF2B5EF4-FFF2-40B4-BE49-F238E27FC236}">
                  <a16:creationId xmlns:a16="http://schemas.microsoft.com/office/drawing/2014/main" id="{37B2CF1B-AC30-94B9-2532-8E3981B4CF33}"/>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B6392532-4D7B-BCA3-95D3-913D72C5EEA2}"/>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grpSp>
      <p:sp>
        <p:nvSpPr>
          <p:cNvPr id="5" name="ZoneTexte 4">
            <a:extLst>
              <a:ext uri="{FF2B5EF4-FFF2-40B4-BE49-F238E27FC236}">
                <a16:creationId xmlns:a16="http://schemas.microsoft.com/office/drawing/2014/main" id="{2852107E-76A7-A138-97AC-291F9B462908}"/>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D4BDA486-3AA7-DFCA-6C51-36642BB43DDC}"/>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BF70C043-D93B-8073-0600-BB8E8FBF4516}"/>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1CD55F70-6EA9-4DC1-492A-B8CFF7F965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A40270D6-226C-E164-0316-C78016E1C1E5}"/>
              </a:ext>
            </a:extLst>
          </p:cNvPr>
          <p:cNvSpPr txBox="1"/>
          <p:nvPr/>
        </p:nvSpPr>
        <p:spPr>
          <a:xfrm>
            <a:off x="2417722" y="3659832"/>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D646C916-816E-90D5-7020-D29E12AAE717}"/>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BF05F126-CB0E-0390-7751-BC9EC914DE77}"/>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F3036AEB-19A2-A2D1-4693-09E4A8AF16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966B6CC5-47C8-5F2B-2C6C-91344E5526B3}"/>
              </a:ext>
            </a:extLst>
          </p:cNvPr>
          <p:cNvSpPr txBox="1"/>
          <p:nvPr/>
        </p:nvSpPr>
        <p:spPr>
          <a:xfrm>
            <a:off x="2417722" y="5345631"/>
            <a:ext cx="3419198"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32B078C3-6CFF-1780-8B80-991070628482}"/>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07CF7867-9431-EB34-3434-710575885ADD}"/>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6678CF7A-ECA0-3F6D-2798-619C5D7657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769A9A46-77EB-FB4C-AEAE-9F9C33FED322}"/>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89A83D69-A831-5AB7-AE94-27F24947EBE3}"/>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0C0021C5-C88A-FB2D-3A89-C7FF9AE73397}"/>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F64C2962-A36B-7293-99D0-78F4B76CDE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810A21EE-DE37-0029-CD72-094809DC8ADD}"/>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471DB198-6F4B-31E2-1A0A-663AE8776086}"/>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11A1FA5C-674B-4502-DB59-12B876C10EEC}"/>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5BA7FE5F-71BA-FE8E-CAB4-D162FC61BA0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F18ED5F3-CE01-A1A9-2C96-C208204CFC92}"/>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7930FA14-AC0B-4C14-E2A5-E3546B95B7A6}"/>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3D6E0745-5E76-9DE1-F634-330F921BBC05}"/>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9B715FB5-D365-68F9-63AA-C6A554AFD85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4E62C07A-A5AA-BB8C-9432-7D6726086E90}"/>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E4685D69-AA58-59A9-CC0A-D2EF1D1A69AB}"/>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B4B8070B-D7CA-3F7F-D867-3B7D5402FD4E}"/>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0E8F5892-A9B9-3F81-419E-6323D082BA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33BACBF0-A6FA-19EC-5612-29F2BB861412}"/>
                  </a:ext>
                </a:extLst>
              </p:cNvPr>
              <p:cNvGraphicFramePr>
                <a:graphicFrameLocks noChangeAspect="1"/>
              </p:cNvGraphicFramePr>
              <p:nvPr>
                <p:extLst>
                  <p:ext uri="{D42A27DB-BD31-4B8C-83A1-F6EECF244321}">
                    <p14:modId xmlns:p14="http://schemas.microsoft.com/office/powerpoint/2010/main" val="2381002707"/>
                  </p:ext>
                </p:extLst>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33BACBF0-A6FA-19EC-5612-29F2BB861412}"/>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p:grpSp>
        <p:nvGrpSpPr>
          <p:cNvPr id="4" name="Groupe 3">
            <a:extLst>
              <a:ext uri="{FF2B5EF4-FFF2-40B4-BE49-F238E27FC236}">
                <a16:creationId xmlns:a16="http://schemas.microsoft.com/office/drawing/2014/main" id="{F8FA95F5-4D00-B32D-AC84-B5718572D7CF}"/>
              </a:ext>
            </a:extLst>
          </p:cNvPr>
          <p:cNvGrpSpPr/>
          <p:nvPr/>
        </p:nvGrpSpPr>
        <p:grpSpPr>
          <a:xfrm>
            <a:off x="-6290405" y="1620000"/>
            <a:ext cx="7257905" cy="996502"/>
            <a:chOff x="5028778" y="2663330"/>
            <a:chExt cx="7257905" cy="996502"/>
          </a:xfrm>
        </p:grpSpPr>
        <p:sp>
          <p:nvSpPr>
            <p:cNvPr id="6" name="ZoneTexte 5">
              <a:extLst>
                <a:ext uri="{FF2B5EF4-FFF2-40B4-BE49-F238E27FC236}">
                  <a16:creationId xmlns:a16="http://schemas.microsoft.com/office/drawing/2014/main" id="{759731BC-6A64-C1B7-AF1C-928FC0EB1FB8}"/>
                </a:ext>
              </a:extLst>
            </p:cNvPr>
            <p:cNvSpPr txBox="1"/>
            <p:nvPr/>
          </p:nvSpPr>
          <p:spPr>
            <a:xfrm>
              <a:off x="5505396" y="2663330"/>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ENCADRANTE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8" name="ZoneTexte 7">
              <a:extLst>
                <a:ext uri="{FF2B5EF4-FFF2-40B4-BE49-F238E27FC236}">
                  <a16:creationId xmlns:a16="http://schemas.microsoft.com/office/drawing/2014/main" id="{9836CD05-A8D1-8BEC-9D4D-C47A424BCA5F}"/>
                </a:ext>
              </a:extLst>
            </p:cNvPr>
            <p:cNvSpPr txBox="1"/>
            <p:nvPr/>
          </p:nvSpPr>
          <p:spPr>
            <a:xfrm>
              <a:off x="5028778"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Mme . Asma BOUGHRARA</a:t>
              </a:r>
              <a:endParaRPr lang="es-ES" sz="2400" dirty="0">
                <a:solidFill>
                  <a:srgbClr val="415A77"/>
                </a:solidFill>
                <a:latin typeface="Montserrat" pitchFamily="2" charset="0"/>
              </a:endParaRPr>
            </a:p>
          </p:txBody>
        </p:sp>
      </p:grpSp>
      <p:sp>
        <p:nvSpPr>
          <p:cNvPr id="13" name="Ellipse 5">
            <a:extLst>
              <a:ext uri="{FF2B5EF4-FFF2-40B4-BE49-F238E27FC236}">
                <a16:creationId xmlns:a16="http://schemas.microsoft.com/office/drawing/2014/main" id="{3CD56C6B-4471-EC54-014D-DE78D5B2804D}"/>
              </a:ext>
            </a:extLst>
          </p:cNvPr>
          <p:cNvSpPr/>
          <p:nvPr/>
        </p:nvSpPr>
        <p:spPr>
          <a:xfrm>
            <a:off x="17764075" y="14626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Ellipse 5">
            <a:extLst>
              <a:ext uri="{FF2B5EF4-FFF2-40B4-BE49-F238E27FC236}">
                <a16:creationId xmlns:a16="http://schemas.microsoft.com/office/drawing/2014/main" id="{687FA382-7656-5473-7C73-8B52BED76FDB}"/>
              </a:ext>
            </a:extLst>
          </p:cNvPr>
          <p:cNvSpPr/>
          <p:nvPr/>
        </p:nvSpPr>
        <p:spPr>
          <a:xfrm>
            <a:off x="3269067" y="87778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36" name="Groupe 35">
            <a:extLst>
              <a:ext uri="{FF2B5EF4-FFF2-40B4-BE49-F238E27FC236}">
                <a16:creationId xmlns:a16="http://schemas.microsoft.com/office/drawing/2014/main" id="{6B5A2A18-10FA-9818-CDB9-A137CAABB0E8}"/>
              </a:ext>
            </a:extLst>
          </p:cNvPr>
          <p:cNvGrpSpPr/>
          <p:nvPr/>
        </p:nvGrpSpPr>
        <p:grpSpPr>
          <a:xfrm>
            <a:off x="2365200" y="7646681"/>
            <a:ext cx="7257905" cy="1057246"/>
            <a:chOff x="-150175" y="2602586"/>
            <a:chExt cx="7257905" cy="1057246"/>
          </a:xfrm>
        </p:grpSpPr>
        <p:sp>
          <p:nvSpPr>
            <p:cNvPr id="37" name="ZoneTexte 36">
              <a:extLst>
                <a:ext uri="{FF2B5EF4-FFF2-40B4-BE49-F238E27FC236}">
                  <a16:creationId xmlns:a16="http://schemas.microsoft.com/office/drawing/2014/main" id="{360ECC39-C254-3937-19D5-3FBEBCEAC29A}"/>
                </a:ext>
              </a:extLst>
            </p:cNvPr>
            <p:cNvSpPr txBox="1"/>
            <p:nvPr/>
          </p:nvSpPr>
          <p:spPr>
            <a:xfrm>
              <a:off x="326443"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EXAMINATEUR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41" name="ZoneTexte 40">
              <a:extLst>
                <a:ext uri="{FF2B5EF4-FFF2-40B4-BE49-F238E27FC236}">
                  <a16:creationId xmlns:a16="http://schemas.microsoft.com/office/drawing/2014/main" id="{AC1A7791-5103-D0C7-6CA3-A38EE97B5E17}"/>
                </a:ext>
              </a:extLst>
            </p:cNvPr>
            <p:cNvSpPr txBox="1"/>
            <p:nvPr/>
          </p:nvSpPr>
          <p:spPr>
            <a:xfrm>
              <a:off x="-150175"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Hicham REGUIG</a:t>
              </a:r>
              <a:endParaRPr lang="es-ES" sz="2400" dirty="0">
                <a:solidFill>
                  <a:srgbClr val="415A77"/>
                </a:solidFill>
                <a:latin typeface="Montserrat" pitchFamily="2" charset="0"/>
              </a:endParaRPr>
            </a:p>
          </p:txBody>
        </p:sp>
      </p:grpSp>
      <p:sp>
        <p:nvSpPr>
          <p:cNvPr id="44" name="ZoneTexte 43">
            <a:extLst>
              <a:ext uri="{FF2B5EF4-FFF2-40B4-BE49-F238E27FC236}">
                <a16:creationId xmlns:a16="http://schemas.microsoft.com/office/drawing/2014/main" id="{896A694F-F5A0-433C-CAE9-BC8644330B26}"/>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3</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07136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0C14AEB7-97FD-6AB5-B8DC-E4881893E91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2CC0959-E302-3330-AAD4-D60A7C67E9F8}"/>
              </a:ext>
            </a:extLst>
          </p:cNvPr>
          <p:cNvSpPr txBox="1"/>
          <p:nvPr/>
        </p:nvSpPr>
        <p:spPr>
          <a:xfrm>
            <a:off x="476284" y="444694"/>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INTRODUCTION</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5" name="ZoneTexte 4">
            <a:extLst>
              <a:ext uri="{FF2B5EF4-FFF2-40B4-BE49-F238E27FC236}">
                <a16:creationId xmlns:a16="http://schemas.microsoft.com/office/drawing/2014/main" id="{F2288F52-6088-5926-E304-3DA0B064BC9F}"/>
              </a:ext>
            </a:extLst>
          </p:cNvPr>
          <p:cNvSpPr txBox="1"/>
          <p:nvPr/>
        </p:nvSpPr>
        <p:spPr>
          <a:xfrm>
            <a:off x="-3251558"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EC573CE9-88E2-09DC-9F90-0A4619597DC4}"/>
              </a:ext>
            </a:extLst>
          </p:cNvPr>
          <p:cNvGrpSpPr/>
          <p:nvPr/>
        </p:nvGrpSpPr>
        <p:grpSpPr>
          <a:xfrm>
            <a:off x="-4298923" y="1450351"/>
            <a:ext cx="1047365" cy="1047365"/>
            <a:chOff x="1071997" y="1275611"/>
            <a:chExt cx="1047365" cy="1047365"/>
          </a:xfrm>
        </p:grpSpPr>
        <p:sp>
          <p:nvSpPr>
            <p:cNvPr id="11" name="Ellipse 10">
              <a:extLst>
                <a:ext uri="{FF2B5EF4-FFF2-40B4-BE49-F238E27FC236}">
                  <a16:creationId xmlns:a16="http://schemas.microsoft.com/office/drawing/2014/main" id="{F255270B-227E-397B-49A4-E92663312BD3}"/>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CF938200-9CA2-DA0E-65B9-FFC12C6BB5B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50709A30-B362-E137-C571-7F481846396D}"/>
              </a:ext>
            </a:extLst>
          </p:cNvPr>
          <p:cNvSpPr txBox="1"/>
          <p:nvPr/>
        </p:nvSpPr>
        <p:spPr>
          <a:xfrm>
            <a:off x="-3251558"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326FB250-9D5C-3977-0F52-2575F6F4323A}"/>
              </a:ext>
            </a:extLst>
          </p:cNvPr>
          <p:cNvGrpSpPr/>
          <p:nvPr/>
        </p:nvGrpSpPr>
        <p:grpSpPr>
          <a:xfrm>
            <a:off x="-4298923" y="3320816"/>
            <a:ext cx="1047365" cy="1047365"/>
            <a:chOff x="1071997" y="1275611"/>
            <a:chExt cx="1047365" cy="1047365"/>
          </a:xfrm>
        </p:grpSpPr>
        <p:sp>
          <p:nvSpPr>
            <p:cNvPr id="16" name="Ellipse 15">
              <a:extLst>
                <a:ext uri="{FF2B5EF4-FFF2-40B4-BE49-F238E27FC236}">
                  <a16:creationId xmlns:a16="http://schemas.microsoft.com/office/drawing/2014/main" id="{908AB728-4184-2C4C-3C49-88E8AA6CC350}"/>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A9CC2D7F-3F1B-653B-A318-2B0EBCA1ED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09DD71B0-D386-559E-D894-3C5CD5F208BD}"/>
              </a:ext>
            </a:extLst>
          </p:cNvPr>
          <p:cNvSpPr txBox="1"/>
          <p:nvPr/>
        </p:nvSpPr>
        <p:spPr>
          <a:xfrm>
            <a:off x="-3251558" y="5345631"/>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42AFA778-77FD-4FEA-85B9-228E537208AE}"/>
              </a:ext>
            </a:extLst>
          </p:cNvPr>
          <p:cNvGrpSpPr/>
          <p:nvPr/>
        </p:nvGrpSpPr>
        <p:grpSpPr>
          <a:xfrm>
            <a:off x="-4298923" y="5006615"/>
            <a:ext cx="1047365" cy="1047365"/>
            <a:chOff x="1071997" y="1275611"/>
            <a:chExt cx="1047365" cy="1047365"/>
          </a:xfrm>
        </p:grpSpPr>
        <p:sp>
          <p:nvSpPr>
            <p:cNvPr id="20" name="Ellipse 19">
              <a:extLst>
                <a:ext uri="{FF2B5EF4-FFF2-40B4-BE49-F238E27FC236}">
                  <a16:creationId xmlns:a16="http://schemas.microsoft.com/office/drawing/2014/main" id="{633505AA-9DED-9281-3CF9-B442EE18234B}"/>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FBE7DE9B-41D4-CC65-6BC7-8CB775251AF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A2CE3C5B-19BA-B933-56E0-EEAC3DA35559}"/>
              </a:ext>
            </a:extLst>
          </p:cNvPr>
          <p:cNvSpPr txBox="1"/>
          <p:nvPr/>
        </p:nvSpPr>
        <p:spPr>
          <a:xfrm>
            <a:off x="1635514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362AC1A3-5115-BA8D-05C4-07DCF05D5E9C}"/>
              </a:ext>
            </a:extLst>
          </p:cNvPr>
          <p:cNvGrpSpPr/>
          <p:nvPr/>
        </p:nvGrpSpPr>
        <p:grpSpPr>
          <a:xfrm>
            <a:off x="15307779" y="1450351"/>
            <a:ext cx="1047365" cy="1047365"/>
            <a:chOff x="1071997" y="1275611"/>
            <a:chExt cx="1047365" cy="1047365"/>
          </a:xfrm>
        </p:grpSpPr>
        <p:sp>
          <p:nvSpPr>
            <p:cNvPr id="24" name="Ellipse 23">
              <a:extLst>
                <a:ext uri="{FF2B5EF4-FFF2-40B4-BE49-F238E27FC236}">
                  <a16:creationId xmlns:a16="http://schemas.microsoft.com/office/drawing/2014/main" id="{83B59F7E-6A6D-7FD3-22F9-C42D2502BBA7}"/>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45824403-3A32-3225-899F-ADDE32F567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F1AA94B7-5780-4D4E-893A-AAA235815A80}"/>
              </a:ext>
            </a:extLst>
          </p:cNvPr>
          <p:cNvSpPr txBox="1"/>
          <p:nvPr/>
        </p:nvSpPr>
        <p:spPr>
          <a:xfrm>
            <a:off x="1635514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7E9394AB-2C0B-4B1C-4C3B-C4071ACD08AA}"/>
              </a:ext>
            </a:extLst>
          </p:cNvPr>
          <p:cNvGrpSpPr/>
          <p:nvPr/>
        </p:nvGrpSpPr>
        <p:grpSpPr>
          <a:xfrm>
            <a:off x="15307779" y="3320816"/>
            <a:ext cx="1047365" cy="1047365"/>
            <a:chOff x="1071997" y="1275611"/>
            <a:chExt cx="1047365" cy="1047365"/>
          </a:xfrm>
        </p:grpSpPr>
        <p:sp>
          <p:nvSpPr>
            <p:cNvPr id="28" name="Ellipse 27">
              <a:extLst>
                <a:ext uri="{FF2B5EF4-FFF2-40B4-BE49-F238E27FC236}">
                  <a16:creationId xmlns:a16="http://schemas.microsoft.com/office/drawing/2014/main" id="{C3BA5828-E062-2FCB-B372-9AB73CED4AEA}"/>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23D0E2C5-B9C9-30D5-F528-7256323A3A4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64F4E123-8F3F-2D62-45BD-66329352023E}"/>
              </a:ext>
            </a:extLst>
          </p:cNvPr>
          <p:cNvSpPr txBox="1"/>
          <p:nvPr/>
        </p:nvSpPr>
        <p:spPr>
          <a:xfrm>
            <a:off x="1635514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095C00A9-A165-F5A0-0AB8-6FAE162432C8}"/>
              </a:ext>
            </a:extLst>
          </p:cNvPr>
          <p:cNvGrpSpPr/>
          <p:nvPr/>
        </p:nvGrpSpPr>
        <p:grpSpPr>
          <a:xfrm>
            <a:off x="15307779" y="5006615"/>
            <a:ext cx="1047365" cy="1047365"/>
            <a:chOff x="1071997" y="1275611"/>
            <a:chExt cx="1047365" cy="1047365"/>
          </a:xfrm>
        </p:grpSpPr>
        <p:sp>
          <p:nvSpPr>
            <p:cNvPr id="32" name="Ellipse 31">
              <a:extLst>
                <a:ext uri="{FF2B5EF4-FFF2-40B4-BE49-F238E27FC236}">
                  <a16:creationId xmlns:a16="http://schemas.microsoft.com/office/drawing/2014/main" id="{4530F030-0909-8CA7-3E45-FE26EF46A90D}"/>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3B429FE2-539D-F221-3589-E7FDB2EEE9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2DDB4F90-D3B0-7925-14C6-15E163FC1D83}"/>
              </a:ext>
            </a:extLst>
          </p:cNvPr>
          <p:cNvSpPr/>
          <p:nvPr/>
        </p:nvSpPr>
        <p:spPr>
          <a:xfrm rot="21569155">
            <a:off x="12409380" y="-2280710"/>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6146DCED-6CF2-A788-8D4D-C14C866AEA02}"/>
              </a:ext>
            </a:extLst>
          </p:cNvPr>
          <p:cNvCxnSpPr/>
          <p:nvPr/>
        </p:nvCxnSpPr>
        <p:spPr>
          <a:xfrm>
            <a:off x="-9210536"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4F82F256-ECC3-5C2B-60AD-9690345EE46A}"/>
              </a:ext>
            </a:extLst>
          </p:cNvPr>
          <p:cNvCxnSpPr/>
          <p:nvPr/>
        </p:nvCxnSpPr>
        <p:spPr>
          <a:xfrm>
            <a:off x="-9969954"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C2A5C502-B1A0-3FE4-13AA-1528BD7E06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0774" y="-1744575"/>
            <a:ext cx="720437" cy="89095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alendrier Planificateur Ordre du jour Calendrier Concept">
            <a:extLst>
              <a:ext uri="{FF2B5EF4-FFF2-40B4-BE49-F238E27FC236}">
                <a16:creationId xmlns:a16="http://schemas.microsoft.com/office/drawing/2014/main" id="{4C468C50-6B58-6092-82F2-9D715F5017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4771" y="0"/>
            <a:ext cx="10434458" cy="696570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9088B46-7EDD-5E90-7C24-FC7FCD4A1C1A}"/>
              </a:ext>
            </a:extLst>
          </p:cNvPr>
          <p:cNvSpPr/>
          <p:nvPr/>
        </p:nvSpPr>
        <p:spPr>
          <a:xfrm>
            <a:off x="6974771" y="0"/>
            <a:ext cx="5217229" cy="6965693"/>
          </a:xfrm>
          <a:prstGeom prst="rect">
            <a:avLst/>
          </a:prstGeom>
          <a:solidFill>
            <a:srgbClr val="81C4D7">
              <a:alpha val="51000"/>
            </a:srgbClr>
          </a:solidFill>
          <a:ln>
            <a:solidFill>
              <a:srgbClr val="81C4D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ZoneTexte 5">
            <a:extLst>
              <a:ext uri="{FF2B5EF4-FFF2-40B4-BE49-F238E27FC236}">
                <a16:creationId xmlns:a16="http://schemas.microsoft.com/office/drawing/2014/main" id="{81208387-CA53-3DD1-19DE-C09D9EF06C29}"/>
              </a:ext>
            </a:extLst>
          </p:cNvPr>
          <p:cNvSpPr txBox="1"/>
          <p:nvPr/>
        </p:nvSpPr>
        <p:spPr>
          <a:xfrm>
            <a:off x="476284" y="1467356"/>
            <a:ext cx="6142880" cy="3519297"/>
          </a:xfrm>
          <a:prstGeom prst="rect">
            <a:avLst/>
          </a:prstGeom>
          <a:noFill/>
        </p:spPr>
        <p:txBody>
          <a:bodyPr wrap="square" rtlCol="0">
            <a:spAutoFit/>
          </a:bodyPr>
          <a:lstStyle/>
          <a:p>
            <a:pPr>
              <a:lnSpc>
                <a:spcPct val="115000"/>
              </a:lnSpc>
              <a:spcAft>
                <a:spcPts val="1000"/>
              </a:spcAft>
            </a:pPr>
            <a:r>
              <a:rPr lang="fr-FR" dirty="0">
                <a:solidFill>
                  <a:srgbClr val="415A77"/>
                </a:solidFill>
                <a:effectLst/>
                <a:latin typeface="Poppins" panose="00000500000000000000" pitchFamily="2" charset="0"/>
                <a:ea typeface="Times New Roman" panose="02020603050405020304" pitchFamily="18" charset="0"/>
                <a:cs typeface="Poppins" panose="00000500000000000000" pitchFamily="2" charset="0"/>
              </a:rPr>
              <a:t>La gestion des salles de travaux pratiques (TP) au sein d’une faculté est un processus essentiel pour le bon déroulement des activités pédagogiques.</a:t>
            </a:r>
          </a:p>
          <a:p>
            <a:pPr>
              <a:lnSpc>
                <a:spcPct val="115000"/>
              </a:lnSpc>
              <a:spcAft>
                <a:spcPts val="1000"/>
              </a:spcAft>
              <a:buNone/>
            </a:pPr>
            <a:r>
              <a:rPr lang="fr-FR" dirty="0">
                <a:solidFill>
                  <a:srgbClr val="415A77"/>
                </a:solidFill>
                <a:effectLst/>
                <a:latin typeface="Poppins" panose="00000500000000000000" pitchFamily="2" charset="0"/>
                <a:ea typeface="Times New Roman" panose="02020603050405020304" pitchFamily="18" charset="0"/>
                <a:cs typeface="Poppins" panose="00000500000000000000" pitchFamily="2" charset="0"/>
              </a:rPr>
              <a:t>Actuellement, ce processus repose souvent sur des méthodes manuelles, longues, complexes et sujettes à des erreurs.</a:t>
            </a:r>
            <a:endParaRPr lang="es-ES" dirty="0">
              <a:solidFill>
                <a:srgbClr val="415A77"/>
              </a:solidFill>
              <a:effectLst/>
              <a:latin typeface="Poppins" panose="00000500000000000000" pitchFamily="2" charset="0"/>
              <a:ea typeface="Calibri" panose="020F0502020204030204" pitchFamily="34" charset="0"/>
              <a:cs typeface="Poppins" panose="00000500000000000000" pitchFamily="2" charset="0"/>
            </a:endParaRPr>
          </a:p>
          <a:p>
            <a:pPr>
              <a:lnSpc>
                <a:spcPct val="115000"/>
              </a:lnSpc>
              <a:spcAft>
                <a:spcPts val="1000"/>
              </a:spcAft>
            </a:pPr>
            <a:r>
              <a:rPr lang="fr-FR" dirty="0">
                <a:solidFill>
                  <a:srgbClr val="415A77"/>
                </a:solidFill>
                <a:effectLst/>
                <a:latin typeface="Poppins" panose="00000500000000000000" pitchFamily="2" charset="0"/>
                <a:ea typeface="Calibri" panose="020F0502020204030204" pitchFamily="34" charset="0"/>
                <a:cs typeface="Poppins" panose="00000500000000000000" pitchFamily="2" charset="0"/>
              </a:rPr>
              <a:t>Notre stage vise a  développer un </a:t>
            </a:r>
            <a:r>
              <a:rPr lang="fr-FR" b="1" dirty="0">
                <a:solidFill>
                  <a:srgbClr val="415A77"/>
                </a:solidFill>
                <a:effectLst/>
                <a:latin typeface="Poppins" panose="00000500000000000000" pitchFamily="2" charset="0"/>
                <a:ea typeface="Calibri" panose="020F0502020204030204" pitchFamily="34" charset="0"/>
                <a:cs typeface="Poppins" panose="00000500000000000000" pitchFamily="2" charset="0"/>
              </a:rPr>
              <a:t>système de gestion des salles de TP</a:t>
            </a:r>
            <a:r>
              <a:rPr lang="fr-FR" dirty="0">
                <a:solidFill>
                  <a:srgbClr val="415A77"/>
                </a:solidFill>
                <a:effectLst/>
                <a:latin typeface="Poppins" panose="00000500000000000000" pitchFamily="2" charset="0"/>
                <a:ea typeface="Calibri" panose="020F0502020204030204" pitchFamily="34" charset="0"/>
                <a:cs typeface="Poppins" panose="00000500000000000000" pitchFamily="2" charset="0"/>
              </a:rPr>
              <a:t> pour la Faculté de Mathématiques et d’Informatique à l’Université des Sciences et de la Technologie d’Oran (USTO).</a:t>
            </a:r>
            <a:endParaRPr lang="es-ES" dirty="0">
              <a:solidFill>
                <a:srgbClr val="415A77"/>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3" name="ZoneTexte 2">
            <a:extLst>
              <a:ext uri="{FF2B5EF4-FFF2-40B4-BE49-F238E27FC236}">
                <a16:creationId xmlns:a16="http://schemas.microsoft.com/office/drawing/2014/main" id="{44658837-B9E7-B3B1-056C-41FADF91646A}"/>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4</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232602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F59E98BE-66CA-DFC3-27E1-80E280758B9F}"/>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235C3C1-D36F-CC1D-3339-D4C78451D860}"/>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E055C545-277F-B339-DACF-B384E3C8E5A1}"/>
              </a:ext>
            </a:extLst>
          </p:cNvPr>
          <p:cNvSpPr/>
          <p:nvPr/>
        </p:nvSpPr>
        <p:spPr>
          <a:xfrm>
            <a:off x="-9027845"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43" name="Groupe 42">
            <a:extLst>
              <a:ext uri="{FF2B5EF4-FFF2-40B4-BE49-F238E27FC236}">
                <a16:creationId xmlns:a16="http://schemas.microsoft.com/office/drawing/2014/main" id="{B7FDF8E6-9874-F555-FD1E-FD2A1350CBEF}"/>
              </a:ext>
            </a:extLst>
          </p:cNvPr>
          <p:cNvGrpSpPr/>
          <p:nvPr/>
        </p:nvGrpSpPr>
        <p:grpSpPr>
          <a:xfrm>
            <a:off x="12192000" y="1674000"/>
            <a:ext cx="7257905" cy="1057246"/>
            <a:chOff x="12192000" y="2602586"/>
            <a:chExt cx="7257905" cy="1057246"/>
          </a:xfrm>
        </p:grpSpPr>
        <p:sp>
          <p:nvSpPr>
            <p:cNvPr id="7" name="ZoneTexte 6">
              <a:extLst>
                <a:ext uri="{FF2B5EF4-FFF2-40B4-BE49-F238E27FC236}">
                  <a16:creationId xmlns:a16="http://schemas.microsoft.com/office/drawing/2014/main" id="{4EB1CC15-786F-B868-E104-A39CADDBF0AE}"/>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691629D7-3D4D-DD38-DEB6-DD57F3CA204C}"/>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grpSp>
      <p:sp>
        <p:nvSpPr>
          <p:cNvPr id="5" name="ZoneTexte 4">
            <a:extLst>
              <a:ext uri="{FF2B5EF4-FFF2-40B4-BE49-F238E27FC236}">
                <a16:creationId xmlns:a16="http://schemas.microsoft.com/office/drawing/2014/main" id="{44834CEB-3E5B-8A83-C5E3-5FFD49270B3C}"/>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56FD8604-09E6-14D1-8C4F-94ACA089FAFA}"/>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D76EE52D-63AB-3158-5144-B18BFC6EAEE5}"/>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F2B3BA5C-CFA5-0BFB-893B-B5BC1378BCF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65F516D1-E622-73DC-2678-4E3A749B9D8E}"/>
              </a:ext>
            </a:extLst>
          </p:cNvPr>
          <p:cNvSpPr txBox="1"/>
          <p:nvPr/>
        </p:nvSpPr>
        <p:spPr>
          <a:xfrm>
            <a:off x="2417722" y="3659832"/>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C53E0CE0-D0F1-1702-8365-ABE8DC791A89}"/>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980E4D30-84A8-7DBC-EB49-AED0001B2537}"/>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A6066F87-6502-658B-52A0-213DD4E187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A0A545E4-25B8-69BE-98D6-CC3EAD8F0D77}"/>
              </a:ext>
            </a:extLst>
          </p:cNvPr>
          <p:cNvSpPr txBox="1"/>
          <p:nvPr/>
        </p:nvSpPr>
        <p:spPr>
          <a:xfrm>
            <a:off x="2417722" y="5345631"/>
            <a:ext cx="3419198"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658FD31A-5EF0-EBAD-F7AC-35FBD5279146}"/>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F3B78863-070D-CBBC-3957-A1E911EF2F01}"/>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71CAFEDC-ABDE-72C9-488A-302D86B88D4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99BEBC19-4128-FE83-0039-C1395A0FB4DA}"/>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6B22A082-76A2-C658-95B0-D55E7AA2B579}"/>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0E3B2A8C-677D-410C-057C-722BD8FD5D90}"/>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263196E9-D5F7-BF05-66AD-C3CE06343B1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F69BD6B2-225A-722F-104E-FCBC923CB0B6}"/>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FC2686C0-C55D-B696-6F0C-5B0127CA1842}"/>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1E0997E0-72D1-8E95-335F-6BD2FC353AC5}"/>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3820BF19-8C10-8B5C-02E0-612C900AED9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E9EFBF0A-73CA-9A47-8B97-559294393AC2}"/>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3D761ABC-4E63-688A-AFEF-35BA0BDC9F11}"/>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2F1D9C62-8847-3AF7-1E9A-D254D578C3DF}"/>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30AFCC57-53D6-FBD9-0D65-822936CD29D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42CF94C1-4BB2-9A94-96B3-869D4E735434}"/>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9EC6F749-CA2C-2D18-C81E-50DC2AF3E20E}"/>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DC9F7790-2591-17D7-D576-44DB65C8F77A}"/>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C6825EE8-AB1C-EC01-A8DA-8FECF25B1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B67BE411-F72E-1883-EA5A-96D3699B4FDB}"/>
                  </a:ext>
                </a:extLst>
              </p:cNvPr>
              <p:cNvGraphicFramePr>
                <a:graphicFrameLocks noChangeAspect="1"/>
              </p:cNvGraphicFramePr>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33BACBF0-A6FA-19EC-5612-29F2BB861412}"/>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p:grpSp>
        <p:nvGrpSpPr>
          <p:cNvPr id="4" name="Groupe 3">
            <a:extLst>
              <a:ext uri="{FF2B5EF4-FFF2-40B4-BE49-F238E27FC236}">
                <a16:creationId xmlns:a16="http://schemas.microsoft.com/office/drawing/2014/main" id="{5FB625C1-7156-EF2F-11D7-8D5E3B0AA273}"/>
              </a:ext>
            </a:extLst>
          </p:cNvPr>
          <p:cNvGrpSpPr/>
          <p:nvPr/>
        </p:nvGrpSpPr>
        <p:grpSpPr>
          <a:xfrm>
            <a:off x="-6290405" y="1620000"/>
            <a:ext cx="7257905" cy="996502"/>
            <a:chOff x="5028778" y="2663330"/>
            <a:chExt cx="7257905" cy="996502"/>
          </a:xfrm>
        </p:grpSpPr>
        <p:sp>
          <p:nvSpPr>
            <p:cNvPr id="6" name="ZoneTexte 5">
              <a:extLst>
                <a:ext uri="{FF2B5EF4-FFF2-40B4-BE49-F238E27FC236}">
                  <a16:creationId xmlns:a16="http://schemas.microsoft.com/office/drawing/2014/main" id="{F376A526-1FB6-8AA1-7804-455D996B56D7}"/>
                </a:ext>
              </a:extLst>
            </p:cNvPr>
            <p:cNvSpPr txBox="1"/>
            <p:nvPr/>
          </p:nvSpPr>
          <p:spPr>
            <a:xfrm>
              <a:off x="5505396" y="2663330"/>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ENCADRANTE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8" name="ZoneTexte 7">
              <a:extLst>
                <a:ext uri="{FF2B5EF4-FFF2-40B4-BE49-F238E27FC236}">
                  <a16:creationId xmlns:a16="http://schemas.microsoft.com/office/drawing/2014/main" id="{293BFF71-3245-0117-8E3B-0CF4C58AD2C4}"/>
                </a:ext>
              </a:extLst>
            </p:cNvPr>
            <p:cNvSpPr txBox="1"/>
            <p:nvPr/>
          </p:nvSpPr>
          <p:spPr>
            <a:xfrm>
              <a:off x="5028778"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Mme . Asma BOUGHRARA</a:t>
              </a:r>
              <a:endParaRPr lang="es-ES" sz="2400" dirty="0">
                <a:solidFill>
                  <a:srgbClr val="415A77"/>
                </a:solidFill>
                <a:latin typeface="Montserrat" pitchFamily="2" charset="0"/>
              </a:endParaRPr>
            </a:p>
          </p:txBody>
        </p:sp>
      </p:grpSp>
      <p:sp>
        <p:nvSpPr>
          <p:cNvPr id="13" name="Ellipse 5">
            <a:extLst>
              <a:ext uri="{FF2B5EF4-FFF2-40B4-BE49-F238E27FC236}">
                <a16:creationId xmlns:a16="http://schemas.microsoft.com/office/drawing/2014/main" id="{703B84A0-E8AE-5534-F2B6-545059B5E5A3}"/>
              </a:ext>
            </a:extLst>
          </p:cNvPr>
          <p:cNvSpPr/>
          <p:nvPr/>
        </p:nvSpPr>
        <p:spPr>
          <a:xfrm>
            <a:off x="17764075" y="14626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Ellipse 5">
            <a:extLst>
              <a:ext uri="{FF2B5EF4-FFF2-40B4-BE49-F238E27FC236}">
                <a16:creationId xmlns:a16="http://schemas.microsoft.com/office/drawing/2014/main" id="{419CF09B-310F-F4EF-2933-36A9478BF769}"/>
              </a:ext>
            </a:extLst>
          </p:cNvPr>
          <p:cNvSpPr/>
          <p:nvPr/>
        </p:nvSpPr>
        <p:spPr>
          <a:xfrm>
            <a:off x="3269067" y="87778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36" name="Groupe 35">
            <a:extLst>
              <a:ext uri="{FF2B5EF4-FFF2-40B4-BE49-F238E27FC236}">
                <a16:creationId xmlns:a16="http://schemas.microsoft.com/office/drawing/2014/main" id="{6F895B97-21EC-66A7-E3AB-B64C2073DAB2}"/>
              </a:ext>
            </a:extLst>
          </p:cNvPr>
          <p:cNvGrpSpPr/>
          <p:nvPr/>
        </p:nvGrpSpPr>
        <p:grpSpPr>
          <a:xfrm>
            <a:off x="2365200" y="7646681"/>
            <a:ext cx="7257905" cy="1057246"/>
            <a:chOff x="-150175" y="2602586"/>
            <a:chExt cx="7257905" cy="1057246"/>
          </a:xfrm>
        </p:grpSpPr>
        <p:sp>
          <p:nvSpPr>
            <p:cNvPr id="37" name="ZoneTexte 36">
              <a:extLst>
                <a:ext uri="{FF2B5EF4-FFF2-40B4-BE49-F238E27FC236}">
                  <a16:creationId xmlns:a16="http://schemas.microsoft.com/office/drawing/2014/main" id="{40C4A5F1-0172-2004-6BDB-F7477BDDD80F}"/>
                </a:ext>
              </a:extLst>
            </p:cNvPr>
            <p:cNvSpPr txBox="1"/>
            <p:nvPr/>
          </p:nvSpPr>
          <p:spPr>
            <a:xfrm>
              <a:off x="326443"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EXAMINATEUR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41" name="ZoneTexte 40">
              <a:extLst>
                <a:ext uri="{FF2B5EF4-FFF2-40B4-BE49-F238E27FC236}">
                  <a16:creationId xmlns:a16="http://schemas.microsoft.com/office/drawing/2014/main" id="{75B1C30F-8360-58BF-1C57-F953F2C61095}"/>
                </a:ext>
              </a:extLst>
            </p:cNvPr>
            <p:cNvSpPr txBox="1"/>
            <p:nvPr/>
          </p:nvSpPr>
          <p:spPr>
            <a:xfrm>
              <a:off x="-150175"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Hicham REGUIG</a:t>
              </a:r>
              <a:endParaRPr lang="es-ES" sz="2400" dirty="0">
                <a:solidFill>
                  <a:srgbClr val="415A77"/>
                </a:solidFill>
                <a:latin typeface="Montserrat" pitchFamily="2" charset="0"/>
              </a:endParaRPr>
            </a:p>
          </p:txBody>
        </p:sp>
      </p:grpSp>
      <p:sp>
        <p:nvSpPr>
          <p:cNvPr id="44" name="ZoneTexte 43">
            <a:extLst>
              <a:ext uri="{FF2B5EF4-FFF2-40B4-BE49-F238E27FC236}">
                <a16:creationId xmlns:a16="http://schemas.microsoft.com/office/drawing/2014/main" id="{FA87A240-A7B7-DD5D-47FB-8AE82448D349}"/>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5</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94732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ADD199CC-A3B1-C847-E05D-2D6CE0DC1691}"/>
            </a:ext>
          </a:extLst>
        </p:cNvPr>
        <p:cNvGrpSpPr/>
        <p:nvPr/>
      </p:nvGrpSpPr>
      <p:grpSpPr>
        <a:xfrm>
          <a:off x="0" y="0"/>
          <a:ext cx="0" cy="0"/>
          <a:chOff x="0" y="0"/>
          <a:chExt cx="0" cy="0"/>
        </a:xfrm>
      </p:grpSpPr>
      <p:sp>
        <p:nvSpPr>
          <p:cNvPr id="56" name="Ellipse 55">
            <a:extLst>
              <a:ext uri="{FF2B5EF4-FFF2-40B4-BE49-F238E27FC236}">
                <a16:creationId xmlns:a16="http://schemas.microsoft.com/office/drawing/2014/main" id="{21330F17-033E-5ACF-75CE-D00EBD320B71}"/>
              </a:ext>
            </a:extLst>
          </p:cNvPr>
          <p:cNvSpPr/>
          <p:nvPr/>
        </p:nvSpPr>
        <p:spPr>
          <a:xfrm>
            <a:off x="924607" y="334564"/>
            <a:ext cx="1155637" cy="1155637"/>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5" name="Image 44">
            <a:extLst>
              <a:ext uri="{FF2B5EF4-FFF2-40B4-BE49-F238E27FC236}">
                <a16:creationId xmlns:a16="http://schemas.microsoft.com/office/drawing/2014/main" id="{D7D94D8A-1ECD-65D6-C924-78FBE003A79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3602" y="573559"/>
            <a:ext cx="677649" cy="677649"/>
          </a:xfrm>
          <a:prstGeom prst="rect">
            <a:avLst/>
          </a:prstGeom>
        </p:spPr>
      </p:pic>
      <p:pic>
        <p:nvPicPr>
          <p:cNvPr id="47" name="Image 46">
            <a:extLst>
              <a:ext uri="{FF2B5EF4-FFF2-40B4-BE49-F238E27FC236}">
                <a16:creationId xmlns:a16="http://schemas.microsoft.com/office/drawing/2014/main" id="{4EC53976-D64F-E929-E974-CA74863F9AE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2054" y="1664147"/>
            <a:ext cx="1020744" cy="1020744"/>
          </a:xfrm>
          <a:prstGeom prst="rect">
            <a:avLst/>
          </a:prstGeom>
        </p:spPr>
      </p:pic>
      <p:pic>
        <p:nvPicPr>
          <p:cNvPr id="49" name="Image 48">
            <a:extLst>
              <a:ext uri="{FF2B5EF4-FFF2-40B4-BE49-F238E27FC236}">
                <a16:creationId xmlns:a16="http://schemas.microsoft.com/office/drawing/2014/main" id="{E864A339-B7DE-B02A-FBA1-EA8C74D5435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800" y="3097830"/>
            <a:ext cx="771451" cy="771451"/>
          </a:xfrm>
          <a:prstGeom prst="rect">
            <a:avLst/>
          </a:prstGeom>
        </p:spPr>
      </p:pic>
      <p:pic>
        <p:nvPicPr>
          <p:cNvPr id="51" name="Image 50">
            <a:extLst>
              <a:ext uri="{FF2B5EF4-FFF2-40B4-BE49-F238E27FC236}">
                <a16:creationId xmlns:a16="http://schemas.microsoft.com/office/drawing/2014/main" id="{5386B536-6745-924F-FCAF-7F23959CE33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69800" y="4282220"/>
            <a:ext cx="771451" cy="771451"/>
          </a:xfrm>
          <a:prstGeom prst="rect">
            <a:avLst/>
          </a:prstGeom>
        </p:spPr>
      </p:pic>
      <p:pic>
        <p:nvPicPr>
          <p:cNvPr id="53" name="Image 52">
            <a:extLst>
              <a:ext uri="{FF2B5EF4-FFF2-40B4-BE49-F238E27FC236}">
                <a16:creationId xmlns:a16="http://schemas.microsoft.com/office/drawing/2014/main" id="{9A5B383E-D81E-A84D-56A7-C85979CC898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5454" y="5466610"/>
            <a:ext cx="771451" cy="771451"/>
          </a:xfrm>
          <a:prstGeom prst="rect">
            <a:avLst/>
          </a:prstGeom>
        </p:spPr>
      </p:pic>
      <p:sp>
        <p:nvSpPr>
          <p:cNvPr id="57" name="ZoneTexte 56">
            <a:extLst>
              <a:ext uri="{FF2B5EF4-FFF2-40B4-BE49-F238E27FC236}">
                <a16:creationId xmlns:a16="http://schemas.microsoft.com/office/drawing/2014/main" id="{A5C84E22-34FD-087A-00DB-F328DAC64A22}"/>
              </a:ext>
            </a:extLst>
          </p:cNvPr>
          <p:cNvSpPr txBox="1"/>
          <p:nvPr/>
        </p:nvSpPr>
        <p:spPr>
          <a:xfrm>
            <a:off x="2319239" y="573559"/>
            <a:ext cx="6190298" cy="707886"/>
          </a:xfrm>
          <a:prstGeom prst="rect">
            <a:avLst/>
          </a:prstGeom>
          <a:noFill/>
        </p:spPr>
        <p:txBody>
          <a:bodyPr wrap="square" rtlCol="0">
            <a:spAutoFit/>
          </a:bodyPr>
          <a:lstStyle/>
          <a:p>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ETUDE DE L’EXISTANT</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58" name="ZoneTexte 57">
            <a:extLst>
              <a:ext uri="{FF2B5EF4-FFF2-40B4-BE49-F238E27FC236}">
                <a16:creationId xmlns:a16="http://schemas.microsoft.com/office/drawing/2014/main" id="{7796D354-D84D-488B-5676-DA5CBB14200B}"/>
              </a:ext>
            </a:extLst>
          </p:cNvPr>
          <p:cNvSpPr txBox="1"/>
          <p:nvPr/>
        </p:nvSpPr>
        <p:spPr>
          <a:xfrm>
            <a:off x="2319239" y="2174519"/>
            <a:ext cx="8880707" cy="618439"/>
          </a:xfrm>
          <a:prstGeom prst="rect">
            <a:avLst/>
          </a:prstGeom>
          <a:noFill/>
        </p:spPr>
        <p:txBody>
          <a:bodyPr wrap="square" rtlCol="0">
            <a:spAutoFit/>
          </a:bodyPr>
          <a:lstStyle/>
          <a:p>
            <a:pPr lvl="0">
              <a:lnSpc>
                <a:spcPct val="115000"/>
              </a:lnSpc>
              <a:spcAft>
                <a:spcPts val="1000"/>
              </a:spcAft>
            </a:pPr>
            <a:r>
              <a:rPr lang="fr-FR" sz="3200" dirty="0">
                <a:solidFill>
                  <a:srgbClr val="EDEDE9"/>
                </a:solidFill>
                <a:effectLst/>
                <a:latin typeface="Montserrat" pitchFamily="2" charset="0"/>
                <a:ea typeface="Calibri" panose="020F0502020204030204" pitchFamily="34" charset="0"/>
                <a:cs typeface="Arial" panose="020B0604020202020204" pitchFamily="34" charset="0"/>
              </a:rPr>
              <a:t>La gestion de salles de TP     </a:t>
            </a:r>
            <a:endParaRPr lang="es-ES" sz="3200" dirty="0">
              <a:solidFill>
                <a:srgbClr val="EDEDE9"/>
              </a:solidFill>
              <a:effectLst/>
              <a:latin typeface="Montserrat" pitchFamily="2" charset="0"/>
              <a:ea typeface="Calibri" panose="020F0502020204030204" pitchFamily="34" charset="0"/>
              <a:cs typeface="Arial" panose="020B0604020202020204" pitchFamily="34" charset="0"/>
            </a:endParaRPr>
          </a:p>
        </p:txBody>
      </p:sp>
      <p:sp>
        <p:nvSpPr>
          <p:cNvPr id="59" name="ZoneTexte 58">
            <a:extLst>
              <a:ext uri="{FF2B5EF4-FFF2-40B4-BE49-F238E27FC236}">
                <a16:creationId xmlns:a16="http://schemas.microsoft.com/office/drawing/2014/main" id="{83F4E4F2-9EE6-547F-BAB0-55342F45A085}"/>
              </a:ext>
            </a:extLst>
          </p:cNvPr>
          <p:cNvSpPr txBox="1"/>
          <p:nvPr/>
        </p:nvSpPr>
        <p:spPr>
          <a:xfrm>
            <a:off x="2292626" y="2992118"/>
            <a:ext cx="7606748" cy="1754326"/>
          </a:xfrm>
          <a:prstGeom prst="rect">
            <a:avLst/>
          </a:prstGeom>
          <a:noFill/>
        </p:spPr>
        <p:txBody>
          <a:bodyPr wrap="square" rtlCol="0">
            <a:spAutoFit/>
          </a:bodyPr>
          <a:lstStyle/>
          <a:p>
            <a:r>
              <a:rPr lang="fr-FR" sz="18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La gestion des salles de travaux pratiques (TP) désigne l’ensemble des actions visant à organiser, planifier et superviser l’utilisation, l’équipement et l’état des salles dédiées aux activités pratiques, afin d’en assurer une exploitation optimale et continue dans un cadre pédagogique.</a:t>
            </a:r>
            <a:r>
              <a:rPr lang="fr-FR" sz="1800" b="1" dirty="0">
                <a:solidFill>
                  <a:srgbClr val="EDEDE9"/>
                </a:solidFill>
                <a:effectLst/>
                <a:latin typeface="Poppins" panose="00000500000000000000" pitchFamily="2" charset="0"/>
                <a:ea typeface="Calibri" panose="020F0502020204030204" pitchFamily="34" charset="0"/>
                <a:cs typeface="Poppins" panose="00000500000000000000" pitchFamily="2" charset="0"/>
              </a:rPr>
              <a:t>      </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a:p>
            <a:endParaRPr lang="es-ES" dirty="0">
              <a:solidFill>
                <a:srgbClr val="EDEDE9"/>
              </a:solidFill>
              <a:latin typeface="Poppins" panose="00000500000000000000" pitchFamily="2" charset="0"/>
              <a:cs typeface="Poppins" panose="00000500000000000000" pitchFamily="2" charset="0"/>
            </a:endParaRPr>
          </a:p>
        </p:txBody>
      </p:sp>
      <p:sp>
        <p:nvSpPr>
          <p:cNvPr id="2" name="ZoneTexte 1">
            <a:extLst>
              <a:ext uri="{FF2B5EF4-FFF2-40B4-BE49-F238E27FC236}">
                <a16:creationId xmlns:a16="http://schemas.microsoft.com/office/drawing/2014/main" id="{15274E7E-0FC5-8BC4-455B-43F775B2D6A8}"/>
              </a:ext>
            </a:extLst>
          </p:cNvPr>
          <p:cNvSpPr txBox="1"/>
          <p:nvPr/>
        </p:nvSpPr>
        <p:spPr>
          <a:xfrm>
            <a:off x="11883830" y="6457040"/>
            <a:ext cx="308170"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6</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25274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E9E8C1CE-D564-958A-9EFD-B553889D6785}"/>
            </a:ext>
          </a:extLst>
        </p:cNvPr>
        <p:cNvGrpSpPr/>
        <p:nvPr/>
      </p:nvGrpSpPr>
      <p:grpSpPr>
        <a:xfrm>
          <a:off x="0" y="0"/>
          <a:ext cx="0" cy="0"/>
          <a:chOff x="0" y="0"/>
          <a:chExt cx="0" cy="0"/>
        </a:xfrm>
      </p:grpSpPr>
      <p:sp>
        <p:nvSpPr>
          <p:cNvPr id="56" name="Ellipse 55">
            <a:extLst>
              <a:ext uri="{FF2B5EF4-FFF2-40B4-BE49-F238E27FC236}">
                <a16:creationId xmlns:a16="http://schemas.microsoft.com/office/drawing/2014/main" id="{CAAD8809-DCF3-BFEE-80B8-102784EA5C16}"/>
              </a:ext>
            </a:extLst>
          </p:cNvPr>
          <p:cNvSpPr/>
          <p:nvPr/>
        </p:nvSpPr>
        <p:spPr>
          <a:xfrm>
            <a:off x="924607" y="1596700"/>
            <a:ext cx="1155637" cy="1155637"/>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5" name="Image 44">
            <a:extLst>
              <a:ext uri="{FF2B5EF4-FFF2-40B4-BE49-F238E27FC236}">
                <a16:creationId xmlns:a16="http://schemas.microsoft.com/office/drawing/2014/main" id="{D6CADB0A-A2E0-E9C1-D16F-58CA530F4EB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3602" y="573559"/>
            <a:ext cx="677649" cy="677649"/>
          </a:xfrm>
          <a:prstGeom prst="rect">
            <a:avLst/>
          </a:prstGeom>
        </p:spPr>
      </p:pic>
      <p:pic>
        <p:nvPicPr>
          <p:cNvPr id="47" name="Image 46">
            <a:extLst>
              <a:ext uri="{FF2B5EF4-FFF2-40B4-BE49-F238E27FC236}">
                <a16:creationId xmlns:a16="http://schemas.microsoft.com/office/drawing/2014/main" id="{051C3551-FD9B-C6D0-45E3-7F7E786F436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2054" y="1664147"/>
            <a:ext cx="1020744" cy="1020744"/>
          </a:xfrm>
          <a:prstGeom prst="rect">
            <a:avLst/>
          </a:prstGeom>
        </p:spPr>
      </p:pic>
      <p:pic>
        <p:nvPicPr>
          <p:cNvPr id="49" name="Image 48">
            <a:extLst>
              <a:ext uri="{FF2B5EF4-FFF2-40B4-BE49-F238E27FC236}">
                <a16:creationId xmlns:a16="http://schemas.microsoft.com/office/drawing/2014/main" id="{29F57746-BF7E-C652-4E92-5A6AD2E8954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800" y="3097830"/>
            <a:ext cx="771451" cy="771451"/>
          </a:xfrm>
          <a:prstGeom prst="rect">
            <a:avLst/>
          </a:prstGeom>
        </p:spPr>
      </p:pic>
      <p:pic>
        <p:nvPicPr>
          <p:cNvPr id="51" name="Image 50">
            <a:extLst>
              <a:ext uri="{FF2B5EF4-FFF2-40B4-BE49-F238E27FC236}">
                <a16:creationId xmlns:a16="http://schemas.microsoft.com/office/drawing/2014/main" id="{D07F388B-64FE-85E1-C2A4-CEF09475D82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69800" y="4282220"/>
            <a:ext cx="771451" cy="771451"/>
          </a:xfrm>
          <a:prstGeom prst="rect">
            <a:avLst/>
          </a:prstGeom>
        </p:spPr>
      </p:pic>
      <p:pic>
        <p:nvPicPr>
          <p:cNvPr id="53" name="Image 52">
            <a:extLst>
              <a:ext uri="{FF2B5EF4-FFF2-40B4-BE49-F238E27FC236}">
                <a16:creationId xmlns:a16="http://schemas.microsoft.com/office/drawing/2014/main" id="{3F81EF34-09A6-2283-EA69-7EC04FA857B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5454" y="5466610"/>
            <a:ext cx="771451" cy="771451"/>
          </a:xfrm>
          <a:prstGeom prst="rect">
            <a:avLst/>
          </a:prstGeom>
        </p:spPr>
      </p:pic>
      <p:sp>
        <p:nvSpPr>
          <p:cNvPr id="2" name="ZoneTexte 1">
            <a:extLst>
              <a:ext uri="{FF2B5EF4-FFF2-40B4-BE49-F238E27FC236}">
                <a16:creationId xmlns:a16="http://schemas.microsoft.com/office/drawing/2014/main" id="{9A3442FA-2E5E-11E8-30C7-C33F3D77524C}"/>
              </a:ext>
            </a:extLst>
          </p:cNvPr>
          <p:cNvSpPr txBox="1"/>
          <p:nvPr/>
        </p:nvSpPr>
        <p:spPr>
          <a:xfrm>
            <a:off x="2319239" y="573559"/>
            <a:ext cx="6190298" cy="707886"/>
          </a:xfrm>
          <a:prstGeom prst="rect">
            <a:avLst/>
          </a:prstGeom>
          <a:noFill/>
        </p:spPr>
        <p:txBody>
          <a:bodyPr wrap="square" rtlCol="0">
            <a:spAutoFit/>
          </a:bodyPr>
          <a:lstStyle/>
          <a:p>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ETUDE DE L’EXISTANT</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3" name="ZoneTexte 2">
            <a:extLst>
              <a:ext uri="{FF2B5EF4-FFF2-40B4-BE49-F238E27FC236}">
                <a16:creationId xmlns:a16="http://schemas.microsoft.com/office/drawing/2014/main" id="{85BFBC65-D211-066E-14E4-5B3D99DC16E5}"/>
              </a:ext>
            </a:extLst>
          </p:cNvPr>
          <p:cNvSpPr txBox="1"/>
          <p:nvPr/>
        </p:nvSpPr>
        <p:spPr>
          <a:xfrm>
            <a:off x="2319239" y="2955817"/>
            <a:ext cx="8880707" cy="625428"/>
          </a:xfrm>
          <a:prstGeom prst="rect">
            <a:avLst/>
          </a:prstGeom>
          <a:noFill/>
        </p:spPr>
        <p:txBody>
          <a:bodyPr wrap="square" rtlCol="0">
            <a:spAutoFit/>
          </a:bodyPr>
          <a:lstStyle/>
          <a:p>
            <a:pPr lvl="0" rtl="0">
              <a:lnSpc>
                <a:spcPct val="115000"/>
              </a:lnSpc>
              <a:spcAft>
                <a:spcPts val="1000"/>
              </a:spcAft>
            </a:pPr>
            <a:r>
              <a:rPr lang="fr-FR" sz="3200" dirty="0">
                <a:solidFill>
                  <a:srgbClr val="EDEDE9"/>
                </a:solidFill>
                <a:effectLst/>
                <a:latin typeface="Montserrat" pitchFamily="2" charset="0"/>
                <a:ea typeface="Calibri" panose="020F0502020204030204" pitchFamily="34" charset="0"/>
                <a:cs typeface="Arial" panose="020B0604020202020204" pitchFamily="34" charset="0"/>
              </a:rPr>
              <a:t>Les acteurs </a:t>
            </a:r>
            <a:r>
              <a:rPr lang="fr-FR" sz="3200" dirty="0" err="1">
                <a:solidFill>
                  <a:srgbClr val="EDEDE9"/>
                </a:solidFill>
                <a:effectLst/>
                <a:latin typeface="Montserrat" pitchFamily="2" charset="0"/>
                <a:ea typeface="Calibri" panose="020F0502020204030204" pitchFamily="34" charset="0"/>
                <a:cs typeface="Arial" panose="020B0604020202020204" pitchFamily="34" charset="0"/>
              </a:rPr>
              <a:t>pricipeaux</a:t>
            </a:r>
            <a:r>
              <a:rPr lang="fr-FR" sz="3200" dirty="0">
                <a:solidFill>
                  <a:srgbClr val="EDEDE9"/>
                </a:solidFill>
                <a:effectLst/>
                <a:latin typeface="Montserrat" pitchFamily="2" charset="0"/>
                <a:ea typeface="Calibri" panose="020F0502020204030204" pitchFamily="34" charset="0"/>
                <a:cs typeface="Arial" panose="020B0604020202020204" pitchFamily="34" charset="0"/>
              </a:rPr>
              <a:t> </a:t>
            </a:r>
            <a:endParaRPr lang="es-ES" sz="3200" dirty="0">
              <a:solidFill>
                <a:srgbClr val="EDEDE9"/>
              </a:solidFill>
              <a:effectLst/>
              <a:latin typeface="Montserrat" pitchFamily="2" charset="0"/>
              <a:ea typeface="Calibri" panose="020F0502020204030204" pitchFamily="34" charset="0"/>
              <a:cs typeface="Arial" panose="020B0604020202020204" pitchFamily="34" charset="0"/>
            </a:endParaRPr>
          </a:p>
        </p:txBody>
      </p:sp>
      <p:sp>
        <p:nvSpPr>
          <p:cNvPr id="4" name="ZoneTexte 3">
            <a:extLst>
              <a:ext uri="{FF2B5EF4-FFF2-40B4-BE49-F238E27FC236}">
                <a16:creationId xmlns:a16="http://schemas.microsoft.com/office/drawing/2014/main" id="{CE08E3EE-A7E9-BE3B-AA11-10635FC98D8E}"/>
              </a:ext>
            </a:extLst>
          </p:cNvPr>
          <p:cNvSpPr txBox="1"/>
          <p:nvPr/>
        </p:nvSpPr>
        <p:spPr>
          <a:xfrm>
            <a:off x="2319239" y="3618522"/>
            <a:ext cx="4232032" cy="646331"/>
          </a:xfrm>
          <a:prstGeom prst="rect">
            <a:avLst/>
          </a:prstGeom>
          <a:noFill/>
        </p:spPr>
        <p:txBody>
          <a:bodyPr wrap="square" rtlCol="0">
            <a:spAutoFit/>
          </a:bodyPr>
          <a:lstStyle/>
          <a:p>
            <a:r>
              <a:rPr lang="fr-FR" sz="1800" dirty="0" err="1">
                <a:solidFill>
                  <a:srgbClr val="EDEDE9"/>
                </a:solidFill>
                <a:effectLst/>
                <a:latin typeface="Poppins" panose="00000500000000000000" pitchFamily="2" charset="0"/>
                <a:ea typeface="Calibri" panose="020F0502020204030204" pitchFamily="34" charset="0"/>
                <a:cs typeface="Poppins" panose="00000500000000000000" pitchFamily="2" charset="0"/>
              </a:rPr>
              <a:t>Bouayed</a:t>
            </a:r>
            <a:r>
              <a:rPr lang="fr-FR" sz="18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 </a:t>
            </a:r>
            <a:r>
              <a:rPr lang="fr-FR" sz="1800" dirty="0" err="1">
                <a:solidFill>
                  <a:srgbClr val="EDEDE9"/>
                </a:solidFill>
                <a:effectLst/>
                <a:latin typeface="Poppins" panose="00000500000000000000" pitchFamily="2" charset="0"/>
                <a:ea typeface="Calibri" panose="020F0502020204030204" pitchFamily="34" charset="0"/>
                <a:cs typeface="Poppins" panose="00000500000000000000" pitchFamily="2" charset="0"/>
              </a:rPr>
              <a:t>ilyes</a:t>
            </a:r>
            <a:r>
              <a:rPr lang="fr-FR" sz="18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 et </a:t>
            </a:r>
            <a:r>
              <a:rPr lang="fr-FR" dirty="0">
                <a:solidFill>
                  <a:srgbClr val="EDEDE9"/>
                </a:solidFill>
                <a:latin typeface="Poppins" panose="00000500000000000000" pitchFamily="2" charset="0"/>
                <a:ea typeface="Calibri" panose="020F0502020204030204" pitchFamily="34" charset="0"/>
                <a:cs typeface="Poppins" panose="00000500000000000000" pitchFamily="2" charset="0"/>
              </a:rPr>
              <a:t>Son assistant</a:t>
            </a:r>
            <a:endParaRPr lang="fr-FR"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a:p>
            <a:endParaRPr lang="es-ES" dirty="0">
              <a:solidFill>
                <a:srgbClr val="EDEDE9"/>
              </a:solidFill>
              <a:latin typeface="Poppins" panose="00000500000000000000" pitchFamily="2" charset="0"/>
              <a:cs typeface="Poppins" panose="00000500000000000000" pitchFamily="2" charset="0"/>
            </a:endParaRPr>
          </a:p>
        </p:txBody>
      </p:sp>
      <p:sp>
        <p:nvSpPr>
          <p:cNvPr id="5" name="ZoneTexte 4">
            <a:extLst>
              <a:ext uri="{FF2B5EF4-FFF2-40B4-BE49-F238E27FC236}">
                <a16:creationId xmlns:a16="http://schemas.microsoft.com/office/drawing/2014/main" id="{41D92290-0F15-F314-9099-C0B4F3E42EB9}"/>
              </a:ext>
            </a:extLst>
          </p:cNvPr>
          <p:cNvSpPr txBox="1"/>
          <p:nvPr/>
        </p:nvSpPr>
        <p:spPr>
          <a:xfrm>
            <a:off x="11883830" y="6457040"/>
            <a:ext cx="308170"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6</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03669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C8063372-2BAD-D0A8-F4C2-50CB9EB89EF1}"/>
            </a:ext>
          </a:extLst>
        </p:cNvPr>
        <p:cNvGrpSpPr/>
        <p:nvPr/>
      </p:nvGrpSpPr>
      <p:grpSpPr>
        <a:xfrm>
          <a:off x="0" y="0"/>
          <a:ext cx="0" cy="0"/>
          <a:chOff x="0" y="0"/>
          <a:chExt cx="0" cy="0"/>
        </a:xfrm>
      </p:grpSpPr>
      <p:sp>
        <p:nvSpPr>
          <p:cNvPr id="56" name="Ellipse 55">
            <a:extLst>
              <a:ext uri="{FF2B5EF4-FFF2-40B4-BE49-F238E27FC236}">
                <a16:creationId xmlns:a16="http://schemas.microsoft.com/office/drawing/2014/main" id="{718FB659-ABEF-E079-D694-C684A1F1BBEB}"/>
              </a:ext>
            </a:extLst>
          </p:cNvPr>
          <p:cNvSpPr/>
          <p:nvPr/>
        </p:nvSpPr>
        <p:spPr>
          <a:xfrm>
            <a:off x="924607" y="2905736"/>
            <a:ext cx="1155637" cy="1155637"/>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5" name="Image 44">
            <a:extLst>
              <a:ext uri="{FF2B5EF4-FFF2-40B4-BE49-F238E27FC236}">
                <a16:creationId xmlns:a16="http://schemas.microsoft.com/office/drawing/2014/main" id="{C7C8A209-E0A1-2F96-2E43-9E24A36CFC7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3602" y="573559"/>
            <a:ext cx="677649" cy="677649"/>
          </a:xfrm>
          <a:prstGeom prst="rect">
            <a:avLst/>
          </a:prstGeom>
        </p:spPr>
      </p:pic>
      <p:pic>
        <p:nvPicPr>
          <p:cNvPr id="47" name="Image 46">
            <a:extLst>
              <a:ext uri="{FF2B5EF4-FFF2-40B4-BE49-F238E27FC236}">
                <a16:creationId xmlns:a16="http://schemas.microsoft.com/office/drawing/2014/main" id="{E9FFA671-7EF7-218D-D7FF-A331401A1E1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2054" y="1664147"/>
            <a:ext cx="1020744" cy="1020744"/>
          </a:xfrm>
          <a:prstGeom prst="rect">
            <a:avLst/>
          </a:prstGeom>
        </p:spPr>
      </p:pic>
      <p:pic>
        <p:nvPicPr>
          <p:cNvPr id="49" name="Image 48">
            <a:extLst>
              <a:ext uri="{FF2B5EF4-FFF2-40B4-BE49-F238E27FC236}">
                <a16:creationId xmlns:a16="http://schemas.microsoft.com/office/drawing/2014/main" id="{93261C82-1E36-DEDE-FB9E-77A4015BE39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800" y="3097830"/>
            <a:ext cx="771451" cy="771451"/>
          </a:xfrm>
          <a:prstGeom prst="rect">
            <a:avLst/>
          </a:prstGeom>
        </p:spPr>
      </p:pic>
      <p:pic>
        <p:nvPicPr>
          <p:cNvPr id="51" name="Image 50">
            <a:extLst>
              <a:ext uri="{FF2B5EF4-FFF2-40B4-BE49-F238E27FC236}">
                <a16:creationId xmlns:a16="http://schemas.microsoft.com/office/drawing/2014/main" id="{7F655366-248F-7DC1-CD3F-3F544F6F31D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69800" y="4282220"/>
            <a:ext cx="771451" cy="771451"/>
          </a:xfrm>
          <a:prstGeom prst="rect">
            <a:avLst/>
          </a:prstGeom>
        </p:spPr>
      </p:pic>
      <p:pic>
        <p:nvPicPr>
          <p:cNvPr id="53" name="Image 52">
            <a:extLst>
              <a:ext uri="{FF2B5EF4-FFF2-40B4-BE49-F238E27FC236}">
                <a16:creationId xmlns:a16="http://schemas.microsoft.com/office/drawing/2014/main" id="{5B766A0C-ABC2-21C9-BAB0-0DEDCD04B77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5454" y="5466610"/>
            <a:ext cx="771451" cy="771451"/>
          </a:xfrm>
          <a:prstGeom prst="rect">
            <a:avLst/>
          </a:prstGeom>
        </p:spPr>
      </p:pic>
      <p:sp>
        <p:nvSpPr>
          <p:cNvPr id="2" name="ZoneTexte 1">
            <a:extLst>
              <a:ext uri="{FF2B5EF4-FFF2-40B4-BE49-F238E27FC236}">
                <a16:creationId xmlns:a16="http://schemas.microsoft.com/office/drawing/2014/main" id="{9536401B-3401-52DD-3BA5-40EF8144C9C9}"/>
              </a:ext>
            </a:extLst>
          </p:cNvPr>
          <p:cNvSpPr txBox="1"/>
          <p:nvPr/>
        </p:nvSpPr>
        <p:spPr>
          <a:xfrm>
            <a:off x="2319239" y="573559"/>
            <a:ext cx="6190298" cy="707886"/>
          </a:xfrm>
          <a:prstGeom prst="rect">
            <a:avLst/>
          </a:prstGeom>
          <a:noFill/>
        </p:spPr>
        <p:txBody>
          <a:bodyPr wrap="square" rtlCol="0">
            <a:spAutoFit/>
          </a:bodyPr>
          <a:lstStyle/>
          <a:p>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ETUDE DE L’EXISTANT</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3" name="ZoneTexte 2">
            <a:extLst>
              <a:ext uri="{FF2B5EF4-FFF2-40B4-BE49-F238E27FC236}">
                <a16:creationId xmlns:a16="http://schemas.microsoft.com/office/drawing/2014/main" id="{7EA0AEC4-3602-E3F5-8FA2-23535E5B00E2}"/>
              </a:ext>
            </a:extLst>
          </p:cNvPr>
          <p:cNvSpPr txBox="1"/>
          <p:nvPr/>
        </p:nvSpPr>
        <p:spPr>
          <a:xfrm>
            <a:off x="11883830" y="6457040"/>
            <a:ext cx="308170"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6</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017020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8DB53291-A497-F4EB-4BD2-81934119A693}"/>
            </a:ext>
          </a:extLst>
        </p:cNvPr>
        <p:cNvGrpSpPr/>
        <p:nvPr/>
      </p:nvGrpSpPr>
      <p:grpSpPr>
        <a:xfrm>
          <a:off x="0" y="0"/>
          <a:ext cx="0" cy="0"/>
          <a:chOff x="0" y="0"/>
          <a:chExt cx="0" cy="0"/>
        </a:xfrm>
      </p:grpSpPr>
      <p:sp>
        <p:nvSpPr>
          <p:cNvPr id="56" name="Ellipse 55">
            <a:extLst>
              <a:ext uri="{FF2B5EF4-FFF2-40B4-BE49-F238E27FC236}">
                <a16:creationId xmlns:a16="http://schemas.microsoft.com/office/drawing/2014/main" id="{8FBC0DD2-7325-8F26-F507-A7335A6E34FB}"/>
              </a:ext>
            </a:extLst>
          </p:cNvPr>
          <p:cNvSpPr/>
          <p:nvPr/>
        </p:nvSpPr>
        <p:spPr>
          <a:xfrm>
            <a:off x="924607" y="4090126"/>
            <a:ext cx="1155637" cy="1155637"/>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5" name="Image 44">
            <a:extLst>
              <a:ext uri="{FF2B5EF4-FFF2-40B4-BE49-F238E27FC236}">
                <a16:creationId xmlns:a16="http://schemas.microsoft.com/office/drawing/2014/main" id="{BA731885-FDF5-2926-8A33-12B87565627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3602" y="573559"/>
            <a:ext cx="677649" cy="677649"/>
          </a:xfrm>
          <a:prstGeom prst="rect">
            <a:avLst/>
          </a:prstGeom>
        </p:spPr>
      </p:pic>
      <p:pic>
        <p:nvPicPr>
          <p:cNvPr id="47" name="Image 46">
            <a:extLst>
              <a:ext uri="{FF2B5EF4-FFF2-40B4-BE49-F238E27FC236}">
                <a16:creationId xmlns:a16="http://schemas.microsoft.com/office/drawing/2014/main" id="{E0FE8087-9FDB-35B3-7273-20F09ABFC40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2054" y="1664147"/>
            <a:ext cx="1020744" cy="1020744"/>
          </a:xfrm>
          <a:prstGeom prst="rect">
            <a:avLst/>
          </a:prstGeom>
        </p:spPr>
      </p:pic>
      <p:pic>
        <p:nvPicPr>
          <p:cNvPr id="49" name="Image 48">
            <a:extLst>
              <a:ext uri="{FF2B5EF4-FFF2-40B4-BE49-F238E27FC236}">
                <a16:creationId xmlns:a16="http://schemas.microsoft.com/office/drawing/2014/main" id="{2A02C4DB-D51A-D091-9039-6F49B1D1D62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800" y="3097830"/>
            <a:ext cx="771451" cy="771451"/>
          </a:xfrm>
          <a:prstGeom prst="rect">
            <a:avLst/>
          </a:prstGeom>
        </p:spPr>
      </p:pic>
      <p:pic>
        <p:nvPicPr>
          <p:cNvPr id="51" name="Image 50">
            <a:extLst>
              <a:ext uri="{FF2B5EF4-FFF2-40B4-BE49-F238E27FC236}">
                <a16:creationId xmlns:a16="http://schemas.microsoft.com/office/drawing/2014/main" id="{894520C1-1C11-5212-4475-084846A1CF0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69800" y="4282220"/>
            <a:ext cx="771451" cy="771451"/>
          </a:xfrm>
          <a:prstGeom prst="rect">
            <a:avLst/>
          </a:prstGeom>
        </p:spPr>
      </p:pic>
      <p:pic>
        <p:nvPicPr>
          <p:cNvPr id="53" name="Image 52">
            <a:extLst>
              <a:ext uri="{FF2B5EF4-FFF2-40B4-BE49-F238E27FC236}">
                <a16:creationId xmlns:a16="http://schemas.microsoft.com/office/drawing/2014/main" id="{F1660461-B757-C111-1261-80B39B71C07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5454" y="5466610"/>
            <a:ext cx="771451" cy="771451"/>
          </a:xfrm>
          <a:prstGeom prst="rect">
            <a:avLst/>
          </a:prstGeom>
        </p:spPr>
      </p:pic>
      <p:sp>
        <p:nvSpPr>
          <p:cNvPr id="2" name="ZoneTexte 1">
            <a:extLst>
              <a:ext uri="{FF2B5EF4-FFF2-40B4-BE49-F238E27FC236}">
                <a16:creationId xmlns:a16="http://schemas.microsoft.com/office/drawing/2014/main" id="{5B3E62AE-9FFB-B4DE-C04F-CC93718A64E7}"/>
              </a:ext>
            </a:extLst>
          </p:cNvPr>
          <p:cNvSpPr txBox="1"/>
          <p:nvPr/>
        </p:nvSpPr>
        <p:spPr>
          <a:xfrm>
            <a:off x="2319239" y="573559"/>
            <a:ext cx="6190298" cy="707886"/>
          </a:xfrm>
          <a:prstGeom prst="rect">
            <a:avLst/>
          </a:prstGeom>
          <a:noFill/>
        </p:spPr>
        <p:txBody>
          <a:bodyPr wrap="square" rtlCol="0">
            <a:spAutoFit/>
          </a:bodyPr>
          <a:lstStyle/>
          <a:p>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ETUDE DE L’EXISTANT</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3" name="ZoneTexte 2">
            <a:extLst>
              <a:ext uri="{FF2B5EF4-FFF2-40B4-BE49-F238E27FC236}">
                <a16:creationId xmlns:a16="http://schemas.microsoft.com/office/drawing/2014/main" id="{F816E151-4009-B30D-3067-A21763D41DD1}"/>
              </a:ext>
            </a:extLst>
          </p:cNvPr>
          <p:cNvSpPr txBox="1"/>
          <p:nvPr/>
        </p:nvSpPr>
        <p:spPr>
          <a:xfrm>
            <a:off x="2319239" y="2020612"/>
            <a:ext cx="9501809" cy="1077218"/>
          </a:xfrm>
          <a:prstGeom prst="rect">
            <a:avLst/>
          </a:prstGeom>
          <a:noFill/>
        </p:spPr>
        <p:txBody>
          <a:bodyPr wrap="square" rtlCol="0">
            <a:spAutoFit/>
          </a:bodyPr>
          <a:lstStyle/>
          <a:p>
            <a:r>
              <a:rPr lang="fr-FR" sz="3200" dirty="0" err="1">
                <a:solidFill>
                  <a:srgbClr val="EDEDE9"/>
                </a:solidFill>
                <a:effectLst/>
                <a:latin typeface="Montserrat" pitchFamily="2" charset="0"/>
                <a:ea typeface="Calibri" panose="020F0502020204030204" pitchFamily="34" charset="0"/>
                <a:cs typeface="Arial" panose="020B0604020202020204" pitchFamily="34" charset="0"/>
              </a:rPr>
              <a:t>Problemes</a:t>
            </a:r>
            <a:r>
              <a:rPr lang="fr-FR" sz="3200" dirty="0">
                <a:solidFill>
                  <a:srgbClr val="EDEDE9"/>
                </a:solidFill>
                <a:effectLst/>
                <a:latin typeface="Montserrat" pitchFamily="2" charset="0"/>
                <a:ea typeface="Calibri" panose="020F0502020204030204" pitchFamily="34" charset="0"/>
                <a:cs typeface="Arial" panose="020B0604020202020204" pitchFamily="34" charset="0"/>
              </a:rPr>
              <a:t> et Limitations du système actuel </a:t>
            </a:r>
            <a:endParaRPr lang="es-ES" sz="3200" dirty="0">
              <a:solidFill>
                <a:srgbClr val="EDEDE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EDEDE9"/>
              </a:solidFill>
              <a:latin typeface="Montserrat" pitchFamily="2" charset="0"/>
            </a:endParaRPr>
          </a:p>
        </p:txBody>
      </p:sp>
      <p:sp>
        <p:nvSpPr>
          <p:cNvPr id="4" name="ZoneTexte 3">
            <a:extLst>
              <a:ext uri="{FF2B5EF4-FFF2-40B4-BE49-F238E27FC236}">
                <a16:creationId xmlns:a16="http://schemas.microsoft.com/office/drawing/2014/main" id="{BB3B8D89-7732-0C31-C9D6-9408E09B9CEE}"/>
              </a:ext>
            </a:extLst>
          </p:cNvPr>
          <p:cNvSpPr txBox="1"/>
          <p:nvPr/>
        </p:nvSpPr>
        <p:spPr>
          <a:xfrm>
            <a:off x="2386685" y="2887184"/>
            <a:ext cx="6983787" cy="646331"/>
          </a:xfrm>
          <a:prstGeom prst="rect">
            <a:avLst/>
          </a:prstGeom>
          <a:noFill/>
        </p:spPr>
        <p:txBody>
          <a:bodyPr wrap="square" rtlCol="0">
            <a:spAutoFit/>
          </a:bodyPr>
          <a:lstStyle/>
          <a:p>
            <a:r>
              <a:rPr lang="fr-FR" dirty="0">
                <a:solidFill>
                  <a:srgbClr val="EDEDE9"/>
                </a:solidFill>
                <a:latin typeface="Poppins" panose="00000500000000000000" pitchFamily="2" charset="0"/>
                <a:ea typeface="Times New Roman" panose="02020603050405020304" pitchFamily="18" charset="0"/>
                <a:cs typeface="Poppins" panose="00000500000000000000" pitchFamily="2" charset="0"/>
              </a:rPr>
              <a:t>.</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Perte de temps dans la planification des séances.</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a:p>
            <a:endParaRPr lang="es-ES" dirty="0">
              <a:solidFill>
                <a:srgbClr val="EDEDE9"/>
              </a:solidFill>
              <a:latin typeface="Poppins" panose="00000500000000000000" pitchFamily="2" charset="0"/>
              <a:cs typeface="Poppins" panose="00000500000000000000" pitchFamily="2" charset="0"/>
            </a:endParaRPr>
          </a:p>
        </p:txBody>
      </p:sp>
      <p:sp>
        <p:nvSpPr>
          <p:cNvPr id="5" name="ZoneTexte 4">
            <a:extLst>
              <a:ext uri="{FF2B5EF4-FFF2-40B4-BE49-F238E27FC236}">
                <a16:creationId xmlns:a16="http://schemas.microsoft.com/office/drawing/2014/main" id="{42C64E29-EA86-F48F-DC3B-E1C3167327CA}"/>
              </a:ext>
            </a:extLst>
          </p:cNvPr>
          <p:cNvSpPr txBox="1"/>
          <p:nvPr/>
        </p:nvSpPr>
        <p:spPr>
          <a:xfrm>
            <a:off x="1231048" y="3428412"/>
            <a:ext cx="10098048" cy="395878"/>
          </a:xfrm>
          <a:prstGeom prst="rect">
            <a:avLst/>
          </a:prstGeom>
          <a:noFill/>
        </p:spPr>
        <p:txBody>
          <a:bodyPr wrap="square" rtlCol="0">
            <a:spAutoFit/>
          </a:bodyPr>
          <a:lstStyle/>
          <a:p>
            <a:pPr marL="1143000">
              <a:lnSpc>
                <a:spcPct val="115000"/>
              </a:lnSpc>
              <a:spcAft>
                <a:spcPts val="1000"/>
              </a:spcAft>
              <a:buNone/>
            </a:pPr>
            <a:r>
              <a:rPr lang="fr-FR" dirty="0">
                <a:solidFill>
                  <a:srgbClr val="EDEDE9"/>
                </a:solidFill>
                <a:latin typeface="Poppins" panose="00000500000000000000" pitchFamily="2" charset="0"/>
                <a:ea typeface="Times New Roman" panose="02020603050405020304" pitchFamily="18" charset="0"/>
                <a:cs typeface="Poppins" panose="00000500000000000000" pitchFamily="2" charset="0"/>
              </a:rPr>
              <a:t>.</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Difficulté à suivre l’état des salles (occupation, maintenance, disponibilité).</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6" name="ZoneTexte 5">
            <a:extLst>
              <a:ext uri="{FF2B5EF4-FFF2-40B4-BE49-F238E27FC236}">
                <a16:creationId xmlns:a16="http://schemas.microsoft.com/office/drawing/2014/main" id="{A1CB8127-EEBE-8D2A-7862-A1603B6728A4}"/>
              </a:ext>
            </a:extLst>
          </p:cNvPr>
          <p:cNvSpPr txBox="1"/>
          <p:nvPr/>
        </p:nvSpPr>
        <p:spPr>
          <a:xfrm>
            <a:off x="2386684" y="4039290"/>
            <a:ext cx="6983787" cy="369332"/>
          </a:xfrm>
          <a:prstGeom prst="rect">
            <a:avLst/>
          </a:prstGeom>
          <a:noFill/>
        </p:spPr>
        <p:txBody>
          <a:bodyPr wrap="square" rtlCol="0">
            <a:spAutoFit/>
          </a:bodyPr>
          <a:lstStyle/>
          <a:p>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.Risque de conflits dans la réservation des salles.</a:t>
            </a:r>
            <a:endParaRPr lang="es-ES" dirty="0">
              <a:solidFill>
                <a:srgbClr val="EDEDE9"/>
              </a:solidFill>
              <a:latin typeface="Poppins" panose="00000500000000000000" pitchFamily="2" charset="0"/>
              <a:cs typeface="Poppins" panose="00000500000000000000" pitchFamily="2" charset="0"/>
            </a:endParaRPr>
          </a:p>
        </p:txBody>
      </p:sp>
      <p:sp>
        <p:nvSpPr>
          <p:cNvPr id="7" name="ZoneTexte 6">
            <a:extLst>
              <a:ext uri="{FF2B5EF4-FFF2-40B4-BE49-F238E27FC236}">
                <a16:creationId xmlns:a16="http://schemas.microsoft.com/office/drawing/2014/main" id="{D5E579F5-F187-078C-8D41-93437437ACE5}"/>
              </a:ext>
            </a:extLst>
          </p:cNvPr>
          <p:cNvSpPr txBox="1"/>
          <p:nvPr/>
        </p:nvSpPr>
        <p:spPr>
          <a:xfrm>
            <a:off x="2386683" y="4623622"/>
            <a:ext cx="6983787" cy="369332"/>
          </a:xfrm>
          <a:prstGeom prst="rect">
            <a:avLst/>
          </a:prstGeom>
          <a:noFill/>
        </p:spPr>
        <p:txBody>
          <a:bodyPr wrap="square" rtlCol="0">
            <a:spAutoFit/>
          </a:bodyPr>
          <a:lstStyle/>
          <a:p>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.Faible centralisation de l’information.</a:t>
            </a:r>
            <a:endParaRPr lang="es-ES" dirty="0">
              <a:solidFill>
                <a:srgbClr val="EDEDE9"/>
              </a:solidFill>
              <a:latin typeface="Poppins" panose="00000500000000000000" pitchFamily="2" charset="0"/>
              <a:cs typeface="Poppins" panose="00000500000000000000" pitchFamily="2" charset="0"/>
            </a:endParaRPr>
          </a:p>
        </p:txBody>
      </p:sp>
      <p:sp>
        <p:nvSpPr>
          <p:cNvPr id="8" name="ZoneTexte 7">
            <a:extLst>
              <a:ext uri="{FF2B5EF4-FFF2-40B4-BE49-F238E27FC236}">
                <a16:creationId xmlns:a16="http://schemas.microsoft.com/office/drawing/2014/main" id="{22764463-F1C6-407B-7E52-7B52FDA0F4C1}"/>
              </a:ext>
            </a:extLst>
          </p:cNvPr>
          <p:cNvSpPr txBox="1"/>
          <p:nvPr/>
        </p:nvSpPr>
        <p:spPr>
          <a:xfrm>
            <a:off x="11883830" y="6457040"/>
            <a:ext cx="308170"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6</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545364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BDE7A8EB-F682-9F46-0988-028A941C5719}"/>
            </a:ext>
          </a:extLst>
        </p:cNvPr>
        <p:cNvGrpSpPr/>
        <p:nvPr/>
      </p:nvGrpSpPr>
      <p:grpSpPr>
        <a:xfrm>
          <a:off x="0" y="0"/>
          <a:ext cx="0" cy="0"/>
          <a:chOff x="0" y="0"/>
          <a:chExt cx="0" cy="0"/>
        </a:xfrm>
      </p:grpSpPr>
      <p:sp>
        <p:nvSpPr>
          <p:cNvPr id="56" name="Ellipse 55">
            <a:extLst>
              <a:ext uri="{FF2B5EF4-FFF2-40B4-BE49-F238E27FC236}">
                <a16:creationId xmlns:a16="http://schemas.microsoft.com/office/drawing/2014/main" id="{505303A2-1E07-DBF5-BBEA-53497D19EFE1}"/>
              </a:ext>
            </a:extLst>
          </p:cNvPr>
          <p:cNvSpPr/>
          <p:nvPr/>
        </p:nvSpPr>
        <p:spPr>
          <a:xfrm>
            <a:off x="924607" y="5274516"/>
            <a:ext cx="1155637" cy="1155637"/>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5" name="Image 44">
            <a:extLst>
              <a:ext uri="{FF2B5EF4-FFF2-40B4-BE49-F238E27FC236}">
                <a16:creationId xmlns:a16="http://schemas.microsoft.com/office/drawing/2014/main" id="{BCE34FCF-B92A-1013-7BC2-C2DEBE4AF4B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3602" y="573559"/>
            <a:ext cx="677649" cy="677649"/>
          </a:xfrm>
          <a:prstGeom prst="rect">
            <a:avLst/>
          </a:prstGeom>
        </p:spPr>
      </p:pic>
      <p:pic>
        <p:nvPicPr>
          <p:cNvPr id="47" name="Image 46">
            <a:extLst>
              <a:ext uri="{FF2B5EF4-FFF2-40B4-BE49-F238E27FC236}">
                <a16:creationId xmlns:a16="http://schemas.microsoft.com/office/drawing/2014/main" id="{7850452C-385C-8469-1B5C-A63B778A9B1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2054" y="1664147"/>
            <a:ext cx="1020744" cy="1020744"/>
          </a:xfrm>
          <a:prstGeom prst="rect">
            <a:avLst/>
          </a:prstGeom>
        </p:spPr>
      </p:pic>
      <p:pic>
        <p:nvPicPr>
          <p:cNvPr id="49" name="Image 48">
            <a:extLst>
              <a:ext uri="{FF2B5EF4-FFF2-40B4-BE49-F238E27FC236}">
                <a16:creationId xmlns:a16="http://schemas.microsoft.com/office/drawing/2014/main" id="{EECA36AB-5FD2-433E-A2DA-26F3AD51248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9800" y="3097830"/>
            <a:ext cx="771451" cy="771451"/>
          </a:xfrm>
          <a:prstGeom prst="rect">
            <a:avLst/>
          </a:prstGeom>
        </p:spPr>
      </p:pic>
      <p:pic>
        <p:nvPicPr>
          <p:cNvPr id="51" name="Image 50">
            <a:extLst>
              <a:ext uri="{FF2B5EF4-FFF2-40B4-BE49-F238E27FC236}">
                <a16:creationId xmlns:a16="http://schemas.microsoft.com/office/drawing/2014/main" id="{BA5A6BA2-92DC-322E-445B-19528303340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69800" y="4282220"/>
            <a:ext cx="771451" cy="771451"/>
          </a:xfrm>
          <a:prstGeom prst="rect">
            <a:avLst/>
          </a:prstGeom>
        </p:spPr>
      </p:pic>
      <p:pic>
        <p:nvPicPr>
          <p:cNvPr id="53" name="Image 52">
            <a:extLst>
              <a:ext uri="{FF2B5EF4-FFF2-40B4-BE49-F238E27FC236}">
                <a16:creationId xmlns:a16="http://schemas.microsoft.com/office/drawing/2014/main" id="{8A11320F-FCB9-C1D4-DCE7-E6FFDC364F2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5454" y="5466610"/>
            <a:ext cx="771451" cy="771451"/>
          </a:xfrm>
          <a:prstGeom prst="rect">
            <a:avLst/>
          </a:prstGeom>
        </p:spPr>
      </p:pic>
      <p:sp>
        <p:nvSpPr>
          <p:cNvPr id="2" name="ZoneTexte 1">
            <a:extLst>
              <a:ext uri="{FF2B5EF4-FFF2-40B4-BE49-F238E27FC236}">
                <a16:creationId xmlns:a16="http://schemas.microsoft.com/office/drawing/2014/main" id="{71E73037-C7DD-D13F-3D75-D7D811F87402}"/>
              </a:ext>
            </a:extLst>
          </p:cNvPr>
          <p:cNvSpPr txBox="1"/>
          <p:nvPr/>
        </p:nvSpPr>
        <p:spPr>
          <a:xfrm>
            <a:off x="2319239" y="573559"/>
            <a:ext cx="6190298" cy="707886"/>
          </a:xfrm>
          <a:prstGeom prst="rect">
            <a:avLst/>
          </a:prstGeom>
          <a:noFill/>
        </p:spPr>
        <p:txBody>
          <a:bodyPr wrap="square" rtlCol="0">
            <a:spAutoFit/>
          </a:bodyPr>
          <a:lstStyle/>
          <a:p>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ETUDE DE L’EXISTANT</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3" name="ZoneTexte 2">
            <a:extLst>
              <a:ext uri="{FF2B5EF4-FFF2-40B4-BE49-F238E27FC236}">
                <a16:creationId xmlns:a16="http://schemas.microsoft.com/office/drawing/2014/main" id="{27CEF752-2FB4-3934-B3FA-68EC51C228D0}"/>
              </a:ext>
            </a:extLst>
          </p:cNvPr>
          <p:cNvSpPr txBox="1"/>
          <p:nvPr/>
        </p:nvSpPr>
        <p:spPr>
          <a:xfrm>
            <a:off x="2319239" y="2020612"/>
            <a:ext cx="7248939" cy="1077218"/>
          </a:xfrm>
          <a:prstGeom prst="rect">
            <a:avLst/>
          </a:prstGeom>
          <a:noFill/>
        </p:spPr>
        <p:txBody>
          <a:bodyPr wrap="square" rtlCol="0">
            <a:spAutoFit/>
          </a:bodyPr>
          <a:lstStyle/>
          <a:p>
            <a:r>
              <a:rPr lang="fr-FR" sz="3200" dirty="0">
                <a:solidFill>
                  <a:srgbClr val="EDEDE9"/>
                </a:solidFill>
                <a:effectLst/>
                <a:latin typeface="Montserrat" pitchFamily="2" charset="0"/>
                <a:ea typeface="Calibri" panose="020F0502020204030204" pitchFamily="34" charset="0"/>
                <a:cs typeface="Arial" panose="020B0604020202020204" pitchFamily="34" charset="0"/>
              </a:rPr>
              <a:t>Objectifs de l’application</a:t>
            </a:r>
            <a:endParaRPr lang="es-ES" sz="3200" dirty="0">
              <a:solidFill>
                <a:srgbClr val="EDEDE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EDEDE9"/>
              </a:solidFill>
              <a:latin typeface="Montserrat" pitchFamily="2" charset="0"/>
            </a:endParaRPr>
          </a:p>
        </p:txBody>
      </p:sp>
      <p:sp>
        <p:nvSpPr>
          <p:cNvPr id="4" name="ZoneTexte 3">
            <a:extLst>
              <a:ext uri="{FF2B5EF4-FFF2-40B4-BE49-F238E27FC236}">
                <a16:creationId xmlns:a16="http://schemas.microsoft.com/office/drawing/2014/main" id="{5F108989-C523-4123-0519-F083D0453C71}"/>
              </a:ext>
            </a:extLst>
          </p:cNvPr>
          <p:cNvSpPr txBox="1"/>
          <p:nvPr/>
        </p:nvSpPr>
        <p:spPr>
          <a:xfrm>
            <a:off x="2429826" y="2632658"/>
            <a:ext cx="9236765" cy="923330"/>
          </a:xfrm>
          <a:prstGeom prst="rect">
            <a:avLst/>
          </a:prstGeom>
          <a:noFill/>
        </p:spPr>
        <p:txBody>
          <a:bodyPr wrap="square" rtlCol="0">
            <a:spAutoFit/>
          </a:bodyPr>
          <a:lstStyle/>
          <a:p>
            <a:r>
              <a:rPr lang="fr-FR" sz="1800" dirty="0">
                <a:solidFill>
                  <a:srgbClr val="EDEDE9"/>
                </a:solidFill>
                <a:effectLst/>
                <a:latin typeface="Poppins Black" panose="00000A00000000000000" pitchFamily="2" charset="0"/>
                <a:ea typeface="Times New Roman" panose="02020603050405020304" pitchFamily="18" charset="0"/>
                <a:cs typeface="Poppins Black" panose="00000A00000000000000" pitchFamily="2" charset="0"/>
              </a:rPr>
              <a:t>Centraliser</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 toutes les informations liées aux salles (emploi du temps, état, équipements).</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a:p>
            <a:endParaRPr lang="es-ES" dirty="0">
              <a:solidFill>
                <a:srgbClr val="EDEDE9"/>
              </a:solidFill>
              <a:latin typeface="Poppins" panose="00000500000000000000" pitchFamily="2" charset="0"/>
              <a:cs typeface="Poppins" panose="00000500000000000000" pitchFamily="2" charset="0"/>
            </a:endParaRPr>
          </a:p>
        </p:txBody>
      </p:sp>
      <p:sp>
        <p:nvSpPr>
          <p:cNvPr id="5" name="ZoneTexte 4">
            <a:extLst>
              <a:ext uri="{FF2B5EF4-FFF2-40B4-BE49-F238E27FC236}">
                <a16:creationId xmlns:a16="http://schemas.microsoft.com/office/drawing/2014/main" id="{A7B70867-BDBE-342E-B76D-3D1CB73A5A9C}"/>
              </a:ext>
            </a:extLst>
          </p:cNvPr>
          <p:cNvSpPr txBox="1"/>
          <p:nvPr/>
        </p:nvSpPr>
        <p:spPr>
          <a:xfrm>
            <a:off x="1065454" y="3503754"/>
            <a:ext cx="9236765" cy="714426"/>
          </a:xfrm>
          <a:prstGeom prst="rect">
            <a:avLst/>
          </a:prstGeom>
          <a:noFill/>
        </p:spPr>
        <p:txBody>
          <a:bodyPr wrap="square" rtlCol="0">
            <a:spAutoFit/>
          </a:bodyPr>
          <a:lstStyle/>
          <a:p>
            <a:pPr marL="1371600">
              <a:lnSpc>
                <a:spcPct val="115000"/>
              </a:lnSpc>
              <a:buNone/>
            </a:pPr>
            <a:r>
              <a:rPr lang="fr-FR" sz="1800" dirty="0">
                <a:solidFill>
                  <a:srgbClr val="EDEDE9"/>
                </a:solidFill>
                <a:effectLst/>
                <a:latin typeface="Poppins Black" panose="00000A00000000000000" pitchFamily="2" charset="0"/>
                <a:ea typeface="Times New Roman" panose="02020603050405020304" pitchFamily="18" charset="0"/>
                <a:cs typeface="Poppins Black" panose="00000A00000000000000" pitchFamily="2" charset="0"/>
              </a:rPr>
              <a:t>Automatiser</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 les tâches de planification, de suivi et de gestion des maintenances.</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6" name="ZoneTexte 5">
            <a:extLst>
              <a:ext uri="{FF2B5EF4-FFF2-40B4-BE49-F238E27FC236}">
                <a16:creationId xmlns:a16="http://schemas.microsoft.com/office/drawing/2014/main" id="{0DB26E17-DB03-F410-98C8-DE22A4120541}"/>
              </a:ext>
            </a:extLst>
          </p:cNvPr>
          <p:cNvSpPr txBox="1"/>
          <p:nvPr/>
        </p:nvSpPr>
        <p:spPr>
          <a:xfrm>
            <a:off x="1065454" y="4391805"/>
            <a:ext cx="9236765" cy="395878"/>
          </a:xfrm>
          <a:prstGeom prst="rect">
            <a:avLst/>
          </a:prstGeom>
          <a:noFill/>
        </p:spPr>
        <p:txBody>
          <a:bodyPr wrap="square" rtlCol="0">
            <a:spAutoFit/>
          </a:bodyPr>
          <a:lstStyle/>
          <a:p>
            <a:pPr marL="1371600">
              <a:lnSpc>
                <a:spcPct val="115000"/>
              </a:lnSpc>
              <a:buNone/>
            </a:pPr>
            <a:r>
              <a:rPr lang="fr-FR" sz="1800" dirty="0">
                <a:solidFill>
                  <a:srgbClr val="EDEDE9"/>
                </a:solidFill>
                <a:effectLst/>
                <a:latin typeface="Poppins Black" panose="00000A00000000000000" pitchFamily="2" charset="0"/>
                <a:ea typeface="Times New Roman" panose="02020603050405020304" pitchFamily="18" charset="0"/>
                <a:cs typeface="Poppins Black" panose="00000A00000000000000" pitchFamily="2" charset="0"/>
              </a:rPr>
              <a:t>Renforcer</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 la sécurité des accès aux données et des réservations.</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7" name="ZoneTexte 6">
            <a:extLst>
              <a:ext uri="{FF2B5EF4-FFF2-40B4-BE49-F238E27FC236}">
                <a16:creationId xmlns:a16="http://schemas.microsoft.com/office/drawing/2014/main" id="{E55E2481-23D3-CB8A-4271-71E5C3755E41}"/>
              </a:ext>
            </a:extLst>
          </p:cNvPr>
          <p:cNvSpPr txBox="1"/>
          <p:nvPr/>
        </p:nvSpPr>
        <p:spPr>
          <a:xfrm>
            <a:off x="1065454" y="4925617"/>
            <a:ext cx="9236765" cy="709233"/>
          </a:xfrm>
          <a:prstGeom prst="rect">
            <a:avLst/>
          </a:prstGeom>
          <a:noFill/>
        </p:spPr>
        <p:txBody>
          <a:bodyPr wrap="square" rtlCol="0">
            <a:spAutoFit/>
          </a:bodyPr>
          <a:lstStyle/>
          <a:p>
            <a:pPr marL="1371600">
              <a:lnSpc>
                <a:spcPct val="115000"/>
              </a:lnSpc>
              <a:buNone/>
            </a:pPr>
            <a:r>
              <a:rPr lang="fr-FR" sz="1800" dirty="0">
                <a:solidFill>
                  <a:srgbClr val="EDEDE9"/>
                </a:solidFill>
                <a:effectLst/>
                <a:latin typeface="Poppins Black" panose="00000A00000000000000" pitchFamily="2" charset="0"/>
                <a:ea typeface="Times New Roman" panose="02020603050405020304" pitchFamily="18" charset="0"/>
                <a:cs typeface="Poppins Black" panose="00000A00000000000000" pitchFamily="2" charset="0"/>
              </a:rPr>
              <a:t>Réduire</a:t>
            </a:r>
            <a:r>
              <a:rPr lang="fr-FR" sz="18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 au minimum les procédures manuelles pour gagner du temps et limiter les erreurs.</a:t>
            </a:r>
            <a:endParaRPr lang="es-ES" sz="18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sp>
        <p:nvSpPr>
          <p:cNvPr id="8" name="ZoneTexte 7">
            <a:extLst>
              <a:ext uri="{FF2B5EF4-FFF2-40B4-BE49-F238E27FC236}">
                <a16:creationId xmlns:a16="http://schemas.microsoft.com/office/drawing/2014/main" id="{B14FB555-CFFB-0742-534B-6B7F494DACF2}"/>
              </a:ext>
            </a:extLst>
          </p:cNvPr>
          <p:cNvSpPr txBox="1"/>
          <p:nvPr/>
        </p:nvSpPr>
        <p:spPr>
          <a:xfrm>
            <a:off x="11783028" y="6457040"/>
            <a:ext cx="408972"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6</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50244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3B80C08E-82FB-D632-AA64-8CEA3495F60C}"/>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1465EA0-B729-8ED3-E0D3-348C6CFC9A39}"/>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0C41A1EC-C8EE-7276-0AC1-DD3A9E61B919}"/>
              </a:ext>
            </a:extLst>
          </p:cNvPr>
          <p:cNvSpPr/>
          <p:nvPr/>
        </p:nvSpPr>
        <p:spPr>
          <a:xfrm>
            <a:off x="-5741650"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ZoneTexte 6">
            <a:extLst>
              <a:ext uri="{FF2B5EF4-FFF2-40B4-BE49-F238E27FC236}">
                <a16:creationId xmlns:a16="http://schemas.microsoft.com/office/drawing/2014/main" id="{BC3D24ED-FC16-8ED5-4149-3BB26588DDE4}"/>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759C3222-7AC6-E100-FC6D-295DA7CE0EE0}"/>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sp>
        <p:nvSpPr>
          <p:cNvPr id="5" name="ZoneTexte 4">
            <a:extLst>
              <a:ext uri="{FF2B5EF4-FFF2-40B4-BE49-F238E27FC236}">
                <a16:creationId xmlns:a16="http://schemas.microsoft.com/office/drawing/2014/main" id="{B565D454-CE5C-8ECB-CDF6-BAF7FF4223FF}"/>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8A6B2D2A-6058-F5C4-1EB5-572D87B21381}"/>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0DE38816-AC25-1C9D-268E-DC0EF034FC41}"/>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86F5FE3D-DE53-DC5E-416F-E48035844A4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740AC658-2BEE-065D-4BEE-576882D80B62}"/>
              </a:ext>
            </a:extLst>
          </p:cNvPr>
          <p:cNvSpPr txBox="1"/>
          <p:nvPr/>
        </p:nvSpPr>
        <p:spPr>
          <a:xfrm>
            <a:off x="2417722" y="3659832"/>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E7DB323F-BC24-3A45-B845-70699157262A}"/>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9DE9470F-C682-9FA5-BA6D-52DF15BF7445}"/>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FBFA1B6C-E02B-DB2E-3B6F-BE3A4AFA151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FDCFADBE-B85C-C1BE-CC92-708C9B9B51EE}"/>
              </a:ext>
            </a:extLst>
          </p:cNvPr>
          <p:cNvSpPr txBox="1"/>
          <p:nvPr/>
        </p:nvSpPr>
        <p:spPr>
          <a:xfrm>
            <a:off x="2417722" y="5345631"/>
            <a:ext cx="2748733"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 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066FF0AF-ADFF-80B8-422E-ED04F095ABB2}"/>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5FC195EE-D5E0-ECC2-78CA-645A3495920E}"/>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04E224BC-4F5D-1C4B-0551-F64B91A1A92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B8F67C19-2CE6-223C-97B6-4762E41B4539}"/>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338FFB00-E284-E9C4-B926-267E9FC45E6A}"/>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A94CC7C9-4582-903B-087D-87E361452E09}"/>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C771101C-8490-D556-C400-440980D8E9E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C6682DC8-0335-5AF0-0097-6E06206CDF6B}"/>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7E0D5876-3FB4-DDB6-FDA0-57007EDB3CAB}"/>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2106EE11-B295-EEE0-06E6-56784CCE540F}"/>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6A35B613-5117-B728-A2F9-9E1078F2527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9167F37D-12C5-AC8C-68ED-7C76D1941E5A}"/>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015ED606-D3D1-2BBB-5926-8B1048A4EBBB}"/>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133B1FE0-1768-5254-C614-0A7DCBF6B610}"/>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2926C1CA-4804-4323-C05A-C80D38FD851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03364D9F-03BE-F0FB-C561-BF8858FD76E9}"/>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59AFF332-2168-D299-FD8D-0E75F05D94CF}"/>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CF380B3D-052D-9650-6444-E8086F192BF4}"/>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42F87E7A-5DDB-3F18-5FD1-84D8EFE274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CF680CCB-A15F-6EE1-5475-E076DD1FFA95}"/>
                  </a:ext>
                </a:extLst>
              </p:cNvPr>
              <p:cNvGraphicFramePr>
                <a:graphicFrameLocks noChangeAspect="1"/>
              </p:cNvGraphicFramePr>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CF680CCB-A15F-6EE1-5475-E076DD1FFA95}"/>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6" name="Zoom de diapositive 5">
                <a:extLst>
                  <a:ext uri="{FF2B5EF4-FFF2-40B4-BE49-F238E27FC236}">
                    <a16:creationId xmlns:a16="http://schemas.microsoft.com/office/drawing/2014/main" id="{FCBD06C0-1CF9-458C-CB3F-B662B4448EBA}"/>
                  </a:ext>
                </a:extLst>
              </p:cNvPr>
              <p:cNvGraphicFramePr>
                <a:graphicFrameLocks noChangeAspect="1"/>
              </p:cNvGraphicFramePr>
              <p:nvPr/>
            </p:nvGraphicFramePr>
            <p:xfrm>
              <a:off x="997844" y="3342854"/>
              <a:ext cx="1792388" cy="908846"/>
            </p:xfrm>
            <a:graphic>
              <a:graphicData uri="http://schemas.microsoft.com/office/powerpoint/2016/slidezoom">
                <pslz:sldZm>
                  <pslz:sldZmObj sldId="266" cId="925274422">
                    <pslz:zmPr id="{C4A7DCC1-9C17-4CDC-8AB8-5F598FA9A0F3}"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792388" cy="908846"/>
                        </a:xfrm>
                        <a:prstGeom prst="rect">
                          <a:avLst/>
                        </a:prstGeom>
                        <a:ln w="3175">
                          <a:noFill/>
                        </a:ln>
                      </p166:spPr>
                    </pslz:zmPr>
                  </pslz:sldZmObj>
                </pslz:sldZm>
              </a:graphicData>
            </a:graphic>
          </p:graphicFrame>
        </mc:Choice>
        <mc:Fallback xmlns="">
          <p:pic>
            <p:nvPicPr>
              <p:cNvPr id="6" name="Zoom de diapositive 5">
                <a:hlinkClick r:id="rId8" action="ppaction://hlinksldjump"/>
                <a:extLst>
                  <a:ext uri="{FF2B5EF4-FFF2-40B4-BE49-F238E27FC236}">
                    <a16:creationId xmlns:a16="http://schemas.microsoft.com/office/drawing/2014/main" id="{FCBD06C0-1CF9-458C-CB3F-B662B4448EBA}"/>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997844" y="3342854"/>
                <a:ext cx="1792388" cy="908846"/>
              </a:xfrm>
              <a:prstGeom prst="rect">
                <a:avLst/>
              </a:prstGeom>
              <a:ln w="3175">
                <a:noFill/>
              </a:ln>
            </p:spPr>
          </p:pic>
        </mc:Fallback>
      </mc:AlternateContent>
      <p:sp>
        <p:nvSpPr>
          <p:cNvPr id="4" name="ZoneTexte 3">
            <a:extLst>
              <a:ext uri="{FF2B5EF4-FFF2-40B4-BE49-F238E27FC236}">
                <a16:creationId xmlns:a16="http://schemas.microsoft.com/office/drawing/2014/main" id="{106C6B7F-496C-A4C6-EADF-C0A380D42FBB}"/>
              </a:ext>
            </a:extLst>
          </p:cNvPr>
          <p:cNvSpPr txBox="1"/>
          <p:nvPr/>
        </p:nvSpPr>
        <p:spPr>
          <a:xfrm>
            <a:off x="11817752" y="6457040"/>
            <a:ext cx="374248"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7</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54981685"/>
      </p:ext>
    </p:extLst>
  </p:cSld>
  <p:clrMapOvr>
    <a:masterClrMapping/>
  </p:clrMapOvr>
  <mc:AlternateContent xmlns:mc="http://schemas.openxmlformats.org/markup-compatibility/2006" xmlns:p14="http://schemas.microsoft.com/office/powerpoint/2010/main">
    <mc:Choice Requires="p14">
      <p:transition spd="slow" p14:dur="900">
        <p14:warp/>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74DA8DD8-2793-AEE4-53A1-04F2BD3CB3A8}"/>
            </a:ext>
          </a:extLst>
        </p:cNvPr>
        <p:cNvGrpSpPr/>
        <p:nvPr/>
      </p:nvGrpSpPr>
      <p:grpSpPr>
        <a:xfrm>
          <a:off x="0" y="0"/>
          <a:ext cx="0" cy="0"/>
          <a:chOff x="0" y="0"/>
          <a:chExt cx="0" cy="0"/>
        </a:xfrm>
      </p:grpSpPr>
      <p:sp>
        <p:nvSpPr>
          <p:cNvPr id="8" name="Ellipse 5">
            <a:extLst>
              <a:ext uri="{FF2B5EF4-FFF2-40B4-BE49-F238E27FC236}">
                <a16:creationId xmlns:a16="http://schemas.microsoft.com/office/drawing/2014/main" id="{D63EC71D-84BF-9AB3-57C8-6284CF23A26D}"/>
              </a:ext>
            </a:extLst>
          </p:cNvPr>
          <p:cNvSpPr/>
          <p:nvPr/>
        </p:nvSpPr>
        <p:spPr>
          <a:xfrm rot="15811333">
            <a:off x="10683540" y="-1536539"/>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68" name="Pentagone 7167">
            <a:extLst>
              <a:ext uri="{FF2B5EF4-FFF2-40B4-BE49-F238E27FC236}">
                <a16:creationId xmlns:a16="http://schemas.microsoft.com/office/drawing/2014/main" id="{5213EE8B-0362-737E-EE16-B4167CC78F00}"/>
              </a:ext>
            </a:extLst>
          </p:cNvPr>
          <p:cNvSpPr/>
          <p:nvPr/>
        </p:nvSpPr>
        <p:spPr>
          <a:xfrm>
            <a:off x="-2163203" y="2400203"/>
            <a:ext cx="7268902" cy="4653023"/>
          </a:xfrm>
          <a:prstGeom prst="pentagon">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7172" name="Picture 4">
            <a:extLst>
              <a:ext uri="{FF2B5EF4-FFF2-40B4-BE49-F238E27FC236}">
                <a16:creationId xmlns:a16="http://schemas.microsoft.com/office/drawing/2014/main" id="{56C5F6D7-F838-7C4D-FEA9-AEE362C247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477" y="3030299"/>
            <a:ext cx="3981450" cy="3981450"/>
          </a:xfrm>
          <a:prstGeom prst="rect">
            <a:avLst/>
          </a:prstGeom>
          <a:noFill/>
          <a:extLst>
            <a:ext uri="{909E8E84-426E-40DD-AFC4-6F175D3DCCD1}">
              <a14:hiddenFill xmlns:a14="http://schemas.microsoft.com/office/drawing/2010/main">
                <a:solidFill>
                  <a:srgbClr val="FFFFFF"/>
                </a:solidFill>
              </a14:hiddenFill>
            </a:ext>
          </a:extLst>
        </p:spPr>
      </p:pic>
      <p:sp>
        <p:nvSpPr>
          <p:cNvPr id="7169" name="ZoneTexte 7168">
            <a:extLst>
              <a:ext uri="{FF2B5EF4-FFF2-40B4-BE49-F238E27FC236}">
                <a16:creationId xmlns:a16="http://schemas.microsoft.com/office/drawing/2014/main" id="{7028A6DF-5100-ACDE-BA36-B8DD3130D2F3}"/>
              </a:ext>
            </a:extLst>
          </p:cNvPr>
          <p:cNvSpPr txBox="1"/>
          <p:nvPr/>
        </p:nvSpPr>
        <p:spPr>
          <a:xfrm>
            <a:off x="457200" y="381000"/>
            <a:ext cx="7025640" cy="769441"/>
          </a:xfrm>
          <a:prstGeom prst="rect">
            <a:avLst/>
          </a:prstGeom>
          <a:noFill/>
        </p:spPr>
        <p:txBody>
          <a:bodyPr wrap="square" rtlCol="0">
            <a:spAutoFit/>
          </a:bodyPr>
          <a:lstStyle/>
          <a:p>
            <a:r>
              <a:rPr lang="fr-FR" sz="44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GESTION DE PROJET</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7171" name="ZoneTexte 7170">
            <a:extLst>
              <a:ext uri="{FF2B5EF4-FFF2-40B4-BE49-F238E27FC236}">
                <a16:creationId xmlns:a16="http://schemas.microsoft.com/office/drawing/2014/main" id="{135B4A65-D2AA-C4ED-E7F7-C74244ED4F6D}"/>
              </a:ext>
            </a:extLst>
          </p:cNvPr>
          <p:cNvSpPr txBox="1"/>
          <p:nvPr/>
        </p:nvSpPr>
        <p:spPr>
          <a:xfrm>
            <a:off x="457200" y="1007937"/>
            <a:ext cx="7976415" cy="1077218"/>
          </a:xfrm>
          <a:prstGeom prst="rect">
            <a:avLst/>
          </a:prstGeom>
          <a:noFill/>
        </p:spPr>
        <p:txBody>
          <a:bodyPr wrap="square" rtlCol="0">
            <a:spAutoFit/>
          </a:bodyPr>
          <a:lstStyle/>
          <a:p>
            <a:r>
              <a:rPr lang="fr-FR" sz="3200" dirty="0">
                <a:solidFill>
                  <a:srgbClr val="003559"/>
                </a:solidFill>
                <a:effectLst/>
                <a:latin typeface="Montserrat" pitchFamily="2" charset="0"/>
                <a:ea typeface="Calibri" panose="020F0502020204030204" pitchFamily="34" charset="0"/>
                <a:cs typeface="Arial" panose="020B0604020202020204" pitchFamily="34" charset="0"/>
              </a:rPr>
              <a:t>Les méthodes </a:t>
            </a:r>
            <a:r>
              <a:rPr lang="fr-FR" sz="3200" dirty="0">
                <a:solidFill>
                  <a:srgbClr val="003559"/>
                </a:solidFill>
                <a:latin typeface="Montserrat" pitchFamily="2" charset="0"/>
                <a:ea typeface="Calibri" panose="020F0502020204030204" pitchFamily="34" charset="0"/>
                <a:cs typeface="Arial" panose="020B0604020202020204" pitchFamily="34" charset="0"/>
              </a:rPr>
              <a:t>S</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crum et Kanban</a:t>
            </a:r>
            <a:endParaRPr lang="es-ES" sz="3200" dirty="0">
              <a:solidFill>
                <a:srgbClr val="00355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003559"/>
              </a:solidFill>
              <a:latin typeface="Montserrat" pitchFamily="2" charset="0"/>
            </a:endParaRPr>
          </a:p>
        </p:txBody>
      </p:sp>
      <p:sp>
        <p:nvSpPr>
          <p:cNvPr id="7173" name="ZoneTexte 7172">
            <a:extLst>
              <a:ext uri="{FF2B5EF4-FFF2-40B4-BE49-F238E27FC236}">
                <a16:creationId xmlns:a16="http://schemas.microsoft.com/office/drawing/2014/main" id="{580836D7-AE7D-95F9-B840-853844B140C8}"/>
              </a:ext>
            </a:extLst>
          </p:cNvPr>
          <p:cNvSpPr txBox="1"/>
          <p:nvPr/>
        </p:nvSpPr>
        <p:spPr>
          <a:xfrm>
            <a:off x="3261360" y="1977513"/>
            <a:ext cx="8930640" cy="1323439"/>
          </a:xfrm>
          <a:prstGeom prst="rect">
            <a:avLst/>
          </a:prstGeom>
          <a:noFill/>
        </p:spPr>
        <p:txBody>
          <a:bodyPr wrap="square" rtlCol="0">
            <a:spAutoFit/>
          </a:bodyPr>
          <a:lstStyle/>
          <a:p>
            <a:pPr algn="ct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Dans le cadre de notre projet, nous avons adopté une approche de gestion de projet agile en combinant les deux méthodes Scrum et Kanban pour :</a:t>
            </a:r>
            <a:endParaRPr lang="es-ES" sz="2000" dirty="0">
              <a:solidFill>
                <a:srgbClr val="003559"/>
              </a:solidFill>
              <a:effectLst/>
              <a:latin typeface="Poppins" panose="00000500000000000000" pitchFamily="2" charset="0"/>
              <a:ea typeface="Calibri" panose="020F0502020204030204" pitchFamily="34" charset="0"/>
              <a:cs typeface="Poppins" panose="00000500000000000000" pitchFamily="2" charset="0"/>
            </a:endParaRPr>
          </a:p>
          <a:p>
            <a:pPr algn="ctr"/>
            <a:endParaRPr lang="es-ES" sz="2000" dirty="0">
              <a:solidFill>
                <a:srgbClr val="003559"/>
              </a:solidFill>
              <a:latin typeface="Poppins" panose="00000500000000000000" pitchFamily="2" charset="0"/>
              <a:cs typeface="Poppins" panose="00000500000000000000" pitchFamily="2" charset="0"/>
            </a:endParaRPr>
          </a:p>
        </p:txBody>
      </p:sp>
      <p:grpSp>
        <p:nvGrpSpPr>
          <p:cNvPr id="7183" name="Groupe 7182">
            <a:extLst>
              <a:ext uri="{FF2B5EF4-FFF2-40B4-BE49-F238E27FC236}">
                <a16:creationId xmlns:a16="http://schemas.microsoft.com/office/drawing/2014/main" id="{EEFF72E0-98BB-815C-6276-85FD81791139}"/>
              </a:ext>
            </a:extLst>
          </p:cNvPr>
          <p:cNvGrpSpPr/>
          <p:nvPr/>
        </p:nvGrpSpPr>
        <p:grpSpPr>
          <a:xfrm>
            <a:off x="5645019" y="3729720"/>
            <a:ext cx="5861181" cy="755299"/>
            <a:chOff x="5645019" y="3515229"/>
            <a:chExt cx="5861181" cy="755299"/>
          </a:xfrm>
        </p:grpSpPr>
        <p:grpSp>
          <p:nvGrpSpPr>
            <p:cNvPr id="7175" name="Groupe 7174">
              <a:extLst>
                <a:ext uri="{FF2B5EF4-FFF2-40B4-BE49-F238E27FC236}">
                  <a16:creationId xmlns:a16="http://schemas.microsoft.com/office/drawing/2014/main" id="{292BD1FF-3EC5-F6CD-43FC-67540BBBE671}"/>
                </a:ext>
              </a:extLst>
            </p:cNvPr>
            <p:cNvGrpSpPr/>
            <p:nvPr/>
          </p:nvGrpSpPr>
          <p:grpSpPr>
            <a:xfrm>
              <a:off x="5645019" y="3515229"/>
              <a:ext cx="5861181" cy="755299"/>
              <a:chOff x="4306288" y="2463440"/>
              <a:chExt cx="433268" cy="433268"/>
            </a:xfrm>
            <a:solidFill>
              <a:srgbClr val="003559"/>
            </a:solidFill>
          </p:grpSpPr>
          <p:sp>
            <p:nvSpPr>
              <p:cNvPr id="7177" name="Shape 3">
                <a:extLst>
                  <a:ext uri="{FF2B5EF4-FFF2-40B4-BE49-F238E27FC236}">
                    <a16:creationId xmlns:a16="http://schemas.microsoft.com/office/drawing/2014/main" id="{1F9BE929-F92C-B1F9-CA18-EB9D9A84A24E}"/>
                  </a:ext>
                </a:extLst>
              </p:cNvPr>
              <p:cNvSpPr/>
              <p:nvPr/>
            </p:nvSpPr>
            <p:spPr>
              <a:xfrm>
                <a:off x="4306288" y="2463440"/>
                <a:ext cx="433268" cy="433268"/>
              </a:xfrm>
              <a:prstGeom prst="roundRect">
                <a:avLst>
                  <a:gd name="adj" fmla="val 20003"/>
                </a:avLst>
              </a:prstGeom>
              <a:grpFill/>
              <a:ln w="7620">
                <a:noFill/>
                <a:prstDash val="solid"/>
              </a:ln>
            </p:spPr>
          </p:sp>
          <p:sp>
            <p:nvSpPr>
              <p:cNvPr id="7178" name="Text 4">
                <a:extLst>
                  <a:ext uri="{FF2B5EF4-FFF2-40B4-BE49-F238E27FC236}">
                    <a16:creationId xmlns:a16="http://schemas.microsoft.com/office/drawing/2014/main" id="{A23C3044-7D5D-FB32-7B3D-5F39AC4FBD0E}"/>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chemeClr val="bg1"/>
                  </a:solidFill>
                  <a:latin typeface="Poppins Black" panose="00000A00000000000000" pitchFamily="2" charset="0"/>
                  <a:cs typeface="Poppins Black" panose="00000A00000000000000" pitchFamily="2" charset="0"/>
                </a:endParaRPr>
              </a:p>
            </p:txBody>
          </p:sp>
        </p:grpSp>
        <p:sp>
          <p:nvSpPr>
            <p:cNvPr id="7176" name="ZoneTexte 7175">
              <a:extLst>
                <a:ext uri="{FF2B5EF4-FFF2-40B4-BE49-F238E27FC236}">
                  <a16:creationId xmlns:a16="http://schemas.microsoft.com/office/drawing/2014/main" id="{199C7CE0-B625-AB8C-1CAE-F3E89E6D577A}"/>
                </a:ext>
              </a:extLst>
            </p:cNvPr>
            <p:cNvSpPr txBox="1"/>
            <p:nvPr/>
          </p:nvSpPr>
          <p:spPr>
            <a:xfrm>
              <a:off x="6162489" y="3551524"/>
              <a:ext cx="5018655" cy="645305"/>
            </a:xfrm>
            <a:prstGeom prst="rect">
              <a:avLst/>
            </a:prstGeom>
            <a:noFill/>
          </p:spPr>
          <p:txBody>
            <a:bodyPr wrap="square" rtlCol="0">
              <a:spAutoFit/>
            </a:bodyPr>
            <a:lstStyle/>
            <a:p>
              <a:pPr lvl="0">
                <a:lnSpc>
                  <a:spcPct val="115000"/>
                </a:lnSpc>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bénéficier à la fois de la structure itérative de Scrum et de la flexibilité visuelle de Kanban</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7184" name="Groupe 7183">
            <a:extLst>
              <a:ext uri="{FF2B5EF4-FFF2-40B4-BE49-F238E27FC236}">
                <a16:creationId xmlns:a16="http://schemas.microsoft.com/office/drawing/2014/main" id="{6A028351-2C7E-1871-6C5D-9F90BB5B19E8}"/>
              </a:ext>
            </a:extLst>
          </p:cNvPr>
          <p:cNvGrpSpPr/>
          <p:nvPr/>
        </p:nvGrpSpPr>
        <p:grpSpPr>
          <a:xfrm>
            <a:off x="5645019" y="4812361"/>
            <a:ext cx="5861181" cy="755299"/>
            <a:chOff x="5645019" y="4812361"/>
            <a:chExt cx="5861181" cy="755299"/>
          </a:xfrm>
        </p:grpSpPr>
        <p:grpSp>
          <p:nvGrpSpPr>
            <p:cNvPr id="7179" name="Groupe 7178">
              <a:extLst>
                <a:ext uri="{FF2B5EF4-FFF2-40B4-BE49-F238E27FC236}">
                  <a16:creationId xmlns:a16="http://schemas.microsoft.com/office/drawing/2014/main" id="{54573A13-688A-56D9-6676-FB3A07F5EAF3}"/>
                </a:ext>
              </a:extLst>
            </p:cNvPr>
            <p:cNvGrpSpPr/>
            <p:nvPr/>
          </p:nvGrpSpPr>
          <p:grpSpPr>
            <a:xfrm>
              <a:off x="5645019" y="4812361"/>
              <a:ext cx="5861181" cy="755299"/>
              <a:chOff x="4306288" y="2463440"/>
              <a:chExt cx="433268" cy="433268"/>
            </a:xfrm>
            <a:solidFill>
              <a:srgbClr val="003559"/>
            </a:solidFill>
          </p:grpSpPr>
          <p:sp>
            <p:nvSpPr>
              <p:cNvPr id="7180" name="Shape 3">
                <a:extLst>
                  <a:ext uri="{FF2B5EF4-FFF2-40B4-BE49-F238E27FC236}">
                    <a16:creationId xmlns:a16="http://schemas.microsoft.com/office/drawing/2014/main" id="{C9F88B34-2A24-62C2-05E2-826FDD229649}"/>
                  </a:ext>
                </a:extLst>
              </p:cNvPr>
              <p:cNvSpPr/>
              <p:nvPr/>
            </p:nvSpPr>
            <p:spPr>
              <a:xfrm>
                <a:off x="4306288" y="2463440"/>
                <a:ext cx="433268" cy="433268"/>
              </a:xfrm>
              <a:prstGeom prst="roundRect">
                <a:avLst>
                  <a:gd name="adj" fmla="val 20003"/>
                </a:avLst>
              </a:prstGeom>
              <a:grpFill/>
              <a:ln w="7620">
                <a:noFill/>
                <a:prstDash val="solid"/>
              </a:ln>
            </p:spPr>
          </p:sp>
          <p:sp>
            <p:nvSpPr>
              <p:cNvPr id="7181" name="Text 4">
                <a:extLst>
                  <a:ext uri="{FF2B5EF4-FFF2-40B4-BE49-F238E27FC236}">
                    <a16:creationId xmlns:a16="http://schemas.microsoft.com/office/drawing/2014/main" id="{0B672C29-803A-83B0-5011-59A2F5A9A32D}"/>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cs typeface="Poppins Black" panose="00000A00000000000000" pitchFamily="2" charset="0"/>
                  </a:rPr>
                  <a:t>2</a:t>
                </a:r>
              </a:p>
            </p:txBody>
          </p:sp>
        </p:grpSp>
        <p:sp>
          <p:nvSpPr>
            <p:cNvPr id="7182" name="ZoneTexte 7181">
              <a:extLst>
                <a:ext uri="{FF2B5EF4-FFF2-40B4-BE49-F238E27FC236}">
                  <a16:creationId xmlns:a16="http://schemas.microsoft.com/office/drawing/2014/main" id="{206E8D60-205B-2C4F-6B09-458CDE6E9D8B}"/>
                </a:ext>
              </a:extLst>
            </p:cNvPr>
            <p:cNvSpPr txBox="1"/>
            <p:nvPr/>
          </p:nvSpPr>
          <p:spPr>
            <a:xfrm>
              <a:off x="6162490" y="4848656"/>
              <a:ext cx="4729288" cy="645305"/>
            </a:xfrm>
            <a:prstGeom prst="rect">
              <a:avLst/>
            </a:prstGeom>
            <a:noFill/>
          </p:spPr>
          <p:txBody>
            <a:bodyPr wrap="square" rtlCol="0">
              <a:spAutoFit/>
            </a:bodyPr>
            <a:lstStyle/>
            <a:p>
              <a:pPr lvl="0">
                <a:lnSpc>
                  <a:spcPct val="115000"/>
                </a:lnSpc>
                <a:spcAft>
                  <a:spcPts val="1000"/>
                </a:spcAft>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une meilleure adaptation aux changements et une gestion fluide des tâches imprévues.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2" name="ZoneTexte 1">
            <a:extLst>
              <a:ext uri="{FF2B5EF4-FFF2-40B4-BE49-F238E27FC236}">
                <a16:creationId xmlns:a16="http://schemas.microsoft.com/office/drawing/2014/main" id="{96EEEB84-8B70-51FA-96CC-AFDCB0CFFD10}"/>
              </a:ext>
            </a:extLst>
          </p:cNvPr>
          <p:cNvSpPr txBox="1"/>
          <p:nvPr/>
        </p:nvSpPr>
        <p:spPr>
          <a:xfrm>
            <a:off x="11794603" y="6457040"/>
            <a:ext cx="397397"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8</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9581685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8C94F6F7-F22B-B5FE-9E85-F26FE335CD1D}"/>
            </a:ext>
          </a:extLst>
        </p:cNvPr>
        <p:cNvGrpSpPr/>
        <p:nvPr/>
      </p:nvGrpSpPr>
      <p:grpSpPr>
        <a:xfrm>
          <a:off x="0" y="0"/>
          <a:ext cx="0" cy="0"/>
          <a:chOff x="0" y="0"/>
          <a:chExt cx="0" cy="0"/>
        </a:xfrm>
      </p:grpSpPr>
      <p:grpSp>
        <p:nvGrpSpPr>
          <p:cNvPr id="22" name="Groupe 21">
            <a:extLst>
              <a:ext uri="{FF2B5EF4-FFF2-40B4-BE49-F238E27FC236}">
                <a16:creationId xmlns:a16="http://schemas.microsoft.com/office/drawing/2014/main" id="{CA07BE1E-0E45-53C0-801F-48971A078D39}"/>
              </a:ext>
            </a:extLst>
          </p:cNvPr>
          <p:cNvGrpSpPr/>
          <p:nvPr/>
        </p:nvGrpSpPr>
        <p:grpSpPr>
          <a:xfrm>
            <a:off x="7558307" y="1317173"/>
            <a:ext cx="2391240" cy="4421453"/>
            <a:chOff x="809172" y="772887"/>
            <a:chExt cx="2391240" cy="4421453"/>
          </a:xfrm>
        </p:grpSpPr>
        <p:sp>
          <p:nvSpPr>
            <p:cNvPr id="23" name="ZoneTexte 22">
              <a:extLst>
                <a:ext uri="{FF2B5EF4-FFF2-40B4-BE49-F238E27FC236}">
                  <a16:creationId xmlns:a16="http://schemas.microsoft.com/office/drawing/2014/main" id="{09181FC5-F3F9-D2DB-0A16-F29EAE6A0039}"/>
                </a:ext>
              </a:extLst>
            </p:cNvPr>
            <p:cNvSpPr txBox="1"/>
            <p:nvPr/>
          </p:nvSpPr>
          <p:spPr>
            <a:xfrm>
              <a:off x="1132113" y="772887"/>
              <a:ext cx="1796151" cy="461665"/>
            </a:xfrm>
            <a:prstGeom prst="rect">
              <a:avLst/>
            </a:prstGeom>
            <a:noFill/>
          </p:spPr>
          <p:txBody>
            <a:bodyPr wrap="square" rtlCol="0">
              <a:spAutoFit/>
            </a:bodyPr>
            <a:lstStyle/>
            <a:p>
              <a:pPr algn="ctr"/>
              <a:r>
                <a:rPr lang="fr-FR" sz="2400" dirty="0">
                  <a:solidFill>
                    <a:srgbClr val="1B263B"/>
                  </a:solidFill>
                  <a:latin typeface="Montserrat ExtraBold" pitchFamily="2" charset="0"/>
                </a:rPr>
                <a:t>KANBAN</a:t>
              </a:r>
              <a:endParaRPr lang="es-ES" sz="2400" dirty="0">
                <a:solidFill>
                  <a:srgbClr val="1B263B"/>
                </a:solidFill>
                <a:latin typeface="Montserrat ExtraBold" pitchFamily="2" charset="0"/>
              </a:endParaRPr>
            </a:p>
          </p:txBody>
        </p:sp>
        <p:sp>
          <p:nvSpPr>
            <p:cNvPr id="24" name="ZoneTexte 23">
              <a:extLst>
                <a:ext uri="{FF2B5EF4-FFF2-40B4-BE49-F238E27FC236}">
                  <a16:creationId xmlns:a16="http://schemas.microsoft.com/office/drawing/2014/main" id="{2624D637-E985-3D2D-06BE-19D4BEBF2D22}"/>
                </a:ext>
              </a:extLst>
            </p:cNvPr>
            <p:cNvSpPr txBox="1"/>
            <p:nvPr/>
          </p:nvSpPr>
          <p:spPr>
            <a:xfrm>
              <a:off x="809172" y="1501021"/>
              <a:ext cx="2391240" cy="3693319"/>
            </a:xfrm>
            <a:prstGeom prst="rect">
              <a:avLst/>
            </a:prstGeom>
            <a:noFill/>
          </p:spPr>
          <p:txBody>
            <a:bodyPr wrap="square" rtlCol="0">
              <a:spAutoFit/>
            </a:bodyPr>
            <a:lstStyle/>
            <a:p>
              <a:pPr algn="ctr"/>
              <a:r>
                <a:rPr lang="fr-FR" dirty="0">
                  <a:latin typeface="Poppins" panose="00000500000000000000" pitchFamily="2" charset="0"/>
                  <a:cs typeface="Poppins" panose="00000500000000000000" pitchFamily="2" charset="0"/>
                </a:rPr>
                <a:t>La méthode Kanban est une approche visuelle de gestion de projet. Elle utilise un tableau divisé en colonnes pour suivre l'avancement des tâches, améliorer le flux de travail et limiter les blocages</a:t>
              </a:r>
              <a:endParaRPr lang="es-ES" dirty="0">
                <a:solidFill>
                  <a:srgbClr val="1B263B"/>
                </a:solidFill>
                <a:latin typeface="Poppins" panose="00000500000000000000" pitchFamily="2" charset="0"/>
                <a:cs typeface="Poppins" panose="00000500000000000000" pitchFamily="2" charset="0"/>
              </a:endParaRPr>
            </a:p>
          </p:txBody>
        </p:sp>
      </p:grpSp>
      <p:sp>
        <p:nvSpPr>
          <p:cNvPr id="2" name="Ellipse 5">
            <a:extLst>
              <a:ext uri="{FF2B5EF4-FFF2-40B4-BE49-F238E27FC236}">
                <a16:creationId xmlns:a16="http://schemas.microsoft.com/office/drawing/2014/main" id="{265A76FD-EC42-60AA-DB0D-972C9F6617AD}"/>
              </a:ext>
            </a:extLst>
          </p:cNvPr>
          <p:cNvSpPr/>
          <p:nvPr/>
        </p:nvSpPr>
        <p:spPr>
          <a:xfrm rot="15811333">
            <a:off x="359521" y="850098"/>
            <a:ext cx="6585269" cy="5507971"/>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3" name="Groupe 2">
            <a:extLst>
              <a:ext uri="{FF2B5EF4-FFF2-40B4-BE49-F238E27FC236}">
                <a16:creationId xmlns:a16="http://schemas.microsoft.com/office/drawing/2014/main" id="{30D54AFE-9B25-BC9E-2C41-5D1120212B1D}"/>
              </a:ext>
            </a:extLst>
          </p:cNvPr>
          <p:cNvGrpSpPr/>
          <p:nvPr/>
        </p:nvGrpSpPr>
        <p:grpSpPr>
          <a:xfrm>
            <a:off x="2235197" y="1371601"/>
            <a:ext cx="2613378" cy="4421453"/>
            <a:chOff x="667654" y="772887"/>
            <a:chExt cx="2613378" cy="4421453"/>
          </a:xfrm>
        </p:grpSpPr>
        <p:sp>
          <p:nvSpPr>
            <p:cNvPr id="4" name="ZoneTexte 3">
              <a:extLst>
                <a:ext uri="{FF2B5EF4-FFF2-40B4-BE49-F238E27FC236}">
                  <a16:creationId xmlns:a16="http://schemas.microsoft.com/office/drawing/2014/main" id="{B555788A-530D-46BD-83A5-AC43A497DE13}"/>
                </a:ext>
              </a:extLst>
            </p:cNvPr>
            <p:cNvSpPr txBox="1"/>
            <p:nvPr/>
          </p:nvSpPr>
          <p:spPr>
            <a:xfrm>
              <a:off x="1132114" y="772887"/>
              <a:ext cx="1545772" cy="461665"/>
            </a:xfrm>
            <a:prstGeom prst="rect">
              <a:avLst/>
            </a:prstGeom>
            <a:noFill/>
          </p:spPr>
          <p:txBody>
            <a:bodyPr wrap="square" rtlCol="0">
              <a:spAutoFit/>
            </a:bodyPr>
            <a:lstStyle/>
            <a:p>
              <a:pPr algn="ctr"/>
              <a:r>
                <a:rPr lang="fr-FR" sz="2400" dirty="0">
                  <a:solidFill>
                    <a:srgbClr val="EDEDE9"/>
                  </a:solidFill>
                  <a:latin typeface="Montserrat ExtraBold" pitchFamily="2" charset="0"/>
                </a:rPr>
                <a:t>SCRUM</a:t>
              </a:r>
              <a:endParaRPr lang="es-ES" sz="2400" dirty="0">
                <a:solidFill>
                  <a:srgbClr val="EDEDE9"/>
                </a:solidFill>
                <a:latin typeface="Montserrat ExtraBold" pitchFamily="2" charset="0"/>
              </a:endParaRPr>
            </a:p>
          </p:txBody>
        </p:sp>
        <p:sp>
          <p:nvSpPr>
            <p:cNvPr id="5" name="ZoneTexte 4">
              <a:extLst>
                <a:ext uri="{FF2B5EF4-FFF2-40B4-BE49-F238E27FC236}">
                  <a16:creationId xmlns:a16="http://schemas.microsoft.com/office/drawing/2014/main" id="{EF71411E-51D4-9F07-BED8-1AA1CF20CA78}"/>
                </a:ext>
              </a:extLst>
            </p:cNvPr>
            <p:cNvSpPr txBox="1"/>
            <p:nvPr/>
          </p:nvSpPr>
          <p:spPr>
            <a:xfrm>
              <a:off x="667654" y="1501021"/>
              <a:ext cx="2613378" cy="3693319"/>
            </a:xfrm>
            <a:prstGeom prst="rect">
              <a:avLst/>
            </a:prstGeom>
            <a:noFill/>
          </p:spPr>
          <p:txBody>
            <a:bodyPr wrap="square" rtlCol="0">
              <a:spAutoFit/>
            </a:bodyPr>
            <a:lstStyle/>
            <a:p>
              <a:pPr algn="ctr"/>
              <a:r>
                <a:rPr lang="fr-FR" dirty="0">
                  <a:solidFill>
                    <a:srgbClr val="EDEDE9"/>
                  </a:solidFill>
                  <a:latin typeface="Poppins" panose="00000500000000000000" pitchFamily="2" charset="0"/>
                  <a:cs typeface="Poppins" panose="00000500000000000000" pitchFamily="2" charset="0"/>
                </a:rPr>
                <a:t>La méthode Scrum est une approche agile de gestion de projet. Elle repose sur des cycles courts appelés sprints, favorisant la collaboration, l'adaptabilité et l'amélioration continue à chaque étape du développement.</a:t>
              </a:r>
              <a:endParaRPr lang="es-ES" dirty="0">
                <a:solidFill>
                  <a:srgbClr val="EDEDE9"/>
                </a:solidFill>
                <a:latin typeface="Poppins" panose="00000500000000000000" pitchFamily="2" charset="0"/>
                <a:cs typeface="Poppins" panose="00000500000000000000" pitchFamily="2" charset="0"/>
              </a:endParaRPr>
            </a:p>
          </p:txBody>
        </p:sp>
      </p:grpSp>
      <p:sp>
        <p:nvSpPr>
          <p:cNvPr id="6" name="ZoneTexte 5">
            <a:extLst>
              <a:ext uri="{FF2B5EF4-FFF2-40B4-BE49-F238E27FC236}">
                <a16:creationId xmlns:a16="http://schemas.microsoft.com/office/drawing/2014/main" id="{0EBB1D77-E04D-C3C2-DA68-A98BA54907A3}"/>
              </a:ext>
            </a:extLst>
          </p:cNvPr>
          <p:cNvSpPr txBox="1"/>
          <p:nvPr/>
        </p:nvSpPr>
        <p:spPr>
          <a:xfrm>
            <a:off x="11794603" y="6457040"/>
            <a:ext cx="397397"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9</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195492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B89CA70D-2A49-D917-48E0-4812CE6C6DC5}"/>
            </a:ext>
          </a:extLst>
        </p:cNvPr>
        <p:cNvGrpSpPr/>
        <p:nvPr/>
      </p:nvGrpSpPr>
      <p:grpSpPr>
        <a:xfrm>
          <a:off x="0" y="0"/>
          <a:ext cx="0" cy="0"/>
          <a:chOff x="0" y="0"/>
          <a:chExt cx="0" cy="0"/>
        </a:xfrm>
      </p:grpSpPr>
      <p:sp>
        <p:nvSpPr>
          <p:cNvPr id="2" name="Ellipse 5">
            <a:extLst>
              <a:ext uri="{FF2B5EF4-FFF2-40B4-BE49-F238E27FC236}">
                <a16:creationId xmlns:a16="http://schemas.microsoft.com/office/drawing/2014/main" id="{4F946AE4-BD73-857F-B490-98A8B80DA250}"/>
              </a:ext>
            </a:extLst>
          </p:cNvPr>
          <p:cNvSpPr/>
          <p:nvPr/>
        </p:nvSpPr>
        <p:spPr>
          <a:xfrm rot="15811333">
            <a:off x="5644531" y="532588"/>
            <a:ext cx="6585269" cy="5507971"/>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grpSp>
        <p:nvGrpSpPr>
          <p:cNvPr id="3" name="Groupe 2">
            <a:extLst>
              <a:ext uri="{FF2B5EF4-FFF2-40B4-BE49-F238E27FC236}">
                <a16:creationId xmlns:a16="http://schemas.microsoft.com/office/drawing/2014/main" id="{8B81BAB6-5359-C69B-147D-149CED57B0F2}"/>
              </a:ext>
            </a:extLst>
          </p:cNvPr>
          <p:cNvGrpSpPr/>
          <p:nvPr/>
        </p:nvGrpSpPr>
        <p:grpSpPr>
          <a:xfrm>
            <a:off x="2235197" y="1371601"/>
            <a:ext cx="2613378" cy="4421453"/>
            <a:chOff x="667654" y="772887"/>
            <a:chExt cx="2613378" cy="4421453"/>
          </a:xfrm>
        </p:grpSpPr>
        <p:sp>
          <p:nvSpPr>
            <p:cNvPr id="4" name="ZoneTexte 3">
              <a:extLst>
                <a:ext uri="{FF2B5EF4-FFF2-40B4-BE49-F238E27FC236}">
                  <a16:creationId xmlns:a16="http://schemas.microsoft.com/office/drawing/2014/main" id="{72603DE9-C9B3-5E53-04AD-7E92F325AA10}"/>
                </a:ext>
              </a:extLst>
            </p:cNvPr>
            <p:cNvSpPr txBox="1"/>
            <p:nvPr/>
          </p:nvSpPr>
          <p:spPr>
            <a:xfrm>
              <a:off x="1132114" y="772887"/>
              <a:ext cx="1545772" cy="461665"/>
            </a:xfrm>
            <a:prstGeom prst="rect">
              <a:avLst/>
            </a:prstGeom>
            <a:noFill/>
          </p:spPr>
          <p:txBody>
            <a:bodyPr wrap="square" rtlCol="0">
              <a:spAutoFit/>
            </a:bodyPr>
            <a:lstStyle/>
            <a:p>
              <a:pPr algn="ctr"/>
              <a:r>
                <a:rPr lang="fr-FR" sz="2400" dirty="0">
                  <a:solidFill>
                    <a:srgbClr val="1B263B"/>
                  </a:solidFill>
                  <a:latin typeface="Montserrat ExtraBold" pitchFamily="2" charset="0"/>
                </a:rPr>
                <a:t>SCRUM</a:t>
              </a:r>
              <a:endParaRPr lang="es-ES" sz="2400" dirty="0">
                <a:solidFill>
                  <a:srgbClr val="1B263B"/>
                </a:solidFill>
                <a:latin typeface="Montserrat ExtraBold" pitchFamily="2" charset="0"/>
              </a:endParaRPr>
            </a:p>
          </p:txBody>
        </p:sp>
        <p:sp>
          <p:nvSpPr>
            <p:cNvPr id="5" name="ZoneTexte 4">
              <a:extLst>
                <a:ext uri="{FF2B5EF4-FFF2-40B4-BE49-F238E27FC236}">
                  <a16:creationId xmlns:a16="http://schemas.microsoft.com/office/drawing/2014/main" id="{35B57847-3F8B-C5F3-0F86-AAE586843409}"/>
                </a:ext>
              </a:extLst>
            </p:cNvPr>
            <p:cNvSpPr txBox="1"/>
            <p:nvPr/>
          </p:nvSpPr>
          <p:spPr>
            <a:xfrm>
              <a:off x="667654" y="1501021"/>
              <a:ext cx="2613378" cy="3693319"/>
            </a:xfrm>
            <a:prstGeom prst="rect">
              <a:avLst/>
            </a:prstGeom>
            <a:noFill/>
          </p:spPr>
          <p:txBody>
            <a:bodyPr wrap="square" rtlCol="0">
              <a:spAutoFit/>
            </a:bodyPr>
            <a:lstStyle/>
            <a:p>
              <a:pPr algn="ctr"/>
              <a:r>
                <a:rPr lang="fr-FR" dirty="0">
                  <a:solidFill>
                    <a:srgbClr val="1B263B"/>
                  </a:solidFill>
                  <a:latin typeface="Poppins" panose="00000500000000000000" pitchFamily="2" charset="0"/>
                  <a:cs typeface="Poppins" panose="00000500000000000000" pitchFamily="2" charset="0"/>
                </a:rPr>
                <a:t>La méthode Scrum est une approche agile de gestion de projet. Elle repose sur des cycles courts appelés sprints, favorisant la collaboration, l'adaptabilité et l'amélioration continue à chaque étape du développement.</a:t>
              </a:r>
              <a:endParaRPr lang="es-ES" dirty="0">
                <a:solidFill>
                  <a:srgbClr val="1B263B"/>
                </a:solidFill>
                <a:latin typeface="Poppins" panose="00000500000000000000" pitchFamily="2" charset="0"/>
                <a:cs typeface="Poppins" panose="00000500000000000000" pitchFamily="2" charset="0"/>
              </a:endParaRPr>
            </a:p>
          </p:txBody>
        </p:sp>
      </p:grpSp>
      <p:grpSp>
        <p:nvGrpSpPr>
          <p:cNvPr id="10" name="Groupe 9">
            <a:extLst>
              <a:ext uri="{FF2B5EF4-FFF2-40B4-BE49-F238E27FC236}">
                <a16:creationId xmlns:a16="http://schemas.microsoft.com/office/drawing/2014/main" id="{A0762FC9-1FBB-19A9-62FA-42D702B8F0C6}"/>
              </a:ext>
            </a:extLst>
          </p:cNvPr>
          <p:cNvGrpSpPr/>
          <p:nvPr/>
        </p:nvGrpSpPr>
        <p:grpSpPr>
          <a:xfrm>
            <a:off x="7558307" y="1317173"/>
            <a:ext cx="2391240" cy="4421453"/>
            <a:chOff x="809172" y="772887"/>
            <a:chExt cx="2391240" cy="4421453"/>
          </a:xfrm>
        </p:grpSpPr>
        <p:sp>
          <p:nvSpPr>
            <p:cNvPr id="11" name="ZoneTexte 10">
              <a:extLst>
                <a:ext uri="{FF2B5EF4-FFF2-40B4-BE49-F238E27FC236}">
                  <a16:creationId xmlns:a16="http://schemas.microsoft.com/office/drawing/2014/main" id="{7483F7AA-BA79-9CAF-7749-71F119686CB2}"/>
                </a:ext>
              </a:extLst>
            </p:cNvPr>
            <p:cNvSpPr txBox="1"/>
            <p:nvPr/>
          </p:nvSpPr>
          <p:spPr>
            <a:xfrm>
              <a:off x="1132113" y="772887"/>
              <a:ext cx="1796151" cy="461665"/>
            </a:xfrm>
            <a:prstGeom prst="rect">
              <a:avLst/>
            </a:prstGeom>
            <a:noFill/>
          </p:spPr>
          <p:txBody>
            <a:bodyPr wrap="square" rtlCol="0">
              <a:spAutoFit/>
            </a:bodyPr>
            <a:lstStyle/>
            <a:p>
              <a:pPr algn="ctr"/>
              <a:r>
                <a:rPr lang="fr-FR" sz="2400" dirty="0">
                  <a:solidFill>
                    <a:srgbClr val="EDEDE9"/>
                  </a:solidFill>
                  <a:latin typeface="Montserrat ExtraBold" pitchFamily="2" charset="0"/>
                </a:rPr>
                <a:t>KANBAN</a:t>
              </a:r>
              <a:endParaRPr lang="es-ES" sz="2400" dirty="0">
                <a:solidFill>
                  <a:srgbClr val="EDEDE9"/>
                </a:solidFill>
                <a:latin typeface="Montserrat ExtraBold" pitchFamily="2" charset="0"/>
              </a:endParaRPr>
            </a:p>
          </p:txBody>
        </p:sp>
        <p:sp>
          <p:nvSpPr>
            <p:cNvPr id="12" name="ZoneTexte 11">
              <a:extLst>
                <a:ext uri="{FF2B5EF4-FFF2-40B4-BE49-F238E27FC236}">
                  <a16:creationId xmlns:a16="http://schemas.microsoft.com/office/drawing/2014/main" id="{EDC796A7-C227-906C-7E1C-498CC71FA7DE}"/>
                </a:ext>
              </a:extLst>
            </p:cNvPr>
            <p:cNvSpPr txBox="1"/>
            <p:nvPr/>
          </p:nvSpPr>
          <p:spPr>
            <a:xfrm>
              <a:off x="809172" y="1501021"/>
              <a:ext cx="2391240" cy="3693319"/>
            </a:xfrm>
            <a:prstGeom prst="rect">
              <a:avLst/>
            </a:prstGeom>
            <a:noFill/>
          </p:spPr>
          <p:txBody>
            <a:bodyPr wrap="square" rtlCol="0">
              <a:spAutoFit/>
            </a:bodyPr>
            <a:lstStyle/>
            <a:p>
              <a:pPr algn="ctr"/>
              <a:r>
                <a:rPr lang="fr-FR" dirty="0">
                  <a:solidFill>
                    <a:srgbClr val="EDEDE9"/>
                  </a:solidFill>
                  <a:latin typeface="Poppins" panose="00000500000000000000" pitchFamily="2" charset="0"/>
                  <a:cs typeface="Poppins" panose="00000500000000000000" pitchFamily="2" charset="0"/>
                </a:rPr>
                <a:t>La méthode Kanban est une approche visuelle de gestion de projet. Elle utilise un tableau divisé en colonnes pour suivre l'avancement des tâches, améliorer le flux de travail et limiter les blocages</a:t>
              </a:r>
              <a:endParaRPr lang="es-ES" dirty="0">
                <a:solidFill>
                  <a:srgbClr val="EDEDE9"/>
                </a:solidFill>
                <a:latin typeface="Poppins" panose="00000500000000000000" pitchFamily="2" charset="0"/>
                <a:cs typeface="Poppins" panose="00000500000000000000" pitchFamily="2" charset="0"/>
              </a:endParaRPr>
            </a:p>
          </p:txBody>
        </p:sp>
      </p:grpSp>
      <p:sp>
        <p:nvSpPr>
          <p:cNvPr id="13" name="ZoneTexte 12">
            <a:extLst>
              <a:ext uri="{FF2B5EF4-FFF2-40B4-BE49-F238E27FC236}">
                <a16:creationId xmlns:a16="http://schemas.microsoft.com/office/drawing/2014/main" id="{EA0B5639-040B-7114-BBD4-860333FBEC9B}"/>
              </a:ext>
            </a:extLst>
          </p:cNvPr>
          <p:cNvSpPr txBox="1"/>
          <p:nvPr/>
        </p:nvSpPr>
        <p:spPr>
          <a:xfrm>
            <a:off x="11794603" y="6457040"/>
            <a:ext cx="397397"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9</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7090105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2D350A92-03BE-8084-4A10-C9ABEA70B782}"/>
            </a:ext>
          </a:extLst>
        </p:cNvPr>
        <p:cNvGrpSpPr/>
        <p:nvPr/>
      </p:nvGrpSpPr>
      <p:grpSpPr>
        <a:xfrm>
          <a:off x="0" y="0"/>
          <a:ext cx="0" cy="0"/>
          <a:chOff x="0" y="0"/>
          <a:chExt cx="0" cy="0"/>
        </a:xfrm>
      </p:grpSpPr>
      <p:sp>
        <p:nvSpPr>
          <p:cNvPr id="8" name="Ellipse 5">
            <a:extLst>
              <a:ext uri="{FF2B5EF4-FFF2-40B4-BE49-F238E27FC236}">
                <a16:creationId xmlns:a16="http://schemas.microsoft.com/office/drawing/2014/main" id="{9432460D-3759-EC9B-C44B-D18EB8555B61}"/>
              </a:ext>
            </a:extLst>
          </p:cNvPr>
          <p:cNvSpPr/>
          <p:nvPr/>
        </p:nvSpPr>
        <p:spPr>
          <a:xfrm rot="15811333">
            <a:off x="12725700" y="-3657761"/>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68" name="Pentagone 7167">
            <a:extLst>
              <a:ext uri="{FF2B5EF4-FFF2-40B4-BE49-F238E27FC236}">
                <a16:creationId xmlns:a16="http://schemas.microsoft.com/office/drawing/2014/main" id="{4F836DFD-6A57-C4E9-F07B-AFB385DF35EA}"/>
              </a:ext>
            </a:extLst>
          </p:cNvPr>
          <p:cNvSpPr/>
          <p:nvPr/>
        </p:nvSpPr>
        <p:spPr>
          <a:xfrm>
            <a:off x="-2163203" y="8343803"/>
            <a:ext cx="7268902" cy="4653023"/>
          </a:xfrm>
          <a:prstGeom prst="pentagon">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172" name="Picture 4">
            <a:extLst>
              <a:ext uri="{FF2B5EF4-FFF2-40B4-BE49-F238E27FC236}">
                <a16:creationId xmlns:a16="http://schemas.microsoft.com/office/drawing/2014/main" id="{75C82AFF-3B93-BA96-FB5E-147987076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477" y="8973899"/>
            <a:ext cx="3981450" cy="3981450"/>
          </a:xfrm>
          <a:prstGeom prst="rect">
            <a:avLst/>
          </a:prstGeom>
          <a:noFill/>
          <a:extLst>
            <a:ext uri="{909E8E84-426E-40DD-AFC4-6F175D3DCCD1}">
              <a14:hiddenFill xmlns:a14="http://schemas.microsoft.com/office/drawing/2010/main">
                <a:solidFill>
                  <a:srgbClr val="FFFFFF"/>
                </a:solidFill>
              </a14:hiddenFill>
            </a:ext>
          </a:extLst>
        </p:spPr>
      </p:pic>
      <p:sp>
        <p:nvSpPr>
          <p:cNvPr id="7169" name="ZoneTexte 7168">
            <a:extLst>
              <a:ext uri="{FF2B5EF4-FFF2-40B4-BE49-F238E27FC236}">
                <a16:creationId xmlns:a16="http://schemas.microsoft.com/office/drawing/2014/main" id="{EE3F01D4-DA91-D3E5-38CE-597D9D9EFF1D}"/>
              </a:ext>
            </a:extLst>
          </p:cNvPr>
          <p:cNvSpPr txBox="1"/>
          <p:nvPr/>
        </p:nvSpPr>
        <p:spPr>
          <a:xfrm>
            <a:off x="457200" y="-2064644"/>
            <a:ext cx="7025640" cy="769441"/>
          </a:xfrm>
          <a:prstGeom prst="rect">
            <a:avLst/>
          </a:prstGeom>
          <a:noFill/>
        </p:spPr>
        <p:txBody>
          <a:bodyPr wrap="square" rtlCol="0">
            <a:spAutoFit/>
          </a:bodyPr>
          <a:lstStyle/>
          <a:p>
            <a:r>
              <a:rPr lang="fr-FR" sz="44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GESTION DE PROJET</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7171" name="ZoneTexte 7170">
            <a:extLst>
              <a:ext uri="{FF2B5EF4-FFF2-40B4-BE49-F238E27FC236}">
                <a16:creationId xmlns:a16="http://schemas.microsoft.com/office/drawing/2014/main" id="{027D5DC5-ED15-9577-60F9-8CFA7C78A8B5}"/>
              </a:ext>
            </a:extLst>
          </p:cNvPr>
          <p:cNvSpPr txBox="1"/>
          <p:nvPr/>
        </p:nvSpPr>
        <p:spPr>
          <a:xfrm>
            <a:off x="457200" y="-1437707"/>
            <a:ext cx="7976415" cy="1077218"/>
          </a:xfrm>
          <a:prstGeom prst="rect">
            <a:avLst/>
          </a:prstGeom>
          <a:noFill/>
        </p:spPr>
        <p:txBody>
          <a:bodyPr wrap="square" rtlCol="0">
            <a:spAutoFit/>
          </a:bodyPr>
          <a:lstStyle/>
          <a:p>
            <a:r>
              <a:rPr lang="fr-FR" sz="3200" dirty="0">
                <a:solidFill>
                  <a:srgbClr val="003559"/>
                </a:solidFill>
                <a:effectLst/>
                <a:latin typeface="Montserrat" pitchFamily="2" charset="0"/>
                <a:ea typeface="Calibri" panose="020F0502020204030204" pitchFamily="34" charset="0"/>
                <a:cs typeface="Arial" panose="020B0604020202020204" pitchFamily="34" charset="0"/>
              </a:rPr>
              <a:t>Les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methodes</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scrum</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et kanban</a:t>
            </a:r>
            <a:endParaRPr lang="es-ES" sz="3200" dirty="0">
              <a:solidFill>
                <a:srgbClr val="00355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003559"/>
              </a:solidFill>
              <a:latin typeface="Montserrat" pitchFamily="2" charset="0"/>
            </a:endParaRPr>
          </a:p>
        </p:txBody>
      </p:sp>
      <p:sp>
        <p:nvSpPr>
          <p:cNvPr id="7173" name="ZoneTexte 7172">
            <a:extLst>
              <a:ext uri="{FF2B5EF4-FFF2-40B4-BE49-F238E27FC236}">
                <a16:creationId xmlns:a16="http://schemas.microsoft.com/office/drawing/2014/main" id="{E5FBF410-04F8-FB61-DDF4-ABE2C4D2B4F8}"/>
              </a:ext>
            </a:extLst>
          </p:cNvPr>
          <p:cNvSpPr txBox="1"/>
          <p:nvPr/>
        </p:nvSpPr>
        <p:spPr>
          <a:xfrm>
            <a:off x="13929360" y="1977513"/>
            <a:ext cx="8930640" cy="1323439"/>
          </a:xfrm>
          <a:prstGeom prst="rect">
            <a:avLst/>
          </a:prstGeom>
          <a:noFill/>
        </p:spPr>
        <p:txBody>
          <a:bodyPr wrap="square" rtlCol="0">
            <a:spAutoFit/>
          </a:bodyPr>
          <a:lstStyle/>
          <a:p>
            <a:pPr algn="ct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Dans le cadre de notre projet, nous avons adopté une approche de gestion de projet agile en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conbinant</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les deux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methodes</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Scrum et Kanban pour :</a:t>
            </a:r>
            <a:endParaRPr lang="es-ES" sz="2000" dirty="0">
              <a:solidFill>
                <a:srgbClr val="003559"/>
              </a:solidFill>
              <a:effectLst/>
              <a:latin typeface="Poppins" panose="00000500000000000000" pitchFamily="2" charset="0"/>
              <a:ea typeface="Calibri" panose="020F0502020204030204" pitchFamily="34" charset="0"/>
              <a:cs typeface="Poppins" panose="00000500000000000000" pitchFamily="2" charset="0"/>
            </a:endParaRPr>
          </a:p>
          <a:p>
            <a:pPr algn="ctr"/>
            <a:endParaRPr lang="es-ES" sz="2000" dirty="0">
              <a:solidFill>
                <a:srgbClr val="003559"/>
              </a:solidFill>
              <a:latin typeface="Poppins" panose="00000500000000000000" pitchFamily="2" charset="0"/>
              <a:cs typeface="Poppins" panose="00000500000000000000" pitchFamily="2" charset="0"/>
            </a:endParaRPr>
          </a:p>
        </p:txBody>
      </p:sp>
      <p:grpSp>
        <p:nvGrpSpPr>
          <p:cNvPr id="7183" name="Groupe 7182">
            <a:extLst>
              <a:ext uri="{FF2B5EF4-FFF2-40B4-BE49-F238E27FC236}">
                <a16:creationId xmlns:a16="http://schemas.microsoft.com/office/drawing/2014/main" id="{465A9A42-BC6E-6DBF-FE8A-81C5E0ACD960}"/>
              </a:ext>
            </a:extLst>
          </p:cNvPr>
          <p:cNvGrpSpPr/>
          <p:nvPr/>
        </p:nvGrpSpPr>
        <p:grpSpPr>
          <a:xfrm>
            <a:off x="14514699" y="1069585"/>
            <a:ext cx="5861181" cy="755299"/>
            <a:chOff x="5645019" y="3515229"/>
            <a:chExt cx="5861181" cy="755299"/>
          </a:xfrm>
        </p:grpSpPr>
        <p:grpSp>
          <p:nvGrpSpPr>
            <p:cNvPr id="7175" name="Groupe 7174">
              <a:extLst>
                <a:ext uri="{FF2B5EF4-FFF2-40B4-BE49-F238E27FC236}">
                  <a16:creationId xmlns:a16="http://schemas.microsoft.com/office/drawing/2014/main" id="{3CC813C7-13F6-8375-8E5E-A5325E659828}"/>
                </a:ext>
              </a:extLst>
            </p:cNvPr>
            <p:cNvGrpSpPr/>
            <p:nvPr/>
          </p:nvGrpSpPr>
          <p:grpSpPr>
            <a:xfrm>
              <a:off x="5645019" y="3515229"/>
              <a:ext cx="5861181" cy="755299"/>
              <a:chOff x="4306288" y="2463440"/>
              <a:chExt cx="433268" cy="433268"/>
            </a:xfrm>
            <a:solidFill>
              <a:srgbClr val="003559"/>
            </a:solidFill>
          </p:grpSpPr>
          <p:sp>
            <p:nvSpPr>
              <p:cNvPr id="7177" name="Shape 3">
                <a:extLst>
                  <a:ext uri="{FF2B5EF4-FFF2-40B4-BE49-F238E27FC236}">
                    <a16:creationId xmlns:a16="http://schemas.microsoft.com/office/drawing/2014/main" id="{AC884809-839C-C13B-5542-6846E8CCA298}"/>
                  </a:ext>
                </a:extLst>
              </p:cNvPr>
              <p:cNvSpPr/>
              <p:nvPr/>
            </p:nvSpPr>
            <p:spPr>
              <a:xfrm>
                <a:off x="4306288" y="2463440"/>
                <a:ext cx="433268" cy="433268"/>
              </a:xfrm>
              <a:prstGeom prst="roundRect">
                <a:avLst>
                  <a:gd name="adj" fmla="val 20003"/>
                </a:avLst>
              </a:prstGeom>
              <a:grpFill/>
              <a:ln w="7620">
                <a:noFill/>
                <a:prstDash val="solid"/>
              </a:ln>
            </p:spPr>
          </p:sp>
          <p:sp>
            <p:nvSpPr>
              <p:cNvPr id="7178" name="Text 4">
                <a:extLst>
                  <a:ext uri="{FF2B5EF4-FFF2-40B4-BE49-F238E27FC236}">
                    <a16:creationId xmlns:a16="http://schemas.microsoft.com/office/drawing/2014/main" id="{A77E047A-EF64-C27D-FE53-A4ADD7CF8C72}"/>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chemeClr val="bg1"/>
                  </a:solidFill>
                  <a:latin typeface="Poppins Black" panose="00000A00000000000000" pitchFamily="2" charset="0"/>
                  <a:cs typeface="Poppins Black" panose="00000A00000000000000" pitchFamily="2" charset="0"/>
                </a:endParaRPr>
              </a:p>
            </p:txBody>
          </p:sp>
        </p:grpSp>
        <p:sp>
          <p:nvSpPr>
            <p:cNvPr id="7176" name="ZoneTexte 7175">
              <a:extLst>
                <a:ext uri="{FF2B5EF4-FFF2-40B4-BE49-F238E27FC236}">
                  <a16:creationId xmlns:a16="http://schemas.microsoft.com/office/drawing/2014/main" id="{6B5B7BE3-26B3-3000-E55D-E188808EDD7E}"/>
                </a:ext>
              </a:extLst>
            </p:cNvPr>
            <p:cNvSpPr txBox="1"/>
            <p:nvPr/>
          </p:nvSpPr>
          <p:spPr>
            <a:xfrm>
              <a:off x="6162489" y="3551524"/>
              <a:ext cx="5018655" cy="645305"/>
            </a:xfrm>
            <a:prstGeom prst="rect">
              <a:avLst/>
            </a:prstGeom>
            <a:noFill/>
          </p:spPr>
          <p:txBody>
            <a:bodyPr wrap="square" rtlCol="0">
              <a:spAutoFit/>
            </a:bodyPr>
            <a:lstStyle/>
            <a:p>
              <a:pPr lvl="0">
                <a:lnSpc>
                  <a:spcPct val="115000"/>
                </a:lnSpc>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bénéficier à la fois de la structure itérative de Scrum et de la flexibilité visuelle de Kanban</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7184" name="Groupe 7183">
            <a:extLst>
              <a:ext uri="{FF2B5EF4-FFF2-40B4-BE49-F238E27FC236}">
                <a16:creationId xmlns:a16="http://schemas.microsoft.com/office/drawing/2014/main" id="{13C34816-06E9-3A17-A2B3-56CCEA6861DF}"/>
              </a:ext>
            </a:extLst>
          </p:cNvPr>
          <p:cNvGrpSpPr/>
          <p:nvPr/>
        </p:nvGrpSpPr>
        <p:grpSpPr>
          <a:xfrm>
            <a:off x="14514699" y="2366717"/>
            <a:ext cx="5861181" cy="755299"/>
            <a:chOff x="5645019" y="4812361"/>
            <a:chExt cx="5861181" cy="755299"/>
          </a:xfrm>
        </p:grpSpPr>
        <p:grpSp>
          <p:nvGrpSpPr>
            <p:cNvPr id="7179" name="Groupe 7178">
              <a:extLst>
                <a:ext uri="{FF2B5EF4-FFF2-40B4-BE49-F238E27FC236}">
                  <a16:creationId xmlns:a16="http://schemas.microsoft.com/office/drawing/2014/main" id="{B6A0DB41-1D0F-94A4-C88D-9037A302AC55}"/>
                </a:ext>
              </a:extLst>
            </p:cNvPr>
            <p:cNvGrpSpPr/>
            <p:nvPr/>
          </p:nvGrpSpPr>
          <p:grpSpPr>
            <a:xfrm>
              <a:off x="5645019" y="4812361"/>
              <a:ext cx="5861181" cy="755299"/>
              <a:chOff x="4306288" y="2463440"/>
              <a:chExt cx="433268" cy="433268"/>
            </a:xfrm>
            <a:solidFill>
              <a:srgbClr val="003559"/>
            </a:solidFill>
          </p:grpSpPr>
          <p:sp>
            <p:nvSpPr>
              <p:cNvPr id="7180" name="Shape 3">
                <a:extLst>
                  <a:ext uri="{FF2B5EF4-FFF2-40B4-BE49-F238E27FC236}">
                    <a16:creationId xmlns:a16="http://schemas.microsoft.com/office/drawing/2014/main" id="{4ED246F3-128B-BA72-BDD5-E4BDDBB42521}"/>
                  </a:ext>
                </a:extLst>
              </p:cNvPr>
              <p:cNvSpPr/>
              <p:nvPr/>
            </p:nvSpPr>
            <p:spPr>
              <a:xfrm>
                <a:off x="4306288" y="2463440"/>
                <a:ext cx="433268" cy="433268"/>
              </a:xfrm>
              <a:prstGeom prst="roundRect">
                <a:avLst>
                  <a:gd name="adj" fmla="val 20003"/>
                </a:avLst>
              </a:prstGeom>
              <a:grpFill/>
              <a:ln w="7620">
                <a:noFill/>
                <a:prstDash val="solid"/>
              </a:ln>
            </p:spPr>
          </p:sp>
          <p:sp>
            <p:nvSpPr>
              <p:cNvPr id="7181" name="Text 4">
                <a:extLst>
                  <a:ext uri="{FF2B5EF4-FFF2-40B4-BE49-F238E27FC236}">
                    <a16:creationId xmlns:a16="http://schemas.microsoft.com/office/drawing/2014/main" id="{E8B6B1D3-E8C7-4C7A-D211-085F91DC8D18}"/>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cs typeface="Poppins Black" panose="00000A00000000000000" pitchFamily="2" charset="0"/>
                  </a:rPr>
                  <a:t>2</a:t>
                </a:r>
              </a:p>
            </p:txBody>
          </p:sp>
        </p:grpSp>
        <p:sp>
          <p:nvSpPr>
            <p:cNvPr id="7182" name="ZoneTexte 7181">
              <a:extLst>
                <a:ext uri="{FF2B5EF4-FFF2-40B4-BE49-F238E27FC236}">
                  <a16:creationId xmlns:a16="http://schemas.microsoft.com/office/drawing/2014/main" id="{4781C34E-38F2-10DE-35D5-351FE1CFCA24}"/>
                </a:ext>
              </a:extLst>
            </p:cNvPr>
            <p:cNvSpPr txBox="1"/>
            <p:nvPr/>
          </p:nvSpPr>
          <p:spPr>
            <a:xfrm>
              <a:off x="6162490" y="4848656"/>
              <a:ext cx="4729288" cy="645305"/>
            </a:xfrm>
            <a:prstGeom prst="rect">
              <a:avLst/>
            </a:prstGeom>
            <a:noFill/>
          </p:spPr>
          <p:txBody>
            <a:bodyPr wrap="square" rtlCol="0">
              <a:spAutoFit/>
            </a:bodyPr>
            <a:lstStyle/>
            <a:p>
              <a:pPr lvl="0">
                <a:lnSpc>
                  <a:spcPct val="115000"/>
                </a:lnSpc>
                <a:spcAft>
                  <a:spcPts val="1000"/>
                </a:spcAft>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une meilleure adaptation aux changements et une gestion fluide des tâches imprévues.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3" name="Rectangle 2">
            <a:extLst>
              <a:ext uri="{FF2B5EF4-FFF2-40B4-BE49-F238E27FC236}">
                <a16:creationId xmlns:a16="http://schemas.microsoft.com/office/drawing/2014/main" id="{7F092FEB-5C02-7AC6-28EA-6E68B4F6E21B}"/>
              </a:ext>
            </a:extLst>
          </p:cNvPr>
          <p:cNvSpPr/>
          <p:nvPr/>
        </p:nvSpPr>
        <p:spPr>
          <a:xfrm>
            <a:off x="1471248" y="1563978"/>
            <a:ext cx="2461846" cy="3473947"/>
          </a:xfrm>
          <a:prstGeom prst="rect">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ZoneTexte 4">
            <a:extLst>
              <a:ext uri="{FF2B5EF4-FFF2-40B4-BE49-F238E27FC236}">
                <a16:creationId xmlns:a16="http://schemas.microsoft.com/office/drawing/2014/main" id="{470C158A-1188-602C-FA89-555434D5B39D}"/>
              </a:ext>
            </a:extLst>
          </p:cNvPr>
          <p:cNvSpPr txBox="1"/>
          <p:nvPr/>
        </p:nvSpPr>
        <p:spPr>
          <a:xfrm>
            <a:off x="2583180" y="373491"/>
            <a:ext cx="7025640" cy="766877"/>
          </a:xfrm>
          <a:prstGeom prst="rect">
            <a:avLst/>
          </a:prstGeom>
          <a:noFill/>
        </p:spPr>
        <p:txBody>
          <a:bodyPr wrap="square" rtlCol="0">
            <a:spAutoFit/>
          </a:bodyPr>
          <a:lstStyle/>
          <a:p>
            <a:pPr lvl="0" algn="ctr">
              <a:lnSpc>
                <a:spcPct val="115000"/>
              </a:lnSpc>
            </a:pPr>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LES ROLES PRINCIPEAUX</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6" name="ZoneTexte 5">
            <a:extLst>
              <a:ext uri="{FF2B5EF4-FFF2-40B4-BE49-F238E27FC236}">
                <a16:creationId xmlns:a16="http://schemas.microsoft.com/office/drawing/2014/main" id="{6440433A-5A6F-BD91-1B5B-443882CDAB5E}"/>
              </a:ext>
            </a:extLst>
          </p:cNvPr>
          <p:cNvSpPr txBox="1"/>
          <p:nvPr/>
        </p:nvSpPr>
        <p:spPr>
          <a:xfrm>
            <a:off x="1656469" y="2252891"/>
            <a:ext cx="2073814" cy="1384995"/>
          </a:xfrm>
          <a:prstGeom prst="rect">
            <a:avLst/>
          </a:prstGeom>
          <a:noFill/>
        </p:spPr>
        <p:txBody>
          <a:bodyPr wrap="square" rtlCol="0">
            <a:spAutoFit/>
          </a:bodyPr>
          <a:lstStyle/>
          <a:p>
            <a:pPr algn="ctr"/>
            <a:r>
              <a:rPr lang="fr-FR"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rPr>
              <a:t>SCRUM MASTER</a:t>
            </a:r>
          </a:p>
          <a:p>
            <a:pPr algn="ctr"/>
            <a:endParaRPr lang="es-ES" sz="2800" dirty="0">
              <a:solidFill>
                <a:srgbClr val="415A77"/>
              </a:solidFill>
              <a:latin typeface="Poppins Black" panose="00000A00000000000000" pitchFamily="2" charset="0"/>
              <a:cs typeface="Poppins Black" panose="00000A00000000000000" pitchFamily="2" charset="0"/>
            </a:endParaRPr>
          </a:p>
        </p:txBody>
      </p:sp>
      <p:pic>
        <p:nvPicPr>
          <p:cNvPr id="9" name="Image 8">
            <a:extLst>
              <a:ext uri="{FF2B5EF4-FFF2-40B4-BE49-F238E27FC236}">
                <a16:creationId xmlns:a16="http://schemas.microsoft.com/office/drawing/2014/main" id="{29CF8EAC-EE54-6889-1B0A-755D30D27ABC}"/>
              </a:ext>
            </a:extLst>
          </p:cNvPr>
          <p:cNvPicPr>
            <a:picLocks noChangeAspect="1"/>
          </p:cNvPicPr>
          <p:nvPr/>
        </p:nvPicPr>
        <p:blipFill>
          <a:blip r:embed="rId4">
            <a:alphaModFix amt="75000"/>
            <a:extLst>
              <a:ext uri="{28A0092B-C50C-407E-A947-70E740481C1C}">
                <a14:useLocalDpi xmlns:a14="http://schemas.microsoft.com/office/drawing/2010/main" val="0"/>
              </a:ext>
            </a:extLst>
          </a:blip>
          <a:stretch>
            <a:fillRect/>
          </a:stretch>
        </p:blipFill>
        <p:spPr>
          <a:xfrm>
            <a:off x="2367588" y="4072920"/>
            <a:ext cx="669165" cy="669165"/>
          </a:xfrm>
          <a:prstGeom prst="rect">
            <a:avLst/>
          </a:prstGeom>
        </p:spPr>
      </p:pic>
      <p:sp>
        <p:nvSpPr>
          <p:cNvPr id="10" name="ZoneTexte 9">
            <a:extLst>
              <a:ext uri="{FF2B5EF4-FFF2-40B4-BE49-F238E27FC236}">
                <a16:creationId xmlns:a16="http://schemas.microsoft.com/office/drawing/2014/main" id="{766412F8-9F37-6858-FD1B-56F34924D300}"/>
              </a:ext>
            </a:extLst>
          </p:cNvPr>
          <p:cNvSpPr txBox="1"/>
          <p:nvPr/>
        </p:nvSpPr>
        <p:spPr>
          <a:xfrm>
            <a:off x="4518433" y="2252891"/>
            <a:ext cx="2826080" cy="1060034"/>
          </a:xfrm>
          <a:prstGeom prst="rect">
            <a:avLst/>
          </a:prstGeom>
          <a:noFill/>
        </p:spPr>
        <p:txBody>
          <a:bodyPr wrap="square" rtlCol="0">
            <a:spAutoFit/>
          </a:bodyPr>
          <a:lstStyle/>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PRODUCT</a:t>
            </a:r>
          </a:p>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OWNER</a:t>
            </a:r>
            <a:endParaRPr lang="es-ES"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12" name="ZoneTexte 11">
            <a:extLst>
              <a:ext uri="{FF2B5EF4-FFF2-40B4-BE49-F238E27FC236}">
                <a16:creationId xmlns:a16="http://schemas.microsoft.com/office/drawing/2014/main" id="{02C5976B-A5CF-D49B-24F4-3D99BAEEFD42}"/>
              </a:ext>
            </a:extLst>
          </p:cNvPr>
          <p:cNvSpPr txBox="1"/>
          <p:nvPr/>
        </p:nvSpPr>
        <p:spPr>
          <a:xfrm>
            <a:off x="7709451" y="2252891"/>
            <a:ext cx="2808490" cy="564514"/>
          </a:xfrm>
          <a:prstGeom prst="rect">
            <a:avLst/>
          </a:prstGeom>
          <a:noFill/>
        </p:spPr>
        <p:txBody>
          <a:bodyPr wrap="square" rtlCol="0">
            <a:spAutoFit/>
          </a:bodyPr>
          <a:lstStyle/>
          <a:p>
            <a:pPr lvl="0" algn="ctr">
              <a:lnSpc>
                <a:spcPct val="115000"/>
              </a:lnSpc>
              <a:spcAft>
                <a:spcPts val="1000"/>
              </a:spcAft>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DEVELOPERS</a:t>
            </a:r>
            <a:endParaRPr lang="es-ES"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F7C10575-F881-0025-7DC8-C957627228A9}"/>
              </a:ext>
            </a:extLst>
          </p:cNvPr>
          <p:cNvSpPr txBox="1"/>
          <p:nvPr/>
        </p:nvSpPr>
        <p:spPr>
          <a:xfrm>
            <a:off x="11748305" y="6457040"/>
            <a:ext cx="44369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10</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671828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8B61E56F-3951-9E33-309D-F0D24F62F0A5}"/>
            </a:ext>
          </a:extLst>
        </p:cNvPr>
        <p:cNvGrpSpPr/>
        <p:nvPr/>
      </p:nvGrpSpPr>
      <p:grpSpPr>
        <a:xfrm>
          <a:off x="0" y="0"/>
          <a:ext cx="0" cy="0"/>
          <a:chOff x="0" y="0"/>
          <a:chExt cx="0" cy="0"/>
        </a:xfrm>
      </p:grpSpPr>
      <p:sp>
        <p:nvSpPr>
          <p:cNvPr id="8" name="Ellipse 5">
            <a:extLst>
              <a:ext uri="{FF2B5EF4-FFF2-40B4-BE49-F238E27FC236}">
                <a16:creationId xmlns:a16="http://schemas.microsoft.com/office/drawing/2014/main" id="{3A25EEC8-78EF-673E-6DB3-13B026B838F4}"/>
              </a:ext>
            </a:extLst>
          </p:cNvPr>
          <p:cNvSpPr/>
          <p:nvPr/>
        </p:nvSpPr>
        <p:spPr>
          <a:xfrm rot="15811333">
            <a:off x="12725700" y="-3657761"/>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68" name="Pentagone 7167">
            <a:extLst>
              <a:ext uri="{FF2B5EF4-FFF2-40B4-BE49-F238E27FC236}">
                <a16:creationId xmlns:a16="http://schemas.microsoft.com/office/drawing/2014/main" id="{95ED1800-CD24-CF3F-F2C9-0F7052430E3A}"/>
              </a:ext>
            </a:extLst>
          </p:cNvPr>
          <p:cNvSpPr/>
          <p:nvPr/>
        </p:nvSpPr>
        <p:spPr>
          <a:xfrm>
            <a:off x="-2163203" y="8343803"/>
            <a:ext cx="7268902" cy="4653023"/>
          </a:xfrm>
          <a:prstGeom prst="pentagon">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172" name="Picture 4">
            <a:extLst>
              <a:ext uri="{FF2B5EF4-FFF2-40B4-BE49-F238E27FC236}">
                <a16:creationId xmlns:a16="http://schemas.microsoft.com/office/drawing/2014/main" id="{87E354A3-DAFE-0C6C-9B42-ED5F64374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477" y="8973899"/>
            <a:ext cx="3981450" cy="3981450"/>
          </a:xfrm>
          <a:prstGeom prst="rect">
            <a:avLst/>
          </a:prstGeom>
          <a:noFill/>
          <a:extLst>
            <a:ext uri="{909E8E84-426E-40DD-AFC4-6F175D3DCCD1}">
              <a14:hiddenFill xmlns:a14="http://schemas.microsoft.com/office/drawing/2010/main">
                <a:solidFill>
                  <a:srgbClr val="FFFFFF"/>
                </a:solidFill>
              </a14:hiddenFill>
            </a:ext>
          </a:extLst>
        </p:spPr>
      </p:pic>
      <p:sp>
        <p:nvSpPr>
          <p:cNvPr id="7169" name="ZoneTexte 7168">
            <a:extLst>
              <a:ext uri="{FF2B5EF4-FFF2-40B4-BE49-F238E27FC236}">
                <a16:creationId xmlns:a16="http://schemas.microsoft.com/office/drawing/2014/main" id="{80E7D3E4-1E35-E122-DC6D-1E90A2885E59}"/>
              </a:ext>
            </a:extLst>
          </p:cNvPr>
          <p:cNvSpPr txBox="1"/>
          <p:nvPr/>
        </p:nvSpPr>
        <p:spPr>
          <a:xfrm>
            <a:off x="457200" y="-2064644"/>
            <a:ext cx="7025640" cy="769441"/>
          </a:xfrm>
          <a:prstGeom prst="rect">
            <a:avLst/>
          </a:prstGeom>
          <a:noFill/>
        </p:spPr>
        <p:txBody>
          <a:bodyPr wrap="square" rtlCol="0">
            <a:spAutoFit/>
          </a:bodyPr>
          <a:lstStyle/>
          <a:p>
            <a:r>
              <a:rPr lang="fr-FR" sz="44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GESTION DE PROJET</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7171" name="ZoneTexte 7170">
            <a:extLst>
              <a:ext uri="{FF2B5EF4-FFF2-40B4-BE49-F238E27FC236}">
                <a16:creationId xmlns:a16="http://schemas.microsoft.com/office/drawing/2014/main" id="{4ED693CE-CB73-99C7-D641-15D82ADF5EEC}"/>
              </a:ext>
            </a:extLst>
          </p:cNvPr>
          <p:cNvSpPr txBox="1"/>
          <p:nvPr/>
        </p:nvSpPr>
        <p:spPr>
          <a:xfrm>
            <a:off x="457200" y="-1437707"/>
            <a:ext cx="7976415" cy="1077218"/>
          </a:xfrm>
          <a:prstGeom prst="rect">
            <a:avLst/>
          </a:prstGeom>
          <a:noFill/>
        </p:spPr>
        <p:txBody>
          <a:bodyPr wrap="square" rtlCol="0">
            <a:spAutoFit/>
          </a:bodyPr>
          <a:lstStyle/>
          <a:p>
            <a:r>
              <a:rPr lang="fr-FR" sz="3200" dirty="0">
                <a:solidFill>
                  <a:srgbClr val="003559"/>
                </a:solidFill>
                <a:effectLst/>
                <a:latin typeface="Montserrat" pitchFamily="2" charset="0"/>
                <a:ea typeface="Calibri" panose="020F0502020204030204" pitchFamily="34" charset="0"/>
                <a:cs typeface="Arial" panose="020B0604020202020204" pitchFamily="34" charset="0"/>
              </a:rPr>
              <a:t>Les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methodes</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scrum</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et kanban</a:t>
            </a:r>
            <a:endParaRPr lang="es-ES" sz="3200" dirty="0">
              <a:solidFill>
                <a:srgbClr val="00355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003559"/>
              </a:solidFill>
              <a:latin typeface="Montserrat" pitchFamily="2" charset="0"/>
            </a:endParaRPr>
          </a:p>
        </p:txBody>
      </p:sp>
      <p:sp>
        <p:nvSpPr>
          <p:cNvPr id="7173" name="ZoneTexte 7172">
            <a:extLst>
              <a:ext uri="{FF2B5EF4-FFF2-40B4-BE49-F238E27FC236}">
                <a16:creationId xmlns:a16="http://schemas.microsoft.com/office/drawing/2014/main" id="{C40C2797-4563-3390-3509-5E10E35E5D65}"/>
              </a:ext>
            </a:extLst>
          </p:cNvPr>
          <p:cNvSpPr txBox="1"/>
          <p:nvPr/>
        </p:nvSpPr>
        <p:spPr>
          <a:xfrm>
            <a:off x="13929360" y="1977513"/>
            <a:ext cx="8930640" cy="1323439"/>
          </a:xfrm>
          <a:prstGeom prst="rect">
            <a:avLst/>
          </a:prstGeom>
          <a:noFill/>
        </p:spPr>
        <p:txBody>
          <a:bodyPr wrap="square" rtlCol="0">
            <a:spAutoFit/>
          </a:bodyPr>
          <a:lstStyle/>
          <a:p>
            <a:pPr algn="ct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Dans le cadre de notre projet, nous avons adopté une approche de gestion de projet agile en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conbinant</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les deux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methodes</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Scrum et Kanban pour :</a:t>
            </a:r>
            <a:endParaRPr lang="es-ES" sz="2000" dirty="0">
              <a:solidFill>
                <a:srgbClr val="003559"/>
              </a:solidFill>
              <a:effectLst/>
              <a:latin typeface="Poppins" panose="00000500000000000000" pitchFamily="2" charset="0"/>
              <a:ea typeface="Calibri" panose="020F0502020204030204" pitchFamily="34" charset="0"/>
              <a:cs typeface="Poppins" panose="00000500000000000000" pitchFamily="2" charset="0"/>
            </a:endParaRPr>
          </a:p>
          <a:p>
            <a:pPr algn="ctr"/>
            <a:endParaRPr lang="es-ES" sz="2000" dirty="0">
              <a:solidFill>
                <a:srgbClr val="003559"/>
              </a:solidFill>
              <a:latin typeface="Poppins" panose="00000500000000000000" pitchFamily="2" charset="0"/>
              <a:cs typeface="Poppins" panose="00000500000000000000" pitchFamily="2" charset="0"/>
            </a:endParaRPr>
          </a:p>
        </p:txBody>
      </p:sp>
      <p:grpSp>
        <p:nvGrpSpPr>
          <p:cNvPr id="7183" name="Groupe 7182">
            <a:extLst>
              <a:ext uri="{FF2B5EF4-FFF2-40B4-BE49-F238E27FC236}">
                <a16:creationId xmlns:a16="http://schemas.microsoft.com/office/drawing/2014/main" id="{3B9CA012-610C-F8E7-20F3-18D31A46C3CC}"/>
              </a:ext>
            </a:extLst>
          </p:cNvPr>
          <p:cNvGrpSpPr/>
          <p:nvPr/>
        </p:nvGrpSpPr>
        <p:grpSpPr>
          <a:xfrm>
            <a:off x="14514699" y="1069585"/>
            <a:ext cx="5861181" cy="755299"/>
            <a:chOff x="5645019" y="3515229"/>
            <a:chExt cx="5861181" cy="755299"/>
          </a:xfrm>
        </p:grpSpPr>
        <p:grpSp>
          <p:nvGrpSpPr>
            <p:cNvPr id="7175" name="Groupe 7174">
              <a:extLst>
                <a:ext uri="{FF2B5EF4-FFF2-40B4-BE49-F238E27FC236}">
                  <a16:creationId xmlns:a16="http://schemas.microsoft.com/office/drawing/2014/main" id="{5ABF1615-441E-FAA4-D822-B48BAB3AA17C}"/>
                </a:ext>
              </a:extLst>
            </p:cNvPr>
            <p:cNvGrpSpPr/>
            <p:nvPr/>
          </p:nvGrpSpPr>
          <p:grpSpPr>
            <a:xfrm>
              <a:off x="5645019" y="3515229"/>
              <a:ext cx="5861181" cy="755299"/>
              <a:chOff x="4306288" y="2463440"/>
              <a:chExt cx="433268" cy="433268"/>
            </a:xfrm>
            <a:solidFill>
              <a:srgbClr val="003559"/>
            </a:solidFill>
          </p:grpSpPr>
          <p:sp>
            <p:nvSpPr>
              <p:cNvPr id="7177" name="Shape 3">
                <a:extLst>
                  <a:ext uri="{FF2B5EF4-FFF2-40B4-BE49-F238E27FC236}">
                    <a16:creationId xmlns:a16="http://schemas.microsoft.com/office/drawing/2014/main" id="{7AD51662-D202-DD66-1459-39828490ED67}"/>
                  </a:ext>
                </a:extLst>
              </p:cNvPr>
              <p:cNvSpPr/>
              <p:nvPr/>
            </p:nvSpPr>
            <p:spPr>
              <a:xfrm>
                <a:off x="4306288" y="2463440"/>
                <a:ext cx="433268" cy="433268"/>
              </a:xfrm>
              <a:prstGeom prst="roundRect">
                <a:avLst>
                  <a:gd name="adj" fmla="val 20003"/>
                </a:avLst>
              </a:prstGeom>
              <a:grpFill/>
              <a:ln w="7620">
                <a:noFill/>
                <a:prstDash val="solid"/>
              </a:ln>
            </p:spPr>
          </p:sp>
          <p:sp>
            <p:nvSpPr>
              <p:cNvPr id="7178" name="Text 4">
                <a:extLst>
                  <a:ext uri="{FF2B5EF4-FFF2-40B4-BE49-F238E27FC236}">
                    <a16:creationId xmlns:a16="http://schemas.microsoft.com/office/drawing/2014/main" id="{9E0A2715-DDAC-A6F7-0F16-2DF334287EF4}"/>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chemeClr val="bg1"/>
                  </a:solidFill>
                  <a:latin typeface="Poppins Black" panose="00000A00000000000000" pitchFamily="2" charset="0"/>
                  <a:cs typeface="Poppins Black" panose="00000A00000000000000" pitchFamily="2" charset="0"/>
                </a:endParaRPr>
              </a:p>
            </p:txBody>
          </p:sp>
        </p:grpSp>
        <p:sp>
          <p:nvSpPr>
            <p:cNvPr id="7176" name="ZoneTexte 7175">
              <a:extLst>
                <a:ext uri="{FF2B5EF4-FFF2-40B4-BE49-F238E27FC236}">
                  <a16:creationId xmlns:a16="http://schemas.microsoft.com/office/drawing/2014/main" id="{7A1CA264-81AB-7B31-A92F-36752438FFDC}"/>
                </a:ext>
              </a:extLst>
            </p:cNvPr>
            <p:cNvSpPr txBox="1"/>
            <p:nvPr/>
          </p:nvSpPr>
          <p:spPr>
            <a:xfrm>
              <a:off x="6162489" y="3551524"/>
              <a:ext cx="5018655" cy="645305"/>
            </a:xfrm>
            <a:prstGeom prst="rect">
              <a:avLst/>
            </a:prstGeom>
            <a:noFill/>
          </p:spPr>
          <p:txBody>
            <a:bodyPr wrap="square" rtlCol="0">
              <a:spAutoFit/>
            </a:bodyPr>
            <a:lstStyle/>
            <a:p>
              <a:pPr lvl="0">
                <a:lnSpc>
                  <a:spcPct val="115000"/>
                </a:lnSpc>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bénéficier à la fois de la structure itérative de Scrum et de la flexibilité visuelle de Kanban</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7184" name="Groupe 7183">
            <a:extLst>
              <a:ext uri="{FF2B5EF4-FFF2-40B4-BE49-F238E27FC236}">
                <a16:creationId xmlns:a16="http://schemas.microsoft.com/office/drawing/2014/main" id="{728F1ECD-E23E-2C86-0C3C-88AD68128F5F}"/>
              </a:ext>
            </a:extLst>
          </p:cNvPr>
          <p:cNvGrpSpPr/>
          <p:nvPr/>
        </p:nvGrpSpPr>
        <p:grpSpPr>
          <a:xfrm>
            <a:off x="14514699" y="2366717"/>
            <a:ext cx="5861181" cy="755299"/>
            <a:chOff x="5645019" y="4812361"/>
            <a:chExt cx="5861181" cy="755299"/>
          </a:xfrm>
        </p:grpSpPr>
        <p:grpSp>
          <p:nvGrpSpPr>
            <p:cNvPr id="7179" name="Groupe 7178">
              <a:extLst>
                <a:ext uri="{FF2B5EF4-FFF2-40B4-BE49-F238E27FC236}">
                  <a16:creationId xmlns:a16="http://schemas.microsoft.com/office/drawing/2014/main" id="{5FC82124-DC4A-416F-5593-EA40C3446A04}"/>
                </a:ext>
              </a:extLst>
            </p:cNvPr>
            <p:cNvGrpSpPr/>
            <p:nvPr/>
          </p:nvGrpSpPr>
          <p:grpSpPr>
            <a:xfrm>
              <a:off x="5645019" y="4812361"/>
              <a:ext cx="5861181" cy="755299"/>
              <a:chOff x="4306288" y="2463440"/>
              <a:chExt cx="433268" cy="433268"/>
            </a:xfrm>
            <a:solidFill>
              <a:srgbClr val="003559"/>
            </a:solidFill>
          </p:grpSpPr>
          <p:sp>
            <p:nvSpPr>
              <p:cNvPr id="7180" name="Shape 3">
                <a:extLst>
                  <a:ext uri="{FF2B5EF4-FFF2-40B4-BE49-F238E27FC236}">
                    <a16:creationId xmlns:a16="http://schemas.microsoft.com/office/drawing/2014/main" id="{6B74857F-23D2-4EAF-D56D-FA2719ACEBF0}"/>
                  </a:ext>
                </a:extLst>
              </p:cNvPr>
              <p:cNvSpPr/>
              <p:nvPr/>
            </p:nvSpPr>
            <p:spPr>
              <a:xfrm>
                <a:off x="4306288" y="2463440"/>
                <a:ext cx="433268" cy="433268"/>
              </a:xfrm>
              <a:prstGeom prst="roundRect">
                <a:avLst>
                  <a:gd name="adj" fmla="val 20003"/>
                </a:avLst>
              </a:prstGeom>
              <a:grpFill/>
              <a:ln w="7620">
                <a:noFill/>
                <a:prstDash val="solid"/>
              </a:ln>
            </p:spPr>
          </p:sp>
          <p:sp>
            <p:nvSpPr>
              <p:cNvPr id="7181" name="Text 4">
                <a:extLst>
                  <a:ext uri="{FF2B5EF4-FFF2-40B4-BE49-F238E27FC236}">
                    <a16:creationId xmlns:a16="http://schemas.microsoft.com/office/drawing/2014/main" id="{07C9B9A4-B029-AA99-BFEB-7F806F1DCC98}"/>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cs typeface="Poppins Black" panose="00000A00000000000000" pitchFamily="2" charset="0"/>
                  </a:rPr>
                  <a:t>2</a:t>
                </a:r>
              </a:p>
            </p:txBody>
          </p:sp>
        </p:grpSp>
        <p:sp>
          <p:nvSpPr>
            <p:cNvPr id="7182" name="ZoneTexte 7181">
              <a:extLst>
                <a:ext uri="{FF2B5EF4-FFF2-40B4-BE49-F238E27FC236}">
                  <a16:creationId xmlns:a16="http://schemas.microsoft.com/office/drawing/2014/main" id="{A637A505-8879-F91A-3FE2-0AB7C2DF6E68}"/>
                </a:ext>
              </a:extLst>
            </p:cNvPr>
            <p:cNvSpPr txBox="1"/>
            <p:nvPr/>
          </p:nvSpPr>
          <p:spPr>
            <a:xfrm>
              <a:off x="6162490" y="4848656"/>
              <a:ext cx="4729288" cy="645305"/>
            </a:xfrm>
            <a:prstGeom prst="rect">
              <a:avLst/>
            </a:prstGeom>
            <a:noFill/>
          </p:spPr>
          <p:txBody>
            <a:bodyPr wrap="square" rtlCol="0">
              <a:spAutoFit/>
            </a:bodyPr>
            <a:lstStyle/>
            <a:p>
              <a:pPr lvl="0">
                <a:lnSpc>
                  <a:spcPct val="115000"/>
                </a:lnSpc>
                <a:spcAft>
                  <a:spcPts val="1000"/>
                </a:spcAft>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une meilleure adaptation aux changements et une gestion fluide des tâches imprévues.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3" name="Rectangle 2">
            <a:extLst>
              <a:ext uri="{FF2B5EF4-FFF2-40B4-BE49-F238E27FC236}">
                <a16:creationId xmlns:a16="http://schemas.microsoft.com/office/drawing/2014/main" id="{DDFC0739-7433-4EEA-ED48-71CD2709EDA1}"/>
              </a:ext>
            </a:extLst>
          </p:cNvPr>
          <p:cNvSpPr/>
          <p:nvPr/>
        </p:nvSpPr>
        <p:spPr>
          <a:xfrm>
            <a:off x="4700550" y="1563978"/>
            <a:ext cx="2461846" cy="3473947"/>
          </a:xfrm>
          <a:prstGeom prst="rect">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ZoneTexte 4">
            <a:extLst>
              <a:ext uri="{FF2B5EF4-FFF2-40B4-BE49-F238E27FC236}">
                <a16:creationId xmlns:a16="http://schemas.microsoft.com/office/drawing/2014/main" id="{71A4BC74-B61D-03F2-737F-7403499D5694}"/>
              </a:ext>
            </a:extLst>
          </p:cNvPr>
          <p:cNvSpPr txBox="1"/>
          <p:nvPr/>
        </p:nvSpPr>
        <p:spPr>
          <a:xfrm>
            <a:off x="2583180" y="373491"/>
            <a:ext cx="7025640" cy="766877"/>
          </a:xfrm>
          <a:prstGeom prst="rect">
            <a:avLst/>
          </a:prstGeom>
          <a:noFill/>
        </p:spPr>
        <p:txBody>
          <a:bodyPr wrap="square" rtlCol="0">
            <a:spAutoFit/>
          </a:bodyPr>
          <a:lstStyle/>
          <a:p>
            <a:pPr lvl="0" algn="ctr">
              <a:lnSpc>
                <a:spcPct val="115000"/>
              </a:lnSpc>
            </a:pPr>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LES ROLES PRINCIPEAUX</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6" name="ZoneTexte 5">
            <a:extLst>
              <a:ext uri="{FF2B5EF4-FFF2-40B4-BE49-F238E27FC236}">
                <a16:creationId xmlns:a16="http://schemas.microsoft.com/office/drawing/2014/main" id="{16CECABB-A406-B4E7-62FE-4592B9D682EE}"/>
              </a:ext>
            </a:extLst>
          </p:cNvPr>
          <p:cNvSpPr txBox="1"/>
          <p:nvPr/>
        </p:nvSpPr>
        <p:spPr>
          <a:xfrm>
            <a:off x="1656469" y="2252891"/>
            <a:ext cx="2073814" cy="1384995"/>
          </a:xfrm>
          <a:prstGeom prst="rect">
            <a:avLst/>
          </a:prstGeom>
          <a:noFill/>
        </p:spPr>
        <p:txBody>
          <a:bodyPr wrap="square" rtlCol="0">
            <a:spAutoFit/>
          </a:bodyPr>
          <a:lstStyle/>
          <a:p>
            <a:pPr algn="ct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SCRUM MASTER</a:t>
            </a:r>
          </a:p>
          <a:p>
            <a:pPr algn="ctr"/>
            <a:endParaRPr lang="es-ES" sz="2800" dirty="0">
              <a:solidFill>
                <a:srgbClr val="EDEDE9"/>
              </a:solidFill>
              <a:latin typeface="Poppins Black" panose="00000A00000000000000" pitchFamily="2" charset="0"/>
              <a:cs typeface="Poppins Black" panose="00000A00000000000000" pitchFamily="2" charset="0"/>
            </a:endParaRPr>
          </a:p>
        </p:txBody>
      </p:sp>
      <p:pic>
        <p:nvPicPr>
          <p:cNvPr id="9" name="Image 8">
            <a:extLst>
              <a:ext uri="{FF2B5EF4-FFF2-40B4-BE49-F238E27FC236}">
                <a16:creationId xmlns:a16="http://schemas.microsoft.com/office/drawing/2014/main" id="{7545A9DC-6314-73C9-D8E7-9CCACF9469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596890" y="4072920"/>
            <a:ext cx="669165" cy="669165"/>
          </a:xfrm>
          <a:prstGeom prst="rect">
            <a:avLst/>
          </a:prstGeom>
        </p:spPr>
      </p:pic>
      <p:sp>
        <p:nvSpPr>
          <p:cNvPr id="10" name="ZoneTexte 9">
            <a:extLst>
              <a:ext uri="{FF2B5EF4-FFF2-40B4-BE49-F238E27FC236}">
                <a16:creationId xmlns:a16="http://schemas.microsoft.com/office/drawing/2014/main" id="{FFF0A825-B35B-25F2-7FE2-5E6510070250}"/>
              </a:ext>
            </a:extLst>
          </p:cNvPr>
          <p:cNvSpPr txBox="1"/>
          <p:nvPr/>
        </p:nvSpPr>
        <p:spPr>
          <a:xfrm>
            <a:off x="4518433" y="2252891"/>
            <a:ext cx="2826080" cy="1060034"/>
          </a:xfrm>
          <a:prstGeom prst="rect">
            <a:avLst/>
          </a:prstGeom>
          <a:noFill/>
        </p:spPr>
        <p:txBody>
          <a:bodyPr wrap="square" rtlCol="0">
            <a:spAutoFit/>
          </a:bodyPr>
          <a:lstStyle/>
          <a:p>
            <a:pPr lvl="0" algn="ctr">
              <a:lnSpc>
                <a:spcPct val="115000"/>
              </a:lnSpc>
            </a:pPr>
            <a:r>
              <a:rPr lang="fr-FR"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rPr>
              <a:t>PRODUCT</a:t>
            </a:r>
          </a:p>
          <a:p>
            <a:pPr lvl="0" algn="ctr">
              <a:lnSpc>
                <a:spcPct val="115000"/>
              </a:lnSpc>
            </a:pPr>
            <a:r>
              <a:rPr lang="fr-FR"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rPr>
              <a:t>OWNER</a:t>
            </a:r>
            <a:endParaRPr lang="es-ES"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12" name="ZoneTexte 11">
            <a:extLst>
              <a:ext uri="{FF2B5EF4-FFF2-40B4-BE49-F238E27FC236}">
                <a16:creationId xmlns:a16="http://schemas.microsoft.com/office/drawing/2014/main" id="{3619B61C-1E26-13F7-0008-E98AE8A9781E}"/>
              </a:ext>
            </a:extLst>
          </p:cNvPr>
          <p:cNvSpPr txBox="1"/>
          <p:nvPr/>
        </p:nvSpPr>
        <p:spPr>
          <a:xfrm>
            <a:off x="7709451" y="2252891"/>
            <a:ext cx="2808490" cy="564514"/>
          </a:xfrm>
          <a:prstGeom prst="rect">
            <a:avLst/>
          </a:prstGeom>
          <a:noFill/>
        </p:spPr>
        <p:txBody>
          <a:bodyPr wrap="square" rtlCol="0">
            <a:spAutoFit/>
          </a:bodyPr>
          <a:lstStyle/>
          <a:p>
            <a:pPr lvl="0" algn="ctr">
              <a:lnSpc>
                <a:spcPct val="115000"/>
              </a:lnSpc>
              <a:spcAft>
                <a:spcPts val="1000"/>
              </a:spcAft>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DEVELOPERS</a:t>
            </a:r>
            <a:endParaRPr lang="es-ES"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D3BF0FCF-4F22-4670-C571-54192CE05EEB}"/>
              </a:ext>
            </a:extLst>
          </p:cNvPr>
          <p:cNvSpPr txBox="1"/>
          <p:nvPr/>
        </p:nvSpPr>
        <p:spPr>
          <a:xfrm>
            <a:off x="11748304" y="6457040"/>
            <a:ext cx="44369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10</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51142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15A77"/>
        </a:solidFill>
        <a:effectLst/>
      </p:bgPr>
    </p:bg>
    <p:spTree>
      <p:nvGrpSpPr>
        <p:cNvPr id="1" name="">
          <a:extLst>
            <a:ext uri="{FF2B5EF4-FFF2-40B4-BE49-F238E27FC236}">
              <a16:creationId xmlns:a16="http://schemas.microsoft.com/office/drawing/2014/main" id="{DFF6B5BA-CF45-2858-0198-662D97CDD452}"/>
            </a:ext>
          </a:extLst>
        </p:cNvPr>
        <p:cNvGrpSpPr/>
        <p:nvPr/>
      </p:nvGrpSpPr>
      <p:grpSpPr>
        <a:xfrm>
          <a:off x="0" y="0"/>
          <a:ext cx="0" cy="0"/>
          <a:chOff x="0" y="0"/>
          <a:chExt cx="0" cy="0"/>
        </a:xfrm>
      </p:grpSpPr>
      <p:sp>
        <p:nvSpPr>
          <p:cNvPr id="8" name="Ellipse 5">
            <a:extLst>
              <a:ext uri="{FF2B5EF4-FFF2-40B4-BE49-F238E27FC236}">
                <a16:creationId xmlns:a16="http://schemas.microsoft.com/office/drawing/2014/main" id="{944C84C2-38F4-CD1C-DEBA-E8F7AE7001C0}"/>
              </a:ext>
            </a:extLst>
          </p:cNvPr>
          <p:cNvSpPr/>
          <p:nvPr/>
        </p:nvSpPr>
        <p:spPr>
          <a:xfrm rot="15811333">
            <a:off x="12725700" y="-3657761"/>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68" name="Pentagone 7167">
            <a:extLst>
              <a:ext uri="{FF2B5EF4-FFF2-40B4-BE49-F238E27FC236}">
                <a16:creationId xmlns:a16="http://schemas.microsoft.com/office/drawing/2014/main" id="{57F0D57D-1C40-7E50-7A99-F0EA03989B0F}"/>
              </a:ext>
            </a:extLst>
          </p:cNvPr>
          <p:cNvSpPr/>
          <p:nvPr/>
        </p:nvSpPr>
        <p:spPr>
          <a:xfrm>
            <a:off x="-2163203" y="8343803"/>
            <a:ext cx="7268902" cy="4653023"/>
          </a:xfrm>
          <a:prstGeom prst="pentagon">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172" name="Picture 4">
            <a:extLst>
              <a:ext uri="{FF2B5EF4-FFF2-40B4-BE49-F238E27FC236}">
                <a16:creationId xmlns:a16="http://schemas.microsoft.com/office/drawing/2014/main" id="{BB0D9E1E-B697-1D2D-0204-F73433B12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477" y="8973899"/>
            <a:ext cx="3981450" cy="3981450"/>
          </a:xfrm>
          <a:prstGeom prst="rect">
            <a:avLst/>
          </a:prstGeom>
          <a:noFill/>
          <a:extLst>
            <a:ext uri="{909E8E84-426E-40DD-AFC4-6F175D3DCCD1}">
              <a14:hiddenFill xmlns:a14="http://schemas.microsoft.com/office/drawing/2010/main">
                <a:solidFill>
                  <a:srgbClr val="FFFFFF"/>
                </a:solidFill>
              </a14:hiddenFill>
            </a:ext>
          </a:extLst>
        </p:spPr>
      </p:pic>
      <p:sp>
        <p:nvSpPr>
          <p:cNvPr id="7169" name="ZoneTexte 7168">
            <a:extLst>
              <a:ext uri="{FF2B5EF4-FFF2-40B4-BE49-F238E27FC236}">
                <a16:creationId xmlns:a16="http://schemas.microsoft.com/office/drawing/2014/main" id="{BE8380F6-C2A8-AF5D-443A-CA587608DB97}"/>
              </a:ext>
            </a:extLst>
          </p:cNvPr>
          <p:cNvSpPr txBox="1"/>
          <p:nvPr/>
        </p:nvSpPr>
        <p:spPr>
          <a:xfrm>
            <a:off x="457200" y="-2064644"/>
            <a:ext cx="7025640" cy="769441"/>
          </a:xfrm>
          <a:prstGeom prst="rect">
            <a:avLst/>
          </a:prstGeom>
          <a:noFill/>
        </p:spPr>
        <p:txBody>
          <a:bodyPr wrap="square" rtlCol="0">
            <a:spAutoFit/>
          </a:bodyPr>
          <a:lstStyle/>
          <a:p>
            <a:r>
              <a:rPr lang="fr-FR" sz="44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GESTION DE PROJET</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7171" name="ZoneTexte 7170">
            <a:extLst>
              <a:ext uri="{FF2B5EF4-FFF2-40B4-BE49-F238E27FC236}">
                <a16:creationId xmlns:a16="http://schemas.microsoft.com/office/drawing/2014/main" id="{F456C8D5-1D43-A5A4-25C6-ADCDEDC1F564}"/>
              </a:ext>
            </a:extLst>
          </p:cNvPr>
          <p:cNvSpPr txBox="1"/>
          <p:nvPr/>
        </p:nvSpPr>
        <p:spPr>
          <a:xfrm>
            <a:off x="457200" y="-1437707"/>
            <a:ext cx="7976415" cy="1077218"/>
          </a:xfrm>
          <a:prstGeom prst="rect">
            <a:avLst/>
          </a:prstGeom>
          <a:noFill/>
        </p:spPr>
        <p:txBody>
          <a:bodyPr wrap="square" rtlCol="0">
            <a:spAutoFit/>
          </a:bodyPr>
          <a:lstStyle/>
          <a:p>
            <a:r>
              <a:rPr lang="fr-FR" sz="3200" dirty="0">
                <a:solidFill>
                  <a:srgbClr val="003559"/>
                </a:solidFill>
                <a:effectLst/>
                <a:latin typeface="Montserrat" pitchFamily="2" charset="0"/>
                <a:ea typeface="Calibri" panose="020F0502020204030204" pitchFamily="34" charset="0"/>
                <a:cs typeface="Arial" panose="020B0604020202020204" pitchFamily="34" charset="0"/>
              </a:rPr>
              <a:t>Les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methodes</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scrum</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et kanban</a:t>
            </a:r>
            <a:endParaRPr lang="es-ES" sz="3200" dirty="0">
              <a:solidFill>
                <a:srgbClr val="00355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003559"/>
              </a:solidFill>
              <a:latin typeface="Montserrat" pitchFamily="2" charset="0"/>
            </a:endParaRPr>
          </a:p>
        </p:txBody>
      </p:sp>
      <p:sp>
        <p:nvSpPr>
          <p:cNvPr id="7173" name="ZoneTexte 7172">
            <a:extLst>
              <a:ext uri="{FF2B5EF4-FFF2-40B4-BE49-F238E27FC236}">
                <a16:creationId xmlns:a16="http://schemas.microsoft.com/office/drawing/2014/main" id="{6A115528-8A61-BE74-C727-720E91D0A6C7}"/>
              </a:ext>
            </a:extLst>
          </p:cNvPr>
          <p:cNvSpPr txBox="1"/>
          <p:nvPr/>
        </p:nvSpPr>
        <p:spPr>
          <a:xfrm>
            <a:off x="13929360" y="1977513"/>
            <a:ext cx="8930640" cy="1323439"/>
          </a:xfrm>
          <a:prstGeom prst="rect">
            <a:avLst/>
          </a:prstGeom>
          <a:noFill/>
        </p:spPr>
        <p:txBody>
          <a:bodyPr wrap="square" rtlCol="0">
            <a:spAutoFit/>
          </a:bodyPr>
          <a:lstStyle/>
          <a:p>
            <a:pPr algn="ct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Dans le cadre de notre projet, nous avons adopté une approche de gestion de projet agile en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conbinant</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les deux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methodes</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Scrum et Kanban pour :</a:t>
            </a:r>
            <a:endParaRPr lang="es-ES" sz="2000" dirty="0">
              <a:solidFill>
                <a:srgbClr val="003559"/>
              </a:solidFill>
              <a:effectLst/>
              <a:latin typeface="Poppins" panose="00000500000000000000" pitchFamily="2" charset="0"/>
              <a:ea typeface="Calibri" panose="020F0502020204030204" pitchFamily="34" charset="0"/>
              <a:cs typeface="Poppins" panose="00000500000000000000" pitchFamily="2" charset="0"/>
            </a:endParaRPr>
          </a:p>
          <a:p>
            <a:pPr algn="ctr"/>
            <a:endParaRPr lang="es-ES" sz="2000" dirty="0">
              <a:solidFill>
                <a:srgbClr val="003559"/>
              </a:solidFill>
              <a:latin typeface="Poppins" panose="00000500000000000000" pitchFamily="2" charset="0"/>
              <a:cs typeface="Poppins" panose="00000500000000000000" pitchFamily="2" charset="0"/>
            </a:endParaRPr>
          </a:p>
        </p:txBody>
      </p:sp>
      <p:grpSp>
        <p:nvGrpSpPr>
          <p:cNvPr id="7183" name="Groupe 7182">
            <a:extLst>
              <a:ext uri="{FF2B5EF4-FFF2-40B4-BE49-F238E27FC236}">
                <a16:creationId xmlns:a16="http://schemas.microsoft.com/office/drawing/2014/main" id="{235FA328-568D-466D-2262-30F8D6A4FFDB}"/>
              </a:ext>
            </a:extLst>
          </p:cNvPr>
          <p:cNvGrpSpPr/>
          <p:nvPr/>
        </p:nvGrpSpPr>
        <p:grpSpPr>
          <a:xfrm>
            <a:off x="14514699" y="1069585"/>
            <a:ext cx="5861181" cy="755299"/>
            <a:chOff x="5645019" y="3515229"/>
            <a:chExt cx="5861181" cy="755299"/>
          </a:xfrm>
        </p:grpSpPr>
        <p:grpSp>
          <p:nvGrpSpPr>
            <p:cNvPr id="7175" name="Groupe 7174">
              <a:extLst>
                <a:ext uri="{FF2B5EF4-FFF2-40B4-BE49-F238E27FC236}">
                  <a16:creationId xmlns:a16="http://schemas.microsoft.com/office/drawing/2014/main" id="{9A22B096-6956-21DC-AA55-19280A406F92}"/>
                </a:ext>
              </a:extLst>
            </p:cNvPr>
            <p:cNvGrpSpPr/>
            <p:nvPr/>
          </p:nvGrpSpPr>
          <p:grpSpPr>
            <a:xfrm>
              <a:off x="5645019" y="3515229"/>
              <a:ext cx="5861181" cy="755299"/>
              <a:chOff x="4306288" y="2463440"/>
              <a:chExt cx="433268" cy="433268"/>
            </a:xfrm>
            <a:solidFill>
              <a:srgbClr val="003559"/>
            </a:solidFill>
          </p:grpSpPr>
          <p:sp>
            <p:nvSpPr>
              <p:cNvPr id="7177" name="Shape 3">
                <a:extLst>
                  <a:ext uri="{FF2B5EF4-FFF2-40B4-BE49-F238E27FC236}">
                    <a16:creationId xmlns:a16="http://schemas.microsoft.com/office/drawing/2014/main" id="{687535CC-C6FC-F0D8-E5A5-5FE5AB6E96E5}"/>
                  </a:ext>
                </a:extLst>
              </p:cNvPr>
              <p:cNvSpPr/>
              <p:nvPr/>
            </p:nvSpPr>
            <p:spPr>
              <a:xfrm>
                <a:off x="4306288" y="2463440"/>
                <a:ext cx="433268" cy="433268"/>
              </a:xfrm>
              <a:prstGeom prst="roundRect">
                <a:avLst>
                  <a:gd name="adj" fmla="val 20003"/>
                </a:avLst>
              </a:prstGeom>
              <a:grpFill/>
              <a:ln w="7620">
                <a:noFill/>
                <a:prstDash val="solid"/>
              </a:ln>
            </p:spPr>
          </p:sp>
          <p:sp>
            <p:nvSpPr>
              <p:cNvPr id="7178" name="Text 4">
                <a:extLst>
                  <a:ext uri="{FF2B5EF4-FFF2-40B4-BE49-F238E27FC236}">
                    <a16:creationId xmlns:a16="http://schemas.microsoft.com/office/drawing/2014/main" id="{FBA794A3-44A9-A7FF-6210-635DDF58F1A3}"/>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chemeClr val="bg1"/>
                  </a:solidFill>
                  <a:latin typeface="Poppins Black" panose="00000A00000000000000" pitchFamily="2" charset="0"/>
                  <a:cs typeface="Poppins Black" panose="00000A00000000000000" pitchFamily="2" charset="0"/>
                </a:endParaRPr>
              </a:p>
            </p:txBody>
          </p:sp>
        </p:grpSp>
        <p:sp>
          <p:nvSpPr>
            <p:cNvPr id="7176" name="ZoneTexte 7175">
              <a:extLst>
                <a:ext uri="{FF2B5EF4-FFF2-40B4-BE49-F238E27FC236}">
                  <a16:creationId xmlns:a16="http://schemas.microsoft.com/office/drawing/2014/main" id="{EE248F99-3B1C-D524-C941-8C55F03823F7}"/>
                </a:ext>
              </a:extLst>
            </p:cNvPr>
            <p:cNvSpPr txBox="1"/>
            <p:nvPr/>
          </p:nvSpPr>
          <p:spPr>
            <a:xfrm>
              <a:off x="6162489" y="3551524"/>
              <a:ext cx="5018655" cy="645305"/>
            </a:xfrm>
            <a:prstGeom prst="rect">
              <a:avLst/>
            </a:prstGeom>
            <a:noFill/>
          </p:spPr>
          <p:txBody>
            <a:bodyPr wrap="square" rtlCol="0">
              <a:spAutoFit/>
            </a:bodyPr>
            <a:lstStyle/>
            <a:p>
              <a:pPr lvl="0">
                <a:lnSpc>
                  <a:spcPct val="115000"/>
                </a:lnSpc>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bénéficier à la fois de la structure itérative de Scrum et de la flexibilité visuelle de Kanban</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7184" name="Groupe 7183">
            <a:extLst>
              <a:ext uri="{FF2B5EF4-FFF2-40B4-BE49-F238E27FC236}">
                <a16:creationId xmlns:a16="http://schemas.microsoft.com/office/drawing/2014/main" id="{BE4AA2BD-F4C0-FB83-BB8C-E06663214613}"/>
              </a:ext>
            </a:extLst>
          </p:cNvPr>
          <p:cNvGrpSpPr/>
          <p:nvPr/>
        </p:nvGrpSpPr>
        <p:grpSpPr>
          <a:xfrm>
            <a:off x="14514699" y="2366717"/>
            <a:ext cx="5861181" cy="755299"/>
            <a:chOff x="5645019" y="4812361"/>
            <a:chExt cx="5861181" cy="755299"/>
          </a:xfrm>
        </p:grpSpPr>
        <p:grpSp>
          <p:nvGrpSpPr>
            <p:cNvPr id="7179" name="Groupe 7178">
              <a:extLst>
                <a:ext uri="{FF2B5EF4-FFF2-40B4-BE49-F238E27FC236}">
                  <a16:creationId xmlns:a16="http://schemas.microsoft.com/office/drawing/2014/main" id="{E3CCB1F4-2E40-B727-7BA2-5D52AF62A11F}"/>
                </a:ext>
              </a:extLst>
            </p:cNvPr>
            <p:cNvGrpSpPr/>
            <p:nvPr/>
          </p:nvGrpSpPr>
          <p:grpSpPr>
            <a:xfrm>
              <a:off x="5645019" y="4812361"/>
              <a:ext cx="5861181" cy="755299"/>
              <a:chOff x="4306288" y="2463440"/>
              <a:chExt cx="433268" cy="433268"/>
            </a:xfrm>
            <a:solidFill>
              <a:srgbClr val="003559"/>
            </a:solidFill>
          </p:grpSpPr>
          <p:sp>
            <p:nvSpPr>
              <p:cNvPr id="7180" name="Shape 3">
                <a:extLst>
                  <a:ext uri="{FF2B5EF4-FFF2-40B4-BE49-F238E27FC236}">
                    <a16:creationId xmlns:a16="http://schemas.microsoft.com/office/drawing/2014/main" id="{971E6C71-925C-8E1E-DD65-C9C28D3034A1}"/>
                  </a:ext>
                </a:extLst>
              </p:cNvPr>
              <p:cNvSpPr/>
              <p:nvPr/>
            </p:nvSpPr>
            <p:spPr>
              <a:xfrm>
                <a:off x="4306288" y="2463440"/>
                <a:ext cx="433268" cy="433268"/>
              </a:xfrm>
              <a:prstGeom prst="roundRect">
                <a:avLst>
                  <a:gd name="adj" fmla="val 20003"/>
                </a:avLst>
              </a:prstGeom>
              <a:grpFill/>
              <a:ln w="7620">
                <a:noFill/>
                <a:prstDash val="solid"/>
              </a:ln>
            </p:spPr>
          </p:sp>
          <p:sp>
            <p:nvSpPr>
              <p:cNvPr id="7181" name="Text 4">
                <a:extLst>
                  <a:ext uri="{FF2B5EF4-FFF2-40B4-BE49-F238E27FC236}">
                    <a16:creationId xmlns:a16="http://schemas.microsoft.com/office/drawing/2014/main" id="{BBD1F228-F947-9BCF-5277-76EDE481FF4E}"/>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cs typeface="Poppins Black" panose="00000A00000000000000" pitchFamily="2" charset="0"/>
                  </a:rPr>
                  <a:t>2</a:t>
                </a:r>
              </a:p>
            </p:txBody>
          </p:sp>
        </p:grpSp>
        <p:sp>
          <p:nvSpPr>
            <p:cNvPr id="7182" name="ZoneTexte 7181">
              <a:extLst>
                <a:ext uri="{FF2B5EF4-FFF2-40B4-BE49-F238E27FC236}">
                  <a16:creationId xmlns:a16="http://schemas.microsoft.com/office/drawing/2014/main" id="{C8393EEE-4E2F-9A45-9B79-756CBFCA2F4D}"/>
                </a:ext>
              </a:extLst>
            </p:cNvPr>
            <p:cNvSpPr txBox="1"/>
            <p:nvPr/>
          </p:nvSpPr>
          <p:spPr>
            <a:xfrm>
              <a:off x="6162490" y="4848656"/>
              <a:ext cx="4729288" cy="645305"/>
            </a:xfrm>
            <a:prstGeom prst="rect">
              <a:avLst/>
            </a:prstGeom>
            <a:noFill/>
          </p:spPr>
          <p:txBody>
            <a:bodyPr wrap="square" rtlCol="0">
              <a:spAutoFit/>
            </a:bodyPr>
            <a:lstStyle/>
            <a:p>
              <a:pPr lvl="0">
                <a:lnSpc>
                  <a:spcPct val="115000"/>
                </a:lnSpc>
                <a:spcAft>
                  <a:spcPts val="1000"/>
                </a:spcAft>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une meilleure adaptation aux changements et une gestion fluide des tâches imprévues.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3" name="Rectangle 2">
            <a:extLst>
              <a:ext uri="{FF2B5EF4-FFF2-40B4-BE49-F238E27FC236}">
                <a16:creationId xmlns:a16="http://schemas.microsoft.com/office/drawing/2014/main" id="{2BA01C0E-AA38-000E-CE70-AC3E22D0B2B8}"/>
              </a:ext>
            </a:extLst>
          </p:cNvPr>
          <p:cNvSpPr/>
          <p:nvPr/>
        </p:nvSpPr>
        <p:spPr>
          <a:xfrm>
            <a:off x="7861983" y="1563978"/>
            <a:ext cx="2461846" cy="3473947"/>
          </a:xfrm>
          <a:prstGeom prst="rect">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ZoneTexte 4">
            <a:extLst>
              <a:ext uri="{FF2B5EF4-FFF2-40B4-BE49-F238E27FC236}">
                <a16:creationId xmlns:a16="http://schemas.microsoft.com/office/drawing/2014/main" id="{5173A017-2131-AF65-05F8-D61A6419AE20}"/>
              </a:ext>
            </a:extLst>
          </p:cNvPr>
          <p:cNvSpPr txBox="1"/>
          <p:nvPr/>
        </p:nvSpPr>
        <p:spPr>
          <a:xfrm>
            <a:off x="2583180" y="373491"/>
            <a:ext cx="7025640" cy="766877"/>
          </a:xfrm>
          <a:prstGeom prst="rect">
            <a:avLst/>
          </a:prstGeom>
          <a:noFill/>
        </p:spPr>
        <p:txBody>
          <a:bodyPr wrap="square" rtlCol="0">
            <a:spAutoFit/>
          </a:bodyPr>
          <a:lstStyle/>
          <a:p>
            <a:pPr lvl="0" algn="ctr">
              <a:lnSpc>
                <a:spcPct val="115000"/>
              </a:lnSpc>
            </a:pPr>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LES ROLES PRINCIPEAUX</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6" name="ZoneTexte 5">
            <a:extLst>
              <a:ext uri="{FF2B5EF4-FFF2-40B4-BE49-F238E27FC236}">
                <a16:creationId xmlns:a16="http://schemas.microsoft.com/office/drawing/2014/main" id="{DECE2A1C-293E-742E-BE35-0F27C3BF25F3}"/>
              </a:ext>
            </a:extLst>
          </p:cNvPr>
          <p:cNvSpPr txBox="1"/>
          <p:nvPr/>
        </p:nvSpPr>
        <p:spPr>
          <a:xfrm>
            <a:off x="1656469" y="2252891"/>
            <a:ext cx="2073814" cy="1384995"/>
          </a:xfrm>
          <a:prstGeom prst="rect">
            <a:avLst/>
          </a:prstGeom>
          <a:noFill/>
        </p:spPr>
        <p:txBody>
          <a:bodyPr wrap="square" rtlCol="0">
            <a:spAutoFit/>
          </a:bodyPr>
          <a:lstStyle/>
          <a:p>
            <a:pPr algn="ct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SCRUM MASTER</a:t>
            </a:r>
          </a:p>
          <a:p>
            <a:pPr algn="ctr"/>
            <a:endParaRPr lang="es-ES" sz="2800" dirty="0">
              <a:solidFill>
                <a:srgbClr val="EDEDE9"/>
              </a:solidFill>
              <a:latin typeface="Poppins Black" panose="00000A00000000000000" pitchFamily="2" charset="0"/>
              <a:cs typeface="Poppins Black" panose="00000A00000000000000" pitchFamily="2" charset="0"/>
            </a:endParaRPr>
          </a:p>
        </p:txBody>
      </p:sp>
      <p:pic>
        <p:nvPicPr>
          <p:cNvPr id="9" name="Image 8">
            <a:extLst>
              <a:ext uri="{FF2B5EF4-FFF2-40B4-BE49-F238E27FC236}">
                <a16:creationId xmlns:a16="http://schemas.microsoft.com/office/drawing/2014/main" id="{E9D3EE9D-323F-7C6B-D249-58479509A35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58323" y="4072920"/>
            <a:ext cx="669165" cy="669165"/>
          </a:xfrm>
          <a:prstGeom prst="rect">
            <a:avLst/>
          </a:prstGeom>
        </p:spPr>
      </p:pic>
      <p:sp>
        <p:nvSpPr>
          <p:cNvPr id="10" name="ZoneTexte 9">
            <a:extLst>
              <a:ext uri="{FF2B5EF4-FFF2-40B4-BE49-F238E27FC236}">
                <a16:creationId xmlns:a16="http://schemas.microsoft.com/office/drawing/2014/main" id="{9ED71DEE-21B2-D1A1-6DE8-6EC3B1A0BD54}"/>
              </a:ext>
            </a:extLst>
          </p:cNvPr>
          <p:cNvSpPr txBox="1"/>
          <p:nvPr/>
        </p:nvSpPr>
        <p:spPr>
          <a:xfrm>
            <a:off x="4518433" y="2252891"/>
            <a:ext cx="2826080" cy="1060034"/>
          </a:xfrm>
          <a:prstGeom prst="rect">
            <a:avLst/>
          </a:prstGeom>
          <a:noFill/>
        </p:spPr>
        <p:txBody>
          <a:bodyPr wrap="square" rtlCol="0">
            <a:spAutoFit/>
          </a:bodyPr>
          <a:lstStyle/>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PRODUCT</a:t>
            </a:r>
          </a:p>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OWNER</a:t>
            </a:r>
            <a:endParaRPr lang="es-ES"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12" name="ZoneTexte 11">
            <a:extLst>
              <a:ext uri="{FF2B5EF4-FFF2-40B4-BE49-F238E27FC236}">
                <a16:creationId xmlns:a16="http://schemas.microsoft.com/office/drawing/2014/main" id="{6A4C8C45-B1F2-33EF-F8EC-D19B9E8E864F}"/>
              </a:ext>
            </a:extLst>
          </p:cNvPr>
          <p:cNvSpPr txBox="1"/>
          <p:nvPr/>
        </p:nvSpPr>
        <p:spPr>
          <a:xfrm>
            <a:off x="7709451" y="2252891"/>
            <a:ext cx="2808490" cy="564514"/>
          </a:xfrm>
          <a:prstGeom prst="rect">
            <a:avLst/>
          </a:prstGeom>
          <a:noFill/>
        </p:spPr>
        <p:txBody>
          <a:bodyPr wrap="square" rtlCol="0">
            <a:spAutoFit/>
          </a:bodyPr>
          <a:lstStyle/>
          <a:p>
            <a:pPr lvl="0" algn="ctr">
              <a:lnSpc>
                <a:spcPct val="115000"/>
              </a:lnSpc>
              <a:spcAft>
                <a:spcPts val="1000"/>
              </a:spcAft>
            </a:pPr>
            <a:r>
              <a:rPr lang="fr-FR"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rPr>
              <a:t>DEVELOPERS</a:t>
            </a:r>
            <a:endParaRPr lang="es-ES"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endParaRPr>
          </a:p>
        </p:txBody>
      </p:sp>
      <p:grpSp>
        <p:nvGrpSpPr>
          <p:cNvPr id="2" name="Groupe 1">
            <a:extLst>
              <a:ext uri="{FF2B5EF4-FFF2-40B4-BE49-F238E27FC236}">
                <a16:creationId xmlns:a16="http://schemas.microsoft.com/office/drawing/2014/main" id="{2C7BD9EE-6036-B5EF-B5A2-DCE1E00513C5}"/>
              </a:ext>
            </a:extLst>
          </p:cNvPr>
          <p:cNvGrpSpPr/>
          <p:nvPr/>
        </p:nvGrpSpPr>
        <p:grpSpPr>
          <a:xfrm>
            <a:off x="6744823" y="7960898"/>
            <a:ext cx="3063240" cy="2026001"/>
            <a:chOff x="6744823" y="3241631"/>
            <a:chExt cx="3063240" cy="2026001"/>
          </a:xfrm>
        </p:grpSpPr>
        <p:grpSp>
          <p:nvGrpSpPr>
            <p:cNvPr id="4" name="Groupe 3">
              <a:extLst>
                <a:ext uri="{FF2B5EF4-FFF2-40B4-BE49-F238E27FC236}">
                  <a16:creationId xmlns:a16="http://schemas.microsoft.com/office/drawing/2014/main" id="{2872A919-39DC-1965-C1A9-83DE12D0E072}"/>
                </a:ext>
              </a:extLst>
            </p:cNvPr>
            <p:cNvGrpSpPr/>
            <p:nvPr/>
          </p:nvGrpSpPr>
          <p:grpSpPr>
            <a:xfrm>
              <a:off x="6744823" y="3241631"/>
              <a:ext cx="3063240" cy="2026001"/>
              <a:chOff x="5703189" y="4831999"/>
              <a:chExt cx="3063240" cy="2026001"/>
            </a:xfrm>
          </p:grpSpPr>
          <p:sp>
            <p:nvSpPr>
              <p:cNvPr id="11" name="Rectangle : coins arrondis 10">
                <a:extLst>
                  <a:ext uri="{FF2B5EF4-FFF2-40B4-BE49-F238E27FC236}">
                    <a16:creationId xmlns:a16="http://schemas.microsoft.com/office/drawing/2014/main" id="{987F53CE-A159-59F0-25BD-188B2B884B15}"/>
                  </a:ext>
                </a:extLst>
              </p:cNvPr>
              <p:cNvSpPr/>
              <p:nvPr/>
            </p:nvSpPr>
            <p:spPr>
              <a:xfrm>
                <a:off x="5703189" y="5522006"/>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Picture 2">
                <a:extLst>
                  <a:ext uri="{FF2B5EF4-FFF2-40B4-BE49-F238E27FC236}">
                    <a16:creationId xmlns:a16="http://schemas.microsoft.com/office/drawing/2014/main" id="{690E88C9-6AA1-E249-AB2D-937D52313B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5225" y="4831999"/>
                <a:ext cx="1859167" cy="1237471"/>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ZoneTexte 6">
              <a:extLst>
                <a:ext uri="{FF2B5EF4-FFF2-40B4-BE49-F238E27FC236}">
                  <a16:creationId xmlns:a16="http://schemas.microsoft.com/office/drawing/2014/main" id="{48C042C4-8383-4075-09EB-99FFBAF47021}"/>
                </a:ext>
              </a:extLst>
            </p:cNvPr>
            <p:cNvSpPr txBox="1"/>
            <p:nvPr/>
          </p:nvSpPr>
          <p:spPr>
            <a:xfrm>
              <a:off x="7519103" y="4574023"/>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DRIVE</a:t>
              </a:r>
              <a:endParaRPr lang="es-ES" dirty="0">
                <a:solidFill>
                  <a:srgbClr val="003559"/>
                </a:solidFill>
                <a:latin typeface="Montserrat" pitchFamily="2" charset="0"/>
              </a:endParaRPr>
            </a:p>
          </p:txBody>
        </p:sp>
      </p:grpSp>
      <p:grpSp>
        <p:nvGrpSpPr>
          <p:cNvPr id="14" name="Groupe 13">
            <a:extLst>
              <a:ext uri="{FF2B5EF4-FFF2-40B4-BE49-F238E27FC236}">
                <a16:creationId xmlns:a16="http://schemas.microsoft.com/office/drawing/2014/main" id="{2CDD131A-B40A-6F4D-067C-2B236AD979C4}"/>
              </a:ext>
            </a:extLst>
          </p:cNvPr>
          <p:cNvGrpSpPr/>
          <p:nvPr/>
        </p:nvGrpSpPr>
        <p:grpSpPr>
          <a:xfrm>
            <a:off x="2383939" y="8026888"/>
            <a:ext cx="3063240" cy="1960011"/>
            <a:chOff x="2383939" y="3307621"/>
            <a:chExt cx="3063240" cy="1960011"/>
          </a:xfrm>
        </p:grpSpPr>
        <p:grpSp>
          <p:nvGrpSpPr>
            <p:cNvPr id="15" name="Groupe 14">
              <a:extLst>
                <a:ext uri="{FF2B5EF4-FFF2-40B4-BE49-F238E27FC236}">
                  <a16:creationId xmlns:a16="http://schemas.microsoft.com/office/drawing/2014/main" id="{7E3EA3C4-B107-4071-A089-E404FC8FE552}"/>
                </a:ext>
              </a:extLst>
            </p:cNvPr>
            <p:cNvGrpSpPr/>
            <p:nvPr/>
          </p:nvGrpSpPr>
          <p:grpSpPr>
            <a:xfrm>
              <a:off x="2383939" y="3307621"/>
              <a:ext cx="3063240" cy="1960011"/>
              <a:chOff x="1101464" y="3970861"/>
              <a:chExt cx="3063240" cy="1960011"/>
            </a:xfrm>
          </p:grpSpPr>
          <p:sp>
            <p:nvSpPr>
              <p:cNvPr id="17" name="Rectangle : coins arrondis 16">
                <a:extLst>
                  <a:ext uri="{FF2B5EF4-FFF2-40B4-BE49-F238E27FC236}">
                    <a16:creationId xmlns:a16="http://schemas.microsoft.com/office/drawing/2014/main" id="{73C3FB81-F7B6-8C0A-7490-FAC62CA7D9C6}"/>
                  </a:ext>
                </a:extLst>
              </p:cNvPr>
              <p:cNvSpPr/>
              <p:nvPr/>
            </p:nvSpPr>
            <p:spPr>
              <a:xfrm>
                <a:off x="1101464" y="4594878"/>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Picture 6">
                <a:extLst>
                  <a:ext uri="{FF2B5EF4-FFF2-40B4-BE49-F238E27FC236}">
                    <a16:creationId xmlns:a16="http://schemas.microsoft.com/office/drawing/2014/main" id="{1C49C909-4235-C2F8-7896-41152304F6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6516" y="3970861"/>
                <a:ext cx="1153136" cy="1153136"/>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ZoneTexte 15">
              <a:extLst>
                <a:ext uri="{FF2B5EF4-FFF2-40B4-BE49-F238E27FC236}">
                  <a16:creationId xmlns:a16="http://schemas.microsoft.com/office/drawing/2014/main" id="{48E7ADBB-9EDC-7439-F3E3-28F2F426C229}"/>
                </a:ext>
              </a:extLst>
            </p:cNvPr>
            <p:cNvSpPr txBox="1"/>
            <p:nvPr/>
          </p:nvSpPr>
          <p:spPr>
            <a:xfrm>
              <a:off x="3152888" y="4574023"/>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GITHUB</a:t>
              </a:r>
              <a:endParaRPr lang="es-ES" dirty="0">
                <a:solidFill>
                  <a:srgbClr val="003559"/>
                </a:solidFill>
                <a:latin typeface="Montserrat" pitchFamily="2" charset="0"/>
              </a:endParaRPr>
            </a:p>
          </p:txBody>
        </p:sp>
      </p:grpSp>
      <p:grpSp>
        <p:nvGrpSpPr>
          <p:cNvPr id="19" name="Groupe 18">
            <a:extLst>
              <a:ext uri="{FF2B5EF4-FFF2-40B4-BE49-F238E27FC236}">
                <a16:creationId xmlns:a16="http://schemas.microsoft.com/office/drawing/2014/main" id="{F489B8D6-F2D7-FECD-6732-5D29EF52B85B}"/>
              </a:ext>
            </a:extLst>
          </p:cNvPr>
          <p:cNvGrpSpPr/>
          <p:nvPr/>
        </p:nvGrpSpPr>
        <p:grpSpPr>
          <a:xfrm>
            <a:off x="-3879882" y="710987"/>
            <a:ext cx="3063240" cy="2235818"/>
            <a:chOff x="2383939" y="710987"/>
            <a:chExt cx="3063240" cy="2235818"/>
          </a:xfrm>
        </p:grpSpPr>
        <p:grpSp>
          <p:nvGrpSpPr>
            <p:cNvPr id="20" name="Groupe 19">
              <a:extLst>
                <a:ext uri="{FF2B5EF4-FFF2-40B4-BE49-F238E27FC236}">
                  <a16:creationId xmlns:a16="http://schemas.microsoft.com/office/drawing/2014/main" id="{67F36707-FB06-8489-87D1-EB0E38056096}"/>
                </a:ext>
              </a:extLst>
            </p:cNvPr>
            <p:cNvGrpSpPr/>
            <p:nvPr/>
          </p:nvGrpSpPr>
          <p:grpSpPr>
            <a:xfrm>
              <a:off x="2383939" y="710987"/>
              <a:ext cx="3063240" cy="2235818"/>
              <a:chOff x="1151611" y="762376"/>
              <a:chExt cx="3063240" cy="2235818"/>
            </a:xfrm>
          </p:grpSpPr>
          <p:sp>
            <p:nvSpPr>
              <p:cNvPr id="22" name="Rectangle : coins arrondis 21">
                <a:extLst>
                  <a:ext uri="{FF2B5EF4-FFF2-40B4-BE49-F238E27FC236}">
                    <a16:creationId xmlns:a16="http://schemas.microsoft.com/office/drawing/2014/main" id="{8532D037-C37C-69E6-7A9F-E3CB82EAFD0B}"/>
                  </a:ext>
                </a:extLst>
              </p:cNvPr>
              <p:cNvSpPr/>
              <p:nvPr/>
            </p:nvSpPr>
            <p:spPr>
              <a:xfrm>
                <a:off x="1151611" y="1662200"/>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3" name="Picture 8">
                <a:extLst>
                  <a:ext uri="{FF2B5EF4-FFF2-40B4-BE49-F238E27FC236}">
                    <a16:creationId xmlns:a16="http://schemas.microsoft.com/office/drawing/2014/main" id="{D3E95390-45B3-8575-1402-226B18797D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8967" y="762376"/>
                <a:ext cx="1688817" cy="1688817"/>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ZoneTexte 20">
              <a:extLst>
                <a:ext uri="{FF2B5EF4-FFF2-40B4-BE49-F238E27FC236}">
                  <a16:creationId xmlns:a16="http://schemas.microsoft.com/office/drawing/2014/main" id="{7DDCEC8E-58BF-4D9B-B6AA-ED741D617830}"/>
                </a:ext>
              </a:extLst>
            </p:cNvPr>
            <p:cNvSpPr txBox="1"/>
            <p:nvPr/>
          </p:nvSpPr>
          <p:spPr>
            <a:xfrm>
              <a:off x="3207349" y="2278808"/>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DISCORD</a:t>
              </a:r>
              <a:endParaRPr lang="es-ES" dirty="0">
                <a:solidFill>
                  <a:srgbClr val="003559"/>
                </a:solidFill>
                <a:latin typeface="Montserrat" pitchFamily="2" charset="0"/>
              </a:endParaRPr>
            </a:p>
          </p:txBody>
        </p:sp>
      </p:grpSp>
      <p:grpSp>
        <p:nvGrpSpPr>
          <p:cNvPr id="24" name="Groupe 23">
            <a:extLst>
              <a:ext uri="{FF2B5EF4-FFF2-40B4-BE49-F238E27FC236}">
                <a16:creationId xmlns:a16="http://schemas.microsoft.com/office/drawing/2014/main" id="{D0A05C3B-D1B6-F953-4BC3-BFFAD1998447}"/>
              </a:ext>
            </a:extLst>
          </p:cNvPr>
          <p:cNvGrpSpPr/>
          <p:nvPr/>
        </p:nvGrpSpPr>
        <p:grpSpPr>
          <a:xfrm>
            <a:off x="13410107" y="695102"/>
            <a:ext cx="3063240" cy="2296170"/>
            <a:chOff x="6744823" y="695102"/>
            <a:chExt cx="3063240" cy="2296170"/>
          </a:xfrm>
        </p:grpSpPr>
        <p:grpSp>
          <p:nvGrpSpPr>
            <p:cNvPr id="25" name="Groupe 24">
              <a:extLst>
                <a:ext uri="{FF2B5EF4-FFF2-40B4-BE49-F238E27FC236}">
                  <a16:creationId xmlns:a16="http://schemas.microsoft.com/office/drawing/2014/main" id="{03C726D0-E2D1-CAF3-0709-D7681450AF87}"/>
                </a:ext>
              </a:extLst>
            </p:cNvPr>
            <p:cNvGrpSpPr/>
            <p:nvPr/>
          </p:nvGrpSpPr>
          <p:grpSpPr>
            <a:xfrm>
              <a:off x="6744823" y="695102"/>
              <a:ext cx="3063240" cy="2296170"/>
              <a:chOff x="5812893" y="1575653"/>
              <a:chExt cx="3063240" cy="2296170"/>
            </a:xfrm>
          </p:grpSpPr>
          <p:sp>
            <p:nvSpPr>
              <p:cNvPr id="27" name="Rectangle : coins arrondis 26">
                <a:extLst>
                  <a:ext uri="{FF2B5EF4-FFF2-40B4-BE49-F238E27FC236}">
                    <a16:creationId xmlns:a16="http://schemas.microsoft.com/office/drawing/2014/main" id="{051D1C6A-BE52-E9E2-FCD0-6AA04B9B2191}"/>
                  </a:ext>
                </a:extLst>
              </p:cNvPr>
              <p:cNvSpPr/>
              <p:nvPr/>
            </p:nvSpPr>
            <p:spPr>
              <a:xfrm>
                <a:off x="5812893" y="2535829"/>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8" name="Picture 4">
                <a:extLst>
                  <a:ext uri="{FF2B5EF4-FFF2-40B4-BE49-F238E27FC236}">
                    <a16:creationId xmlns:a16="http://schemas.microsoft.com/office/drawing/2014/main" id="{17FA679C-89DD-A08A-1F3E-23E1CEECA8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5436" y="1575653"/>
                <a:ext cx="1688817" cy="1688817"/>
              </a:xfrm>
              <a:prstGeom prst="rect">
                <a:avLst/>
              </a:prstGeom>
              <a:noFill/>
              <a:extLst>
                <a:ext uri="{909E8E84-426E-40DD-AFC4-6F175D3DCCD1}">
                  <a14:hiddenFill xmlns:a14="http://schemas.microsoft.com/office/drawing/2010/main">
                    <a:solidFill>
                      <a:srgbClr val="FFFFFF"/>
                    </a:solidFill>
                  </a14:hiddenFill>
                </a:ext>
              </a:extLst>
            </p:spPr>
          </p:pic>
        </p:grpSp>
        <p:sp>
          <p:nvSpPr>
            <p:cNvPr id="26" name="ZoneTexte 25">
              <a:extLst>
                <a:ext uri="{FF2B5EF4-FFF2-40B4-BE49-F238E27FC236}">
                  <a16:creationId xmlns:a16="http://schemas.microsoft.com/office/drawing/2014/main" id="{77E04138-97B3-5DE9-F0D0-7465849D1F90}"/>
                </a:ext>
              </a:extLst>
            </p:cNvPr>
            <p:cNvSpPr txBox="1"/>
            <p:nvPr/>
          </p:nvSpPr>
          <p:spPr>
            <a:xfrm>
              <a:off x="7507543" y="2278808"/>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NOTION</a:t>
              </a:r>
              <a:endParaRPr lang="es-ES" dirty="0">
                <a:solidFill>
                  <a:srgbClr val="003559"/>
                </a:solidFill>
                <a:latin typeface="Montserrat" pitchFamily="2" charset="0"/>
              </a:endParaRPr>
            </a:p>
          </p:txBody>
        </p:sp>
      </p:grpSp>
      <p:sp>
        <p:nvSpPr>
          <p:cNvPr id="29" name="ZoneTexte 28">
            <a:extLst>
              <a:ext uri="{FF2B5EF4-FFF2-40B4-BE49-F238E27FC236}">
                <a16:creationId xmlns:a16="http://schemas.microsoft.com/office/drawing/2014/main" id="{829CCA53-B4B1-2D59-044B-8DC0E158003A}"/>
              </a:ext>
            </a:extLst>
          </p:cNvPr>
          <p:cNvSpPr txBox="1"/>
          <p:nvPr/>
        </p:nvSpPr>
        <p:spPr>
          <a:xfrm>
            <a:off x="11725154" y="645704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10</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173880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4C02A7EF-FE6F-1860-EED9-B83F90F080DD}"/>
            </a:ext>
          </a:extLst>
        </p:cNvPr>
        <p:cNvGrpSpPr/>
        <p:nvPr/>
      </p:nvGrpSpPr>
      <p:grpSpPr>
        <a:xfrm>
          <a:off x="0" y="0"/>
          <a:ext cx="0" cy="0"/>
          <a:chOff x="0" y="0"/>
          <a:chExt cx="0" cy="0"/>
        </a:xfrm>
      </p:grpSpPr>
      <p:sp>
        <p:nvSpPr>
          <p:cNvPr id="8" name="Ellipse 5">
            <a:extLst>
              <a:ext uri="{FF2B5EF4-FFF2-40B4-BE49-F238E27FC236}">
                <a16:creationId xmlns:a16="http://schemas.microsoft.com/office/drawing/2014/main" id="{AD74BD3A-0744-D1DA-D052-E497D769DA1B}"/>
              </a:ext>
            </a:extLst>
          </p:cNvPr>
          <p:cNvSpPr/>
          <p:nvPr/>
        </p:nvSpPr>
        <p:spPr>
          <a:xfrm rot="15811333">
            <a:off x="12725700" y="-3657761"/>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68" name="Pentagone 7167">
            <a:extLst>
              <a:ext uri="{FF2B5EF4-FFF2-40B4-BE49-F238E27FC236}">
                <a16:creationId xmlns:a16="http://schemas.microsoft.com/office/drawing/2014/main" id="{7FC844CC-9DCF-9A7E-1437-77D3B9FAD476}"/>
              </a:ext>
            </a:extLst>
          </p:cNvPr>
          <p:cNvSpPr/>
          <p:nvPr/>
        </p:nvSpPr>
        <p:spPr>
          <a:xfrm>
            <a:off x="-2163203" y="8343803"/>
            <a:ext cx="7268902" cy="4653023"/>
          </a:xfrm>
          <a:prstGeom prst="pentagon">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172" name="Picture 4">
            <a:extLst>
              <a:ext uri="{FF2B5EF4-FFF2-40B4-BE49-F238E27FC236}">
                <a16:creationId xmlns:a16="http://schemas.microsoft.com/office/drawing/2014/main" id="{9A229BE4-799C-C9B2-56CE-3EC18C663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477" y="8973899"/>
            <a:ext cx="3981450" cy="3981450"/>
          </a:xfrm>
          <a:prstGeom prst="rect">
            <a:avLst/>
          </a:prstGeom>
          <a:noFill/>
          <a:extLst>
            <a:ext uri="{909E8E84-426E-40DD-AFC4-6F175D3DCCD1}">
              <a14:hiddenFill xmlns:a14="http://schemas.microsoft.com/office/drawing/2010/main">
                <a:solidFill>
                  <a:srgbClr val="FFFFFF"/>
                </a:solidFill>
              </a14:hiddenFill>
            </a:ext>
          </a:extLst>
        </p:spPr>
      </p:pic>
      <p:sp>
        <p:nvSpPr>
          <p:cNvPr id="7169" name="ZoneTexte 7168">
            <a:extLst>
              <a:ext uri="{FF2B5EF4-FFF2-40B4-BE49-F238E27FC236}">
                <a16:creationId xmlns:a16="http://schemas.microsoft.com/office/drawing/2014/main" id="{C30C12DB-5CCC-977F-6ED1-5A74A5EDDBBF}"/>
              </a:ext>
            </a:extLst>
          </p:cNvPr>
          <p:cNvSpPr txBox="1"/>
          <p:nvPr/>
        </p:nvSpPr>
        <p:spPr>
          <a:xfrm>
            <a:off x="457200" y="-2064644"/>
            <a:ext cx="7025640" cy="769441"/>
          </a:xfrm>
          <a:prstGeom prst="rect">
            <a:avLst/>
          </a:prstGeom>
          <a:noFill/>
        </p:spPr>
        <p:txBody>
          <a:bodyPr wrap="square" rtlCol="0">
            <a:spAutoFit/>
          </a:bodyPr>
          <a:lstStyle/>
          <a:p>
            <a:r>
              <a:rPr lang="fr-FR" sz="44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GESTION DE PROJET</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7171" name="ZoneTexte 7170">
            <a:extLst>
              <a:ext uri="{FF2B5EF4-FFF2-40B4-BE49-F238E27FC236}">
                <a16:creationId xmlns:a16="http://schemas.microsoft.com/office/drawing/2014/main" id="{34033FE4-6530-C858-C49C-B346AE348B8F}"/>
              </a:ext>
            </a:extLst>
          </p:cNvPr>
          <p:cNvSpPr txBox="1"/>
          <p:nvPr/>
        </p:nvSpPr>
        <p:spPr>
          <a:xfrm>
            <a:off x="457200" y="-1437707"/>
            <a:ext cx="7976415" cy="1077218"/>
          </a:xfrm>
          <a:prstGeom prst="rect">
            <a:avLst/>
          </a:prstGeom>
          <a:noFill/>
        </p:spPr>
        <p:txBody>
          <a:bodyPr wrap="square" rtlCol="0">
            <a:spAutoFit/>
          </a:bodyPr>
          <a:lstStyle/>
          <a:p>
            <a:r>
              <a:rPr lang="fr-FR" sz="3200" dirty="0">
                <a:solidFill>
                  <a:srgbClr val="003559"/>
                </a:solidFill>
                <a:effectLst/>
                <a:latin typeface="Montserrat" pitchFamily="2" charset="0"/>
                <a:ea typeface="Calibri" panose="020F0502020204030204" pitchFamily="34" charset="0"/>
                <a:cs typeface="Arial" panose="020B0604020202020204" pitchFamily="34" charset="0"/>
              </a:rPr>
              <a:t>Les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methodes</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a:t>
            </a:r>
            <a:r>
              <a:rPr lang="fr-FR" sz="3200" dirty="0" err="1">
                <a:solidFill>
                  <a:srgbClr val="003559"/>
                </a:solidFill>
                <a:effectLst/>
                <a:latin typeface="Montserrat" pitchFamily="2" charset="0"/>
                <a:ea typeface="Calibri" panose="020F0502020204030204" pitchFamily="34" charset="0"/>
                <a:cs typeface="Arial" panose="020B0604020202020204" pitchFamily="34" charset="0"/>
              </a:rPr>
              <a:t>scrum</a:t>
            </a:r>
            <a:r>
              <a:rPr lang="fr-FR" sz="3200" dirty="0">
                <a:solidFill>
                  <a:srgbClr val="003559"/>
                </a:solidFill>
                <a:effectLst/>
                <a:latin typeface="Montserrat" pitchFamily="2" charset="0"/>
                <a:ea typeface="Calibri" panose="020F0502020204030204" pitchFamily="34" charset="0"/>
                <a:cs typeface="Arial" panose="020B0604020202020204" pitchFamily="34" charset="0"/>
              </a:rPr>
              <a:t> et kanban</a:t>
            </a:r>
            <a:endParaRPr lang="es-ES" sz="3200" dirty="0">
              <a:solidFill>
                <a:srgbClr val="003559"/>
              </a:solidFill>
              <a:effectLst/>
              <a:latin typeface="Montserrat" pitchFamily="2" charset="0"/>
              <a:ea typeface="Calibri" panose="020F0502020204030204" pitchFamily="34" charset="0"/>
              <a:cs typeface="Arial" panose="020B0604020202020204" pitchFamily="34" charset="0"/>
            </a:endParaRPr>
          </a:p>
          <a:p>
            <a:endParaRPr lang="es-ES" sz="3200" dirty="0">
              <a:solidFill>
                <a:srgbClr val="003559"/>
              </a:solidFill>
              <a:latin typeface="Montserrat" pitchFamily="2" charset="0"/>
            </a:endParaRPr>
          </a:p>
        </p:txBody>
      </p:sp>
      <p:sp>
        <p:nvSpPr>
          <p:cNvPr id="7173" name="ZoneTexte 7172">
            <a:extLst>
              <a:ext uri="{FF2B5EF4-FFF2-40B4-BE49-F238E27FC236}">
                <a16:creationId xmlns:a16="http://schemas.microsoft.com/office/drawing/2014/main" id="{17A38099-410E-7EDE-35B7-F1202FF09462}"/>
              </a:ext>
            </a:extLst>
          </p:cNvPr>
          <p:cNvSpPr txBox="1"/>
          <p:nvPr/>
        </p:nvSpPr>
        <p:spPr>
          <a:xfrm>
            <a:off x="13929360" y="1977513"/>
            <a:ext cx="8930640" cy="1323439"/>
          </a:xfrm>
          <a:prstGeom prst="rect">
            <a:avLst/>
          </a:prstGeom>
          <a:noFill/>
        </p:spPr>
        <p:txBody>
          <a:bodyPr wrap="square" rtlCol="0">
            <a:spAutoFit/>
          </a:bodyPr>
          <a:lstStyle/>
          <a:p>
            <a:pPr algn="ct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Dans le cadre de notre projet, nous avons adopté une approche de gestion de projet agile en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conbinant</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les deux </a:t>
            </a:r>
            <a:r>
              <a:rPr lang="fr-FR" sz="2000" dirty="0" err="1">
                <a:solidFill>
                  <a:srgbClr val="003559"/>
                </a:solidFill>
                <a:effectLst/>
                <a:latin typeface="Poppins" panose="00000500000000000000" pitchFamily="2" charset="0"/>
                <a:ea typeface="Calibri" panose="020F0502020204030204" pitchFamily="34" charset="0"/>
                <a:cs typeface="Poppins" panose="00000500000000000000" pitchFamily="2" charset="0"/>
              </a:rPr>
              <a:t>methodes</a:t>
            </a:r>
            <a:r>
              <a:rPr lang="fr-FR" sz="2000" dirty="0">
                <a:solidFill>
                  <a:srgbClr val="003559"/>
                </a:solidFill>
                <a:effectLst/>
                <a:latin typeface="Poppins" panose="00000500000000000000" pitchFamily="2" charset="0"/>
                <a:ea typeface="Calibri" panose="020F0502020204030204" pitchFamily="34" charset="0"/>
                <a:cs typeface="Poppins" panose="00000500000000000000" pitchFamily="2" charset="0"/>
              </a:rPr>
              <a:t> Scrum et Kanban pour :</a:t>
            </a:r>
            <a:endParaRPr lang="es-ES" sz="2000" dirty="0">
              <a:solidFill>
                <a:srgbClr val="003559"/>
              </a:solidFill>
              <a:effectLst/>
              <a:latin typeface="Poppins" panose="00000500000000000000" pitchFamily="2" charset="0"/>
              <a:ea typeface="Calibri" panose="020F0502020204030204" pitchFamily="34" charset="0"/>
              <a:cs typeface="Poppins" panose="00000500000000000000" pitchFamily="2" charset="0"/>
            </a:endParaRPr>
          </a:p>
          <a:p>
            <a:pPr algn="ctr"/>
            <a:endParaRPr lang="es-ES" sz="2000" dirty="0">
              <a:solidFill>
                <a:srgbClr val="003559"/>
              </a:solidFill>
              <a:latin typeface="Poppins" panose="00000500000000000000" pitchFamily="2" charset="0"/>
              <a:cs typeface="Poppins" panose="00000500000000000000" pitchFamily="2" charset="0"/>
            </a:endParaRPr>
          </a:p>
        </p:txBody>
      </p:sp>
      <p:grpSp>
        <p:nvGrpSpPr>
          <p:cNvPr id="7183" name="Groupe 7182">
            <a:extLst>
              <a:ext uri="{FF2B5EF4-FFF2-40B4-BE49-F238E27FC236}">
                <a16:creationId xmlns:a16="http://schemas.microsoft.com/office/drawing/2014/main" id="{2C4D41F0-23D8-1FE0-A28D-EA81089F3DF9}"/>
              </a:ext>
            </a:extLst>
          </p:cNvPr>
          <p:cNvGrpSpPr/>
          <p:nvPr/>
        </p:nvGrpSpPr>
        <p:grpSpPr>
          <a:xfrm>
            <a:off x="14514699" y="1069585"/>
            <a:ext cx="5861181" cy="755299"/>
            <a:chOff x="5645019" y="3515229"/>
            <a:chExt cx="5861181" cy="755299"/>
          </a:xfrm>
        </p:grpSpPr>
        <p:grpSp>
          <p:nvGrpSpPr>
            <p:cNvPr id="7175" name="Groupe 7174">
              <a:extLst>
                <a:ext uri="{FF2B5EF4-FFF2-40B4-BE49-F238E27FC236}">
                  <a16:creationId xmlns:a16="http://schemas.microsoft.com/office/drawing/2014/main" id="{8B8B23F8-D957-5653-6185-41103B97B139}"/>
                </a:ext>
              </a:extLst>
            </p:cNvPr>
            <p:cNvGrpSpPr/>
            <p:nvPr/>
          </p:nvGrpSpPr>
          <p:grpSpPr>
            <a:xfrm>
              <a:off x="5645019" y="3515229"/>
              <a:ext cx="5861181" cy="755299"/>
              <a:chOff x="4306288" y="2463440"/>
              <a:chExt cx="433268" cy="433268"/>
            </a:xfrm>
            <a:solidFill>
              <a:srgbClr val="003559"/>
            </a:solidFill>
          </p:grpSpPr>
          <p:sp>
            <p:nvSpPr>
              <p:cNvPr id="7177" name="Shape 3">
                <a:extLst>
                  <a:ext uri="{FF2B5EF4-FFF2-40B4-BE49-F238E27FC236}">
                    <a16:creationId xmlns:a16="http://schemas.microsoft.com/office/drawing/2014/main" id="{8504E79B-2C08-2DDE-231C-C5F039EC434C}"/>
                  </a:ext>
                </a:extLst>
              </p:cNvPr>
              <p:cNvSpPr/>
              <p:nvPr/>
            </p:nvSpPr>
            <p:spPr>
              <a:xfrm>
                <a:off x="4306288" y="2463440"/>
                <a:ext cx="433268" cy="433268"/>
              </a:xfrm>
              <a:prstGeom prst="roundRect">
                <a:avLst>
                  <a:gd name="adj" fmla="val 20003"/>
                </a:avLst>
              </a:prstGeom>
              <a:grpFill/>
              <a:ln w="7620">
                <a:noFill/>
                <a:prstDash val="solid"/>
              </a:ln>
            </p:spPr>
          </p:sp>
          <p:sp>
            <p:nvSpPr>
              <p:cNvPr id="7178" name="Text 4">
                <a:extLst>
                  <a:ext uri="{FF2B5EF4-FFF2-40B4-BE49-F238E27FC236}">
                    <a16:creationId xmlns:a16="http://schemas.microsoft.com/office/drawing/2014/main" id="{58482B25-E9B8-EDBC-2A65-831CFB34E3B7}"/>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chemeClr val="bg1"/>
                  </a:solidFill>
                  <a:latin typeface="Poppins Black" panose="00000A00000000000000" pitchFamily="2" charset="0"/>
                  <a:cs typeface="Poppins Black" panose="00000A00000000000000" pitchFamily="2" charset="0"/>
                </a:endParaRPr>
              </a:p>
            </p:txBody>
          </p:sp>
        </p:grpSp>
        <p:sp>
          <p:nvSpPr>
            <p:cNvPr id="7176" name="ZoneTexte 7175">
              <a:extLst>
                <a:ext uri="{FF2B5EF4-FFF2-40B4-BE49-F238E27FC236}">
                  <a16:creationId xmlns:a16="http://schemas.microsoft.com/office/drawing/2014/main" id="{7453A300-A72E-6ABA-CF86-8E541FECA601}"/>
                </a:ext>
              </a:extLst>
            </p:cNvPr>
            <p:cNvSpPr txBox="1"/>
            <p:nvPr/>
          </p:nvSpPr>
          <p:spPr>
            <a:xfrm>
              <a:off x="6162489" y="3551524"/>
              <a:ext cx="5018655" cy="645305"/>
            </a:xfrm>
            <a:prstGeom prst="rect">
              <a:avLst/>
            </a:prstGeom>
            <a:noFill/>
          </p:spPr>
          <p:txBody>
            <a:bodyPr wrap="square" rtlCol="0">
              <a:spAutoFit/>
            </a:bodyPr>
            <a:lstStyle/>
            <a:p>
              <a:pPr lvl="0">
                <a:lnSpc>
                  <a:spcPct val="115000"/>
                </a:lnSpc>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bénéficier à la fois de la structure itérative de Scrum et de la flexibilité visuelle de Kanban</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7184" name="Groupe 7183">
            <a:extLst>
              <a:ext uri="{FF2B5EF4-FFF2-40B4-BE49-F238E27FC236}">
                <a16:creationId xmlns:a16="http://schemas.microsoft.com/office/drawing/2014/main" id="{955749A6-9CAD-A031-C856-DF46FA4A506D}"/>
              </a:ext>
            </a:extLst>
          </p:cNvPr>
          <p:cNvGrpSpPr/>
          <p:nvPr/>
        </p:nvGrpSpPr>
        <p:grpSpPr>
          <a:xfrm>
            <a:off x="14514699" y="2366717"/>
            <a:ext cx="5861181" cy="755299"/>
            <a:chOff x="5645019" y="4812361"/>
            <a:chExt cx="5861181" cy="755299"/>
          </a:xfrm>
        </p:grpSpPr>
        <p:grpSp>
          <p:nvGrpSpPr>
            <p:cNvPr id="7179" name="Groupe 7178">
              <a:extLst>
                <a:ext uri="{FF2B5EF4-FFF2-40B4-BE49-F238E27FC236}">
                  <a16:creationId xmlns:a16="http://schemas.microsoft.com/office/drawing/2014/main" id="{993E9AA1-DA9C-B613-CBBC-1D67B962CBE4}"/>
                </a:ext>
              </a:extLst>
            </p:cNvPr>
            <p:cNvGrpSpPr/>
            <p:nvPr/>
          </p:nvGrpSpPr>
          <p:grpSpPr>
            <a:xfrm>
              <a:off x="5645019" y="4812361"/>
              <a:ext cx="5861181" cy="755299"/>
              <a:chOff x="4306288" y="2463440"/>
              <a:chExt cx="433268" cy="433268"/>
            </a:xfrm>
            <a:solidFill>
              <a:srgbClr val="003559"/>
            </a:solidFill>
          </p:grpSpPr>
          <p:sp>
            <p:nvSpPr>
              <p:cNvPr id="7180" name="Shape 3">
                <a:extLst>
                  <a:ext uri="{FF2B5EF4-FFF2-40B4-BE49-F238E27FC236}">
                    <a16:creationId xmlns:a16="http://schemas.microsoft.com/office/drawing/2014/main" id="{6279CDD6-0F92-AA0C-91F0-2AB0204D2973}"/>
                  </a:ext>
                </a:extLst>
              </p:cNvPr>
              <p:cNvSpPr/>
              <p:nvPr/>
            </p:nvSpPr>
            <p:spPr>
              <a:xfrm>
                <a:off x="4306288" y="2463440"/>
                <a:ext cx="433268" cy="433268"/>
              </a:xfrm>
              <a:prstGeom prst="roundRect">
                <a:avLst>
                  <a:gd name="adj" fmla="val 20003"/>
                </a:avLst>
              </a:prstGeom>
              <a:grpFill/>
              <a:ln w="7620">
                <a:noFill/>
                <a:prstDash val="solid"/>
              </a:ln>
            </p:spPr>
          </p:sp>
          <p:sp>
            <p:nvSpPr>
              <p:cNvPr id="7181" name="Text 4">
                <a:extLst>
                  <a:ext uri="{FF2B5EF4-FFF2-40B4-BE49-F238E27FC236}">
                    <a16:creationId xmlns:a16="http://schemas.microsoft.com/office/drawing/2014/main" id="{6742C425-E38F-42A2-1E8C-28EFBD53432B}"/>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chemeClr val="bg1"/>
                    </a:solidFill>
                    <a:latin typeface="Poppins Black" panose="00000A00000000000000" pitchFamily="2" charset="0"/>
                    <a:cs typeface="Poppins Black" panose="00000A00000000000000" pitchFamily="2" charset="0"/>
                  </a:rPr>
                  <a:t>2</a:t>
                </a:r>
              </a:p>
            </p:txBody>
          </p:sp>
        </p:grpSp>
        <p:sp>
          <p:nvSpPr>
            <p:cNvPr id="7182" name="ZoneTexte 7181">
              <a:extLst>
                <a:ext uri="{FF2B5EF4-FFF2-40B4-BE49-F238E27FC236}">
                  <a16:creationId xmlns:a16="http://schemas.microsoft.com/office/drawing/2014/main" id="{5D937360-43D8-9EEC-0070-0B94B11E3847}"/>
                </a:ext>
              </a:extLst>
            </p:cNvPr>
            <p:cNvSpPr txBox="1"/>
            <p:nvPr/>
          </p:nvSpPr>
          <p:spPr>
            <a:xfrm>
              <a:off x="6162490" y="4848656"/>
              <a:ext cx="4729288" cy="645305"/>
            </a:xfrm>
            <a:prstGeom prst="rect">
              <a:avLst/>
            </a:prstGeom>
            <a:noFill/>
          </p:spPr>
          <p:txBody>
            <a:bodyPr wrap="square" rtlCol="0">
              <a:spAutoFit/>
            </a:bodyPr>
            <a:lstStyle/>
            <a:p>
              <a:pPr lvl="0">
                <a:lnSpc>
                  <a:spcPct val="115000"/>
                </a:lnSpc>
                <a:spcAft>
                  <a:spcPts val="1000"/>
                </a:spcAft>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une meilleure adaptation aux changements et une gestion fluide des tâches imprévues.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3" name="Rectangle 2">
            <a:extLst>
              <a:ext uri="{FF2B5EF4-FFF2-40B4-BE49-F238E27FC236}">
                <a16:creationId xmlns:a16="http://schemas.microsoft.com/office/drawing/2014/main" id="{E32EF8D1-8985-EA6A-622B-A8C4906EEDDB}"/>
              </a:ext>
            </a:extLst>
          </p:cNvPr>
          <p:cNvSpPr/>
          <p:nvPr/>
        </p:nvSpPr>
        <p:spPr>
          <a:xfrm>
            <a:off x="7861983" y="8973899"/>
            <a:ext cx="2461846" cy="3473947"/>
          </a:xfrm>
          <a:prstGeom prst="rect">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 name="ZoneTexte 4">
            <a:extLst>
              <a:ext uri="{FF2B5EF4-FFF2-40B4-BE49-F238E27FC236}">
                <a16:creationId xmlns:a16="http://schemas.microsoft.com/office/drawing/2014/main" id="{423BEF1C-CEF5-5D79-4175-32C6463430A3}"/>
              </a:ext>
            </a:extLst>
          </p:cNvPr>
          <p:cNvSpPr txBox="1"/>
          <p:nvPr/>
        </p:nvSpPr>
        <p:spPr>
          <a:xfrm>
            <a:off x="2583180" y="-1884189"/>
            <a:ext cx="7025640" cy="766877"/>
          </a:xfrm>
          <a:prstGeom prst="rect">
            <a:avLst/>
          </a:prstGeom>
          <a:noFill/>
        </p:spPr>
        <p:txBody>
          <a:bodyPr wrap="square" rtlCol="0">
            <a:spAutoFit/>
          </a:bodyPr>
          <a:lstStyle/>
          <a:p>
            <a:pPr lvl="0" algn="ctr">
              <a:lnSpc>
                <a:spcPct val="115000"/>
              </a:lnSpc>
            </a:pPr>
            <a:r>
              <a:rPr lang="fr-FR" sz="4000" b="1"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LES ROLES PRINCIPEAUX</a:t>
            </a:r>
            <a:endParaRPr lang="es-ES" sz="40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6" name="ZoneTexte 5">
            <a:extLst>
              <a:ext uri="{FF2B5EF4-FFF2-40B4-BE49-F238E27FC236}">
                <a16:creationId xmlns:a16="http://schemas.microsoft.com/office/drawing/2014/main" id="{54E28939-5BB0-89B1-AEB2-1E78E23C24A6}"/>
              </a:ext>
            </a:extLst>
          </p:cNvPr>
          <p:cNvSpPr txBox="1"/>
          <p:nvPr/>
        </p:nvSpPr>
        <p:spPr>
          <a:xfrm>
            <a:off x="1656469" y="9662812"/>
            <a:ext cx="2073814" cy="1384995"/>
          </a:xfrm>
          <a:prstGeom prst="rect">
            <a:avLst/>
          </a:prstGeom>
          <a:noFill/>
        </p:spPr>
        <p:txBody>
          <a:bodyPr wrap="square" rtlCol="0">
            <a:spAutoFit/>
          </a:bodyPr>
          <a:lstStyle/>
          <a:p>
            <a:pPr algn="ct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SCRUM MASTER</a:t>
            </a:r>
          </a:p>
          <a:p>
            <a:pPr algn="ctr"/>
            <a:endParaRPr lang="es-ES" sz="2800" dirty="0">
              <a:solidFill>
                <a:srgbClr val="EDEDE9"/>
              </a:solidFill>
              <a:latin typeface="Poppins Black" panose="00000A00000000000000" pitchFamily="2" charset="0"/>
              <a:cs typeface="Poppins Black" panose="00000A00000000000000" pitchFamily="2" charset="0"/>
            </a:endParaRPr>
          </a:p>
        </p:txBody>
      </p:sp>
      <p:pic>
        <p:nvPicPr>
          <p:cNvPr id="9" name="Image 8">
            <a:extLst>
              <a:ext uri="{FF2B5EF4-FFF2-40B4-BE49-F238E27FC236}">
                <a16:creationId xmlns:a16="http://schemas.microsoft.com/office/drawing/2014/main" id="{39D36529-F01F-7BA8-D814-4C9ADF6E465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58323" y="11482841"/>
            <a:ext cx="669165" cy="669165"/>
          </a:xfrm>
          <a:prstGeom prst="rect">
            <a:avLst/>
          </a:prstGeom>
        </p:spPr>
      </p:pic>
      <p:sp>
        <p:nvSpPr>
          <p:cNvPr id="10" name="ZoneTexte 9">
            <a:extLst>
              <a:ext uri="{FF2B5EF4-FFF2-40B4-BE49-F238E27FC236}">
                <a16:creationId xmlns:a16="http://schemas.microsoft.com/office/drawing/2014/main" id="{43239B4F-910F-07F0-9F6C-B99137A29E6A}"/>
              </a:ext>
            </a:extLst>
          </p:cNvPr>
          <p:cNvSpPr txBox="1"/>
          <p:nvPr/>
        </p:nvSpPr>
        <p:spPr>
          <a:xfrm>
            <a:off x="4518433" y="9662812"/>
            <a:ext cx="2826080" cy="1060034"/>
          </a:xfrm>
          <a:prstGeom prst="rect">
            <a:avLst/>
          </a:prstGeom>
          <a:noFill/>
        </p:spPr>
        <p:txBody>
          <a:bodyPr wrap="square" rtlCol="0">
            <a:spAutoFit/>
          </a:bodyPr>
          <a:lstStyle/>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PRODUCT</a:t>
            </a:r>
          </a:p>
          <a:p>
            <a:pPr lvl="0" algn="ctr">
              <a:lnSpc>
                <a:spcPct val="115000"/>
              </a:lnSpc>
            </a:pPr>
            <a:r>
              <a:rPr lang="fr-FR"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rPr>
              <a:t>OWNER</a:t>
            </a:r>
            <a:endParaRPr lang="es-ES" sz="2800" dirty="0">
              <a:solidFill>
                <a:srgbClr val="EDEDE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12" name="ZoneTexte 11">
            <a:extLst>
              <a:ext uri="{FF2B5EF4-FFF2-40B4-BE49-F238E27FC236}">
                <a16:creationId xmlns:a16="http://schemas.microsoft.com/office/drawing/2014/main" id="{761E914A-D017-ECD4-BFA5-160B37FA8A0B}"/>
              </a:ext>
            </a:extLst>
          </p:cNvPr>
          <p:cNvSpPr txBox="1"/>
          <p:nvPr/>
        </p:nvSpPr>
        <p:spPr>
          <a:xfrm>
            <a:off x="7709451" y="9662812"/>
            <a:ext cx="2808490" cy="564514"/>
          </a:xfrm>
          <a:prstGeom prst="rect">
            <a:avLst/>
          </a:prstGeom>
          <a:noFill/>
        </p:spPr>
        <p:txBody>
          <a:bodyPr wrap="square" rtlCol="0">
            <a:spAutoFit/>
          </a:bodyPr>
          <a:lstStyle/>
          <a:p>
            <a:pPr lvl="0" algn="ctr">
              <a:lnSpc>
                <a:spcPct val="115000"/>
              </a:lnSpc>
              <a:spcAft>
                <a:spcPts val="1000"/>
              </a:spcAft>
            </a:pPr>
            <a:r>
              <a:rPr lang="fr-FR"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rPr>
              <a:t>DEVELOPERS</a:t>
            </a:r>
            <a:endParaRPr lang="es-ES" sz="28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47E83952-B00D-265B-62F3-2FB2D91E2668}"/>
              </a:ext>
            </a:extLst>
          </p:cNvPr>
          <p:cNvSpPr txBox="1"/>
          <p:nvPr/>
        </p:nvSpPr>
        <p:spPr>
          <a:xfrm>
            <a:off x="3548136" y="241080"/>
            <a:ext cx="5095728" cy="707886"/>
          </a:xfrm>
          <a:prstGeom prst="rect">
            <a:avLst/>
          </a:prstGeom>
          <a:noFill/>
        </p:spPr>
        <p:txBody>
          <a:bodyPr wrap="square" rtlCol="0">
            <a:spAutoFit/>
          </a:bodyPr>
          <a:lstStyle/>
          <a:p>
            <a:pPr algn="ctr"/>
            <a:r>
              <a:rPr lang="fr-FR" sz="4000" b="1" dirty="0">
                <a:solidFill>
                  <a:srgbClr val="415A77"/>
                </a:solidFill>
                <a:latin typeface="Poppins Black" panose="00000A00000000000000" pitchFamily="2" charset="0"/>
                <a:ea typeface="Calibri" panose="020F0502020204030204" pitchFamily="34" charset="0"/>
                <a:cs typeface="Poppins Black" panose="00000A00000000000000" pitchFamily="2" charset="0"/>
              </a:rPr>
              <a:t>COMMUNICATION</a:t>
            </a:r>
            <a:endParaRPr lang="es-ES" sz="4000" dirty="0">
              <a:solidFill>
                <a:srgbClr val="415A77"/>
              </a:solidFill>
              <a:effectLst/>
              <a:latin typeface="Poppins Black" panose="00000A00000000000000" pitchFamily="2" charset="0"/>
              <a:ea typeface="Calibri" panose="020F0502020204030204" pitchFamily="34" charset="0"/>
              <a:cs typeface="Poppins Black" panose="00000A00000000000000" pitchFamily="2" charset="0"/>
            </a:endParaRPr>
          </a:p>
        </p:txBody>
      </p:sp>
      <p:grpSp>
        <p:nvGrpSpPr>
          <p:cNvPr id="24" name="Groupe 23">
            <a:extLst>
              <a:ext uri="{FF2B5EF4-FFF2-40B4-BE49-F238E27FC236}">
                <a16:creationId xmlns:a16="http://schemas.microsoft.com/office/drawing/2014/main" id="{D6624E89-1AC5-0AD0-F249-C0E281C647C7}"/>
              </a:ext>
            </a:extLst>
          </p:cNvPr>
          <p:cNvGrpSpPr/>
          <p:nvPr/>
        </p:nvGrpSpPr>
        <p:grpSpPr>
          <a:xfrm>
            <a:off x="2383939" y="710987"/>
            <a:ext cx="3063240" cy="2235818"/>
            <a:chOff x="2383939" y="710987"/>
            <a:chExt cx="3063240" cy="2235818"/>
          </a:xfrm>
        </p:grpSpPr>
        <p:grpSp>
          <p:nvGrpSpPr>
            <p:cNvPr id="16" name="Groupe 15">
              <a:extLst>
                <a:ext uri="{FF2B5EF4-FFF2-40B4-BE49-F238E27FC236}">
                  <a16:creationId xmlns:a16="http://schemas.microsoft.com/office/drawing/2014/main" id="{5E3DEE35-7AC2-16AD-C632-BF5EE8851D98}"/>
                </a:ext>
              </a:extLst>
            </p:cNvPr>
            <p:cNvGrpSpPr/>
            <p:nvPr/>
          </p:nvGrpSpPr>
          <p:grpSpPr>
            <a:xfrm>
              <a:off x="2383939" y="710987"/>
              <a:ext cx="3063240" cy="2235818"/>
              <a:chOff x="1151611" y="762376"/>
              <a:chExt cx="3063240" cy="2235818"/>
            </a:xfrm>
          </p:grpSpPr>
          <p:sp>
            <p:nvSpPr>
              <p:cNvPr id="4" name="Rectangle : coins arrondis 3">
                <a:extLst>
                  <a:ext uri="{FF2B5EF4-FFF2-40B4-BE49-F238E27FC236}">
                    <a16:creationId xmlns:a16="http://schemas.microsoft.com/office/drawing/2014/main" id="{FF64B140-7CBF-AC56-24CC-46AB2706478F}"/>
                  </a:ext>
                </a:extLst>
              </p:cNvPr>
              <p:cNvSpPr/>
              <p:nvPr/>
            </p:nvSpPr>
            <p:spPr>
              <a:xfrm>
                <a:off x="1151611" y="1662200"/>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200" name="Picture 8">
                <a:extLst>
                  <a:ext uri="{FF2B5EF4-FFF2-40B4-BE49-F238E27FC236}">
                    <a16:creationId xmlns:a16="http://schemas.microsoft.com/office/drawing/2014/main" id="{1AC59C01-FB10-FE7E-E580-A52ED190FB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8967" y="762376"/>
                <a:ext cx="1688817" cy="1688817"/>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ZoneTexte 17">
              <a:extLst>
                <a:ext uri="{FF2B5EF4-FFF2-40B4-BE49-F238E27FC236}">
                  <a16:creationId xmlns:a16="http://schemas.microsoft.com/office/drawing/2014/main" id="{2D0B5F5E-4EA7-1114-6191-E41B7A9A0D73}"/>
                </a:ext>
              </a:extLst>
            </p:cNvPr>
            <p:cNvSpPr txBox="1"/>
            <p:nvPr/>
          </p:nvSpPr>
          <p:spPr>
            <a:xfrm>
              <a:off x="3207349" y="2278808"/>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DISCORD</a:t>
              </a:r>
              <a:endParaRPr lang="es-ES" dirty="0">
                <a:solidFill>
                  <a:srgbClr val="003559"/>
                </a:solidFill>
                <a:latin typeface="Montserrat" pitchFamily="2" charset="0"/>
              </a:endParaRPr>
            </a:p>
          </p:txBody>
        </p:sp>
      </p:grpSp>
      <p:grpSp>
        <p:nvGrpSpPr>
          <p:cNvPr id="23" name="Groupe 22">
            <a:extLst>
              <a:ext uri="{FF2B5EF4-FFF2-40B4-BE49-F238E27FC236}">
                <a16:creationId xmlns:a16="http://schemas.microsoft.com/office/drawing/2014/main" id="{2A41B4C0-C9AC-378B-3338-8C080CCB1E0C}"/>
              </a:ext>
            </a:extLst>
          </p:cNvPr>
          <p:cNvGrpSpPr/>
          <p:nvPr/>
        </p:nvGrpSpPr>
        <p:grpSpPr>
          <a:xfrm>
            <a:off x="6744823" y="695102"/>
            <a:ext cx="3063240" cy="2296170"/>
            <a:chOff x="6744823" y="695102"/>
            <a:chExt cx="3063240" cy="2296170"/>
          </a:xfrm>
        </p:grpSpPr>
        <p:grpSp>
          <p:nvGrpSpPr>
            <p:cNvPr id="14" name="Groupe 13">
              <a:extLst>
                <a:ext uri="{FF2B5EF4-FFF2-40B4-BE49-F238E27FC236}">
                  <a16:creationId xmlns:a16="http://schemas.microsoft.com/office/drawing/2014/main" id="{FE0409B6-495D-FF0D-521B-2F1C2C838D92}"/>
                </a:ext>
              </a:extLst>
            </p:cNvPr>
            <p:cNvGrpSpPr/>
            <p:nvPr/>
          </p:nvGrpSpPr>
          <p:grpSpPr>
            <a:xfrm>
              <a:off x="6744823" y="695102"/>
              <a:ext cx="3063240" cy="2296170"/>
              <a:chOff x="5812893" y="1575653"/>
              <a:chExt cx="3063240" cy="2296170"/>
            </a:xfrm>
          </p:grpSpPr>
          <p:sp>
            <p:nvSpPr>
              <p:cNvPr id="11" name="Rectangle : coins arrondis 10">
                <a:extLst>
                  <a:ext uri="{FF2B5EF4-FFF2-40B4-BE49-F238E27FC236}">
                    <a16:creationId xmlns:a16="http://schemas.microsoft.com/office/drawing/2014/main" id="{9B3959DE-3A09-C790-7C33-9EF9A3E6B8F6}"/>
                  </a:ext>
                </a:extLst>
              </p:cNvPr>
              <p:cNvSpPr/>
              <p:nvPr/>
            </p:nvSpPr>
            <p:spPr>
              <a:xfrm>
                <a:off x="5812893" y="2535829"/>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196" name="Picture 4">
                <a:extLst>
                  <a:ext uri="{FF2B5EF4-FFF2-40B4-BE49-F238E27FC236}">
                    <a16:creationId xmlns:a16="http://schemas.microsoft.com/office/drawing/2014/main" id="{9E6A156A-3838-E446-E252-447C987CBC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5436" y="1575653"/>
                <a:ext cx="1688817" cy="1688817"/>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ZoneTexte 18">
              <a:extLst>
                <a:ext uri="{FF2B5EF4-FFF2-40B4-BE49-F238E27FC236}">
                  <a16:creationId xmlns:a16="http://schemas.microsoft.com/office/drawing/2014/main" id="{3D4822A7-4E59-2016-63A6-1FEE168FB2FB}"/>
                </a:ext>
              </a:extLst>
            </p:cNvPr>
            <p:cNvSpPr txBox="1"/>
            <p:nvPr/>
          </p:nvSpPr>
          <p:spPr>
            <a:xfrm>
              <a:off x="7507543" y="2278808"/>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NOTION</a:t>
              </a:r>
              <a:endParaRPr lang="es-ES" dirty="0">
                <a:solidFill>
                  <a:srgbClr val="003559"/>
                </a:solidFill>
                <a:latin typeface="Montserrat" pitchFamily="2" charset="0"/>
              </a:endParaRPr>
            </a:p>
          </p:txBody>
        </p:sp>
      </p:grpSp>
      <p:grpSp>
        <p:nvGrpSpPr>
          <p:cNvPr id="22" name="Groupe 21">
            <a:extLst>
              <a:ext uri="{FF2B5EF4-FFF2-40B4-BE49-F238E27FC236}">
                <a16:creationId xmlns:a16="http://schemas.microsoft.com/office/drawing/2014/main" id="{3BC28422-856E-B0D3-C342-C895F2FC47FF}"/>
              </a:ext>
            </a:extLst>
          </p:cNvPr>
          <p:cNvGrpSpPr/>
          <p:nvPr/>
        </p:nvGrpSpPr>
        <p:grpSpPr>
          <a:xfrm>
            <a:off x="6744823" y="3241631"/>
            <a:ext cx="3063240" cy="2026001"/>
            <a:chOff x="6744823" y="3241631"/>
            <a:chExt cx="3063240" cy="2026001"/>
          </a:xfrm>
        </p:grpSpPr>
        <p:grpSp>
          <p:nvGrpSpPr>
            <p:cNvPr id="15" name="Groupe 14">
              <a:extLst>
                <a:ext uri="{FF2B5EF4-FFF2-40B4-BE49-F238E27FC236}">
                  <a16:creationId xmlns:a16="http://schemas.microsoft.com/office/drawing/2014/main" id="{60642814-A25C-D7B0-8D8F-6BF50727FD60}"/>
                </a:ext>
              </a:extLst>
            </p:cNvPr>
            <p:cNvGrpSpPr/>
            <p:nvPr/>
          </p:nvGrpSpPr>
          <p:grpSpPr>
            <a:xfrm>
              <a:off x="6744823" y="3241631"/>
              <a:ext cx="3063240" cy="2026001"/>
              <a:chOff x="5703189" y="4831999"/>
              <a:chExt cx="3063240" cy="2026001"/>
            </a:xfrm>
          </p:grpSpPr>
          <p:sp>
            <p:nvSpPr>
              <p:cNvPr id="13" name="Rectangle : coins arrondis 12">
                <a:extLst>
                  <a:ext uri="{FF2B5EF4-FFF2-40B4-BE49-F238E27FC236}">
                    <a16:creationId xmlns:a16="http://schemas.microsoft.com/office/drawing/2014/main" id="{187F7460-95C9-6374-3A06-57E48FE23EF7}"/>
                  </a:ext>
                </a:extLst>
              </p:cNvPr>
              <p:cNvSpPr/>
              <p:nvPr/>
            </p:nvSpPr>
            <p:spPr>
              <a:xfrm>
                <a:off x="5703189" y="5522006"/>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194" name="Picture 2">
                <a:extLst>
                  <a:ext uri="{FF2B5EF4-FFF2-40B4-BE49-F238E27FC236}">
                    <a16:creationId xmlns:a16="http://schemas.microsoft.com/office/drawing/2014/main" id="{140B8E56-75B0-6D3B-613A-AFABAA0C37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5225" y="4831999"/>
                <a:ext cx="1859167" cy="1237471"/>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ZoneTexte 19">
              <a:extLst>
                <a:ext uri="{FF2B5EF4-FFF2-40B4-BE49-F238E27FC236}">
                  <a16:creationId xmlns:a16="http://schemas.microsoft.com/office/drawing/2014/main" id="{EC6910F0-8F1C-F613-D37B-68EF6045D229}"/>
                </a:ext>
              </a:extLst>
            </p:cNvPr>
            <p:cNvSpPr txBox="1"/>
            <p:nvPr/>
          </p:nvSpPr>
          <p:spPr>
            <a:xfrm>
              <a:off x="7519103" y="4574023"/>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DRIVE</a:t>
              </a:r>
              <a:endParaRPr lang="es-ES" dirty="0">
                <a:solidFill>
                  <a:srgbClr val="003559"/>
                </a:solidFill>
                <a:latin typeface="Montserrat" pitchFamily="2" charset="0"/>
              </a:endParaRPr>
            </a:p>
          </p:txBody>
        </p:sp>
      </p:grpSp>
      <p:grpSp>
        <p:nvGrpSpPr>
          <p:cNvPr id="25" name="Groupe 24">
            <a:extLst>
              <a:ext uri="{FF2B5EF4-FFF2-40B4-BE49-F238E27FC236}">
                <a16:creationId xmlns:a16="http://schemas.microsoft.com/office/drawing/2014/main" id="{F9596CD2-7353-99FC-3506-2197512B8FED}"/>
              </a:ext>
            </a:extLst>
          </p:cNvPr>
          <p:cNvGrpSpPr/>
          <p:nvPr/>
        </p:nvGrpSpPr>
        <p:grpSpPr>
          <a:xfrm>
            <a:off x="2383939" y="3307621"/>
            <a:ext cx="3063240" cy="1960011"/>
            <a:chOff x="2383939" y="3307621"/>
            <a:chExt cx="3063240" cy="1960011"/>
          </a:xfrm>
        </p:grpSpPr>
        <p:grpSp>
          <p:nvGrpSpPr>
            <p:cNvPr id="17" name="Groupe 16">
              <a:extLst>
                <a:ext uri="{FF2B5EF4-FFF2-40B4-BE49-F238E27FC236}">
                  <a16:creationId xmlns:a16="http://schemas.microsoft.com/office/drawing/2014/main" id="{20A65E8B-98F5-4FC7-9196-373E9AEF7E43}"/>
                </a:ext>
              </a:extLst>
            </p:cNvPr>
            <p:cNvGrpSpPr/>
            <p:nvPr/>
          </p:nvGrpSpPr>
          <p:grpSpPr>
            <a:xfrm>
              <a:off x="2383939" y="3307621"/>
              <a:ext cx="3063240" cy="1960011"/>
              <a:chOff x="1101464" y="3970861"/>
              <a:chExt cx="3063240" cy="1960011"/>
            </a:xfrm>
          </p:grpSpPr>
          <p:sp>
            <p:nvSpPr>
              <p:cNvPr id="7" name="Rectangle : coins arrondis 6">
                <a:extLst>
                  <a:ext uri="{FF2B5EF4-FFF2-40B4-BE49-F238E27FC236}">
                    <a16:creationId xmlns:a16="http://schemas.microsoft.com/office/drawing/2014/main" id="{0D1C4C7B-D517-4C2A-FF74-D6AFDDD2F93F}"/>
                  </a:ext>
                </a:extLst>
              </p:cNvPr>
              <p:cNvSpPr/>
              <p:nvPr/>
            </p:nvSpPr>
            <p:spPr>
              <a:xfrm>
                <a:off x="1101464" y="4594878"/>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198" name="Picture 6">
                <a:extLst>
                  <a:ext uri="{FF2B5EF4-FFF2-40B4-BE49-F238E27FC236}">
                    <a16:creationId xmlns:a16="http://schemas.microsoft.com/office/drawing/2014/main" id="{4E336255-C4A5-6C55-0D33-5FD66C201A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6516" y="3970861"/>
                <a:ext cx="1153136" cy="1153136"/>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ZoneTexte 20">
              <a:extLst>
                <a:ext uri="{FF2B5EF4-FFF2-40B4-BE49-F238E27FC236}">
                  <a16:creationId xmlns:a16="http://schemas.microsoft.com/office/drawing/2014/main" id="{A740E740-92C4-7ED4-BB60-A2389B2520A6}"/>
                </a:ext>
              </a:extLst>
            </p:cNvPr>
            <p:cNvSpPr txBox="1"/>
            <p:nvPr/>
          </p:nvSpPr>
          <p:spPr>
            <a:xfrm>
              <a:off x="3152888" y="4574023"/>
              <a:ext cx="1525342" cy="369332"/>
            </a:xfrm>
            <a:prstGeom prst="rect">
              <a:avLst/>
            </a:prstGeom>
            <a:noFill/>
          </p:spPr>
          <p:txBody>
            <a:bodyPr wrap="square" rtlCol="0">
              <a:spAutoFit/>
            </a:bodyPr>
            <a:lstStyle/>
            <a:p>
              <a:pPr algn="ctr"/>
              <a:r>
                <a:rPr lang="fr-FR" dirty="0">
                  <a:solidFill>
                    <a:srgbClr val="003559"/>
                  </a:solidFill>
                  <a:latin typeface="Montserrat" pitchFamily="2" charset="0"/>
                </a:rPr>
                <a:t>GITHUB</a:t>
              </a:r>
              <a:endParaRPr lang="es-ES" dirty="0">
                <a:solidFill>
                  <a:srgbClr val="003559"/>
                </a:solidFill>
                <a:latin typeface="Montserrat" pitchFamily="2" charset="0"/>
              </a:endParaRPr>
            </a:p>
          </p:txBody>
        </p:sp>
      </p:grpSp>
      <p:sp>
        <p:nvSpPr>
          <p:cNvPr id="26" name="Ellipse 5">
            <a:extLst>
              <a:ext uri="{FF2B5EF4-FFF2-40B4-BE49-F238E27FC236}">
                <a16:creationId xmlns:a16="http://schemas.microsoft.com/office/drawing/2014/main" id="{1214E230-557B-08EA-9B09-49E7A06FD3E3}"/>
              </a:ext>
            </a:extLst>
          </p:cNvPr>
          <p:cNvSpPr/>
          <p:nvPr/>
        </p:nvSpPr>
        <p:spPr>
          <a:xfrm rot="15811333">
            <a:off x="11296900" y="5442565"/>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Ellipse 5">
            <a:extLst>
              <a:ext uri="{FF2B5EF4-FFF2-40B4-BE49-F238E27FC236}">
                <a16:creationId xmlns:a16="http://schemas.microsoft.com/office/drawing/2014/main" id="{E60838AF-D98A-936E-D496-3A7859F25537}"/>
              </a:ext>
            </a:extLst>
          </p:cNvPr>
          <p:cNvSpPr/>
          <p:nvPr/>
        </p:nvSpPr>
        <p:spPr>
          <a:xfrm rot="15811333">
            <a:off x="-2171555" y="-1770472"/>
            <a:ext cx="3016920" cy="3055620"/>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ZoneTexte 27">
            <a:extLst>
              <a:ext uri="{FF2B5EF4-FFF2-40B4-BE49-F238E27FC236}">
                <a16:creationId xmlns:a16="http://schemas.microsoft.com/office/drawing/2014/main" id="{08890700-120D-26E1-94AB-1EEE3B29D7E9}"/>
              </a:ext>
            </a:extLst>
          </p:cNvPr>
          <p:cNvSpPr txBox="1"/>
          <p:nvPr/>
        </p:nvSpPr>
        <p:spPr>
          <a:xfrm>
            <a:off x="11883830" y="6457040"/>
            <a:ext cx="308170"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a:t>
            </a:r>
            <a:endParaRPr lang="es-ES" b="1" dirty="0">
              <a:solidFill>
                <a:srgbClr val="003559"/>
              </a:solidFill>
              <a:latin typeface="Poppins" panose="00000500000000000000" pitchFamily="2" charset="0"/>
              <a:cs typeface="Poppins" panose="00000500000000000000" pitchFamily="2" charset="0"/>
            </a:endParaRPr>
          </a:p>
        </p:txBody>
      </p:sp>
      <p:sp>
        <p:nvSpPr>
          <p:cNvPr id="29" name="ZoneTexte 28">
            <a:extLst>
              <a:ext uri="{FF2B5EF4-FFF2-40B4-BE49-F238E27FC236}">
                <a16:creationId xmlns:a16="http://schemas.microsoft.com/office/drawing/2014/main" id="{7D670BA1-1104-D322-482F-BD8D706C4487}"/>
              </a:ext>
            </a:extLst>
          </p:cNvPr>
          <p:cNvSpPr txBox="1"/>
          <p:nvPr/>
        </p:nvSpPr>
        <p:spPr>
          <a:xfrm>
            <a:off x="11725200" y="645840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11</a:t>
            </a:r>
            <a:endParaRPr lang="es-ES"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92423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BA98077D-606D-3603-821D-0689E4F0CC6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5241917C-6A2A-5BA8-CDA5-140F05D60E46}"/>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E7A6AB22-CFFC-6CA0-98AC-3F6E4D7A4188}"/>
              </a:ext>
            </a:extLst>
          </p:cNvPr>
          <p:cNvSpPr/>
          <p:nvPr/>
        </p:nvSpPr>
        <p:spPr>
          <a:xfrm>
            <a:off x="-5741650"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ZoneTexte 6">
            <a:extLst>
              <a:ext uri="{FF2B5EF4-FFF2-40B4-BE49-F238E27FC236}">
                <a16:creationId xmlns:a16="http://schemas.microsoft.com/office/drawing/2014/main" id="{66DF6A09-9D4C-FE58-F93F-C8C460C52240}"/>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D9296485-CE2D-CD75-285B-EA4284ACE29A}"/>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sp>
        <p:nvSpPr>
          <p:cNvPr id="5" name="ZoneTexte 4">
            <a:extLst>
              <a:ext uri="{FF2B5EF4-FFF2-40B4-BE49-F238E27FC236}">
                <a16:creationId xmlns:a16="http://schemas.microsoft.com/office/drawing/2014/main" id="{B51FFEA5-547D-2C62-10E9-4B45BE79B35E}"/>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1D389FCB-25FF-D2F0-755C-527935BAF1EE}"/>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6486D9F9-5815-7DD0-F8A6-58F85E8BFD72}"/>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A4AEBBF2-1365-378E-4FD7-996878F0051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6D97B3C4-74D7-A006-4CBD-7EAB11BAB963}"/>
              </a:ext>
            </a:extLst>
          </p:cNvPr>
          <p:cNvSpPr txBox="1"/>
          <p:nvPr/>
        </p:nvSpPr>
        <p:spPr>
          <a:xfrm>
            <a:off x="2417722" y="3659832"/>
            <a:ext cx="274873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1866A252-2800-4752-0565-6A6E58A2BD8F}"/>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61722BD9-BA2F-7DD0-2FFF-2A1DD635C5ED}"/>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1094BB5F-B490-965E-5AB9-DCE63F3D9B4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89B1DFD3-F3B0-BF2B-1E47-31C6D7A51059}"/>
              </a:ext>
            </a:extLst>
          </p:cNvPr>
          <p:cNvSpPr txBox="1"/>
          <p:nvPr/>
        </p:nvSpPr>
        <p:spPr>
          <a:xfrm>
            <a:off x="2417722" y="5345631"/>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 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DFBB496E-84A1-0154-B169-D4953DFF9D26}"/>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83BFCDB4-45E5-4ED5-82F4-E9D29AD59170}"/>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3C68D120-F69E-3465-872C-8CA40DA6E3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F70E52DD-8D40-3D5E-D53B-DF85AD70422C}"/>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7F97D435-69D5-D093-ABE9-3C6E3D74CD51}"/>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70FCA277-86A4-A0B7-FF4D-B037A7247478}"/>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082D9C2F-0B7E-332D-0A53-847DF811399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4F4E15AB-B0F3-5AEA-4D74-F6390FD3AB89}"/>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C031BC90-6C4C-0C79-BC04-CB5A1B5AD7D7}"/>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71577883-7E24-BA2A-7A2F-D344B0B9DF9D}"/>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51E51664-90B2-7CC3-286D-02D82EE74E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89DF1C93-6F54-2360-E2FE-7BF44876211A}"/>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44638998-7BE8-B199-3331-ED35EC99C6A8}"/>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D67888F6-6F02-FA5B-E3E8-BC1DBE92F896}"/>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6F645C54-A70C-5D2B-6773-1C09824679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8461E874-0EC6-FFA4-F774-5549ED283427}"/>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A4720F77-D108-76CE-8A19-555CC3F0B512}"/>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65D20F8A-9A40-AA3E-46B1-0930AD6EEABA}"/>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52EB63F7-EA80-49CC-8C65-DA429D6110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EA9C6F0E-4AAF-71DD-0E5F-CE594AAD63E6}"/>
                  </a:ext>
                </a:extLst>
              </p:cNvPr>
              <p:cNvGraphicFramePr>
                <a:graphicFrameLocks noChangeAspect="1"/>
              </p:cNvGraphicFramePr>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EA9C6F0E-4AAF-71DD-0E5F-CE594AAD63E6}"/>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6" name="Zoom de diapositive 5">
                <a:extLst>
                  <a:ext uri="{FF2B5EF4-FFF2-40B4-BE49-F238E27FC236}">
                    <a16:creationId xmlns:a16="http://schemas.microsoft.com/office/drawing/2014/main" id="{3698941E-91EA-D888-CEF0-F2141910A359}"/>
                  </a:ext>
                </a:extLst>
              </p:cNvPr>
              <p:cNvGraphicFramePr>
                <a:graphicFrameLocks noChangeAspect="1"/>
              </p:cNvGraphicFramePr>
              <p:nvPr/>
            </p:nvGraphicFramePr>
            <p:xfrm>
              <a:off x="997844" y="3342854"/>
              <a:ext cx="1792388" cy="908846"/>
            </p:xfrm>
            <a:graphic>
              <a:graphicData uri="http://schemas.microsoft.com/office/powerpoint/2016/slidezoom">
                <pslz:sldZm>
                  <pslz:sldZmObj sldId="266" cId="925274422">
                    <pslz:zmPr id="{C4A7DCC1-9C17-4CDC-8AB8-5F598FA9A0F3}"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792388" cy="908846"/>
                        </a:xfrm>
                        <a:prstGeom prst="rect">
                          <a:avLst/>
                        </a:prstGeom>
                        <a:ln w="3175">
                          <a:noFill/>
                        </a:ln>
                      </p166:spPr>
                    </pslz:zmPr>
                  </pslz:sldZmObj>
                </pslz:sldZm>
              </a:graphicData>
            </a:graphic>
          </p:graphicFrame>
        </mc:Choice>
        <mc:Fallback xmlns="">
          <p:pic>
            <p:nvPicPr>
              <p:cNvPr id="6" name="Zoom de diapositive 5">
                <a:hlinkClick r:id="rId8" action="ppaction://hlinksldjump"/>
                <a:extLst>
                  <a:ext uri="{FF2B5EF4-FFF2-40B4-BE49-F238E27FC236}">
                    <a16:creationId xmlns:a16="http://schemas.microsoft.com/office/drawing/2014/main" id="{3698941E-91EA-D888-CEF0-F2141910A359}"/>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997844" y="3342854"/>
                <a:ext cx="1792388" cy="908846"/>
              </a:xfrm>
              <a:prstGeom prst="rect">
                <a:avLst/>
              </a:prstGeom>
              <a:ln w="3175">
                <a:noFill/>
              </a:ln>
            </p:spPr>
          </p:pic>
        </mc:Fallback>
      </mc:AlternateContent>
      <p:sp>
        <p:nvSpPr>
          <p:cNvPr id="13" name="ZoneTexte 12">
            <a:extLst>
              <a:ext uri="{FF2B5EF4-FFF2-40B4-BE49-F238E27FC236}">
                <a16:creationId xmlns:a16="http://schemas.microsoft.com/office/drawing/2014/main" id="{F72DB751-07E6-187C-57EF-1291D143F79B}"/>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12</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53009981"/>
      </p:ext>
    </p:extLst>
  </p:cSld>
  <p:clrMapOvr>
    <a:masterClrMapping/>
  </p:clrMapOvr>
  <mc:AlternateContent xmlns:mc="http://schemas.openxmlformats.org/markup-compatibility/2006" xmlns:p14="http://schemas.microsoft.com/office/powerpoint/2010/main">
    <mc:Choice Requires="p14">
      <p:transition spd="slow" p14:dur="900">
        <p14:warp/>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808357D8-ADD2-7933-82FC-C981A911920C}"/>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3AAEC5FF-445A-EE19-32BA-8A013EFD5FA5}"/>
              </a:ext>
            </a:extLst>
          </p:cNvPr>
          <p:cNvSpPr txBox="1"/>
          <p:nvPr/>
        </p:nvSpPr>
        <p:spPr>
          <a:xfrm>
            <a:off x="2682240" y="2401699"/>
            <a:ext cx="7315200" cy="1107996"/>
          </a:xfrm>
          <a:prstGeom prst="rect">
            <a:avLst/>
          </a:prstGeom>
          <a:noFill/>
        </p:spPr>
        <p:txBody>
          <a:bodyPr wrap="square" rtlCol="0">
            <a:spAutoFit/>
          </a:bodyPr>
          <a:lstStyle/>
          <a:p>
            <a:pPr algn="ctr"/>
            <a:r>
              <a:rPr lang="fr-FR" sz="6600" dirty="0">
                <a:solidFill>
                  <a:srgbClr val="1B263B"/>
                </a:solidFill>
                <a:latin typeface="Poppins Black" panose="00000A00000000000000" pitchFamily="2" charset="0"/>
                <a:cs typeface="Poppins Black" panose="00000A00000000000000" pitchFamily="2" charset="0"/>
              </a:rPr>
              <a:t>CONCEPTION</a:t>
            </a:r>
            <a:endParaRPr lang="es-ES" sz="6600" dirty="0">
              <a:solidFill>
                <a:srgbClr val="1B263B"/>
              </a:solidFill>
              <a:latin typeface="Poppins Black" panose="00000A00000000000000" pitchFamily="2" charset="0"/>
              <a:cs typeface="Poppins Black" panose="00000A00000000000000" pitchFamily="2" charset="0"/>
            </a:endParaRPr>
          </a:p>
        </p:txBody>
      </p:sp>
      <p:pic>
        <p:nvPicPr>
          <p:cNvPr id="44" name="Image 43">
            <a:extLst>
              <a:ext uri="{FF2B5EF4-FFF2-40B4-BE49-F238E27FC236}">
                <a16:creationId xmlns:a16="http://schemas.microsoft.com/office/drawing/2014/main" id="{43CC17AD-CBDC-C614-ACF8-EA10F06A0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000" y="4480560"/>
            <a:ext cx="12492000" cy="8328000"/>
          </a:xfrm>
          <a:prstGeom prst="rect">
            <a:avLst/>
          </a:prstGeom>
        </p:spPr>
      </p:pic>
      <p:sp>
        <p:nvSpPr>
          <p:cNvPr id="45" name="Rectangle 44">
            <a:extLst>
              <a:ext uri="{FF2B5EF4-FFF2-40B4-BE49-F238E27FC236}">
                <a16:creationId xmlns:a16="http://schemas.microsoft.com/office/drawing/2014/main" id="{9034034B-30F8-9C66-636A-2B6F63216AC3}"/>
              </a:ext>
            </a:extLst>
          </p:cNvPr>
          <p:cNvSpPr/>
          <p:nvPr/>
        </p:nvSpPr>
        <p:spPr>
          <a:xfrm>
            <a:off x="-777240" y="4480560"/>
            <a:ext cx="14234160" cy="5410200"/>
          </a:xfrm>
          <a:prstGeom prst="rect">
            <a:avLst/>
          </a:prstGeom>
          <a:solidFill>
            <a:srgbClr val="81C4D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6" name="Connecteur droit 45">
            <a:extLst>
              <a:ext uri="{FF2B5EF4-FFF2-40B4-BE49-F238E27FC236}">
                <a16:creationId xmlns:a16="http://schemas.microsoft.com/office/drawing/2014/main" id="{E34ABA86-B141-6029-1E3F-A67E8344E5AB}"/>
              </a:ext>
            </a:extLst>
          </p:cNvPr>
          <p:cNvCxnSpPr/>
          <p:nvPr/>
        </p:nvCxnSpPr>
        <p:spPr>
          <a:xfrm>
            <a:off x="6980752"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20A805DE-66B2-D043-5907-15F385E37F60}"/>
              </a:ext>
            </a:extLst>
          </p:cNvPr>
          <p:cNvCxnSpPr/>
          <p:nvPr/>
        </p:nvCxnSpPr>
        <p:spPr>
          <a:xfrm>
            <a:off x="8418627"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8" name="Picture 2">
            <a:extLst>
              <a:ext uri="{FF2B5EF4-FFF2-40B4-BE49-F238E27FC236}">
                <a16:creationId xmlns:a16="http://schemas.microsoft.com/office/drawing/2014/main" id="{AF0DEC4D-4C95-A8B4-BDD6-B0EEFA78A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88" y="76145"/>
            <a:ext cx="720437" cy="890954"/>
          </a:xfrm>
          <a:prstGeom prst="rect">
            <a:avLst/>
          </a:prstGeom>
          <a:noFill/>
          <a:extLst>
            <a:ext uri="{909E8E84-426E-40DD-AFC4-6F175D3DCCD1}">
              <a14:hiddenFill xmlns:a14="http://schemas.microsoft.com/office/drawing/2010/main">
                <a:solidFill>
                  <a:srgbClr val="FFFFFF"/>
                </a:solidFill>
              </a14:hiddenFill>
            </a:ext>
          </a:extLst>
        </p:spPr>
      </p:pic>
      <p:sp>
        <p:nvSpPr>
          <p:cNvPr id="49" name="ZoneTexte 48">
            <a:extLst>
              <a:ext uri="{FF2B5EF4-FFF2-40B4-BE49-F238E27FC236}">
                <a16:creationId xmlns:a16="http://schemas.microsoft.com/office/drawing/2014/main" id="{4860C7C6-E6A2-A053-9B2B-C637B874891C}"/>
              </a:ext>
            </a:extLst>
          </p:cNvPr>
          <p:cNvSpPr txBox="1"/>
          <p:nvPr/>
        </p:nvSpPr>
        <p:spPr>
          <a:xfrm>
            <a:off x="11794603" y="6457040"/>
            <a:ext cx="397397"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13</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9095283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0D478C4E-72A5-1D81-C120-945A956F4785}"/>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CAE99D43-051D-37F7-067A-3D9D3347B779}"/>
              </a:ext>
            </a:extLst>
          </p:cNvPr>
          <p:cNvSpPr txBox="1"/>
          <p:nvPr/>
        </p:nvSpPr>
        <p:spPr>
          <a:xfrm>
            <a:off x="1182491" y="201512"/>
            <a:ext cx="9814560" cy="769441"/>
          </a:xfrm>
          <a:prstGeom prst="rect">
            <a:avLst/>
          </a:prstGeom>
          <a:noFill/>
        </p:spPr>
        <p:txBody>
          <a:bodyPr wrap="square" rtlCol="0">
            <a:spAutoFit/>
          </a:bodyPr>
          <a:lstStyle/>
          <a:p>
            <a:pPr algn="ctr"/>
            <a:r>
              <a:rPr lang="fr-FR"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NOS PRICIPES DE BASE </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pic>
        <p:nvPicPr>
          <p:cNvPr id="9224" name="Picture 8" descr="Les codeurs discutant de la compilation du code source découvrent des erreurs et demandent au reste de l'équipe des explications devant plusieurs écrans exécutant des algorithmes. Les développeurs de logiciels qui travaillent en équipe.">
            <a:extLst>
              <a:ext uri="{FF2B5EF4-FFF2-40B4-BE49-F238E27FC236}">
                <a16:creationId xmlns:a16="http://schemas.microsoft.com/office/drawing/2014/main" id="{A325856D-0E19-43C5-F2CF-767E0578C1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806" b="32400"/>
          <a:stretch/>
        </p:blipFill>
        <p:spPr bwMode="auto">
          <a:xfrm>
            <a:off x="-192361" y="10009808"/>
            <a:ext cx="12564264" cy="302262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2EEC6AC-A471-F0C1-9EAB-750805F84032}"/>
              </a:ext>
            </a:extLst>
          </p:cNvPr>
          <p:cNvSpPr/>
          <p:nvPr/>
        </p:nvSpPr>
        <p:spPr>
          <a:xfrm>
            <a:off x="-253777" y="14069501"/>
            <a:ext cx="13149162" cy="3048155"/>
          </a:xfrm>
          <a:prstGeom prst="rect">
            <a:avLst/>
          </a:prstGeom>
          <a:solidFill>
            <a:srgbClr val="81C4D7">
              <a:alpha val="5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6" name="Groupe 5">
            <a:extLst>
              <a:ext uri="{FF2B5EF4-FFF2-40B4-BE49-F238E27FC236}">
                <a16:creationId xmlns:a16="http://schemas.microsoft.com/office/drawing/2014/main" id="{D8645238-ADE2-F774-B25C-E13CBF5C5F00}"/>
              </a:ext>
            </a:extLst>
          </p:cNvPr>
          <p:cNvGrpSpPr/>
          <p:nvPr/>
        </p:nvGrpSpPr>
        <p:grpSpPr>
          <a:xfrm>
            <a:off x="6348135" y="1344788"/>
            <a:ext cx="2402326" cy="923330"/>
            <a:chOff x="2331718" y="1344788"/>
            <a:chExt cx="2667000" cy="923330"/>
          </a:xfrm>
        </p:grpSpPr>
        <p:sp>
          <p:nvSpPr>
            <p:cNvPr id="7" name="Rectangle : coins arrondis 6">
              <a:extLst>
                <a:ext uri="{FF2B5EF4-FFF2-40B4-BE49-F238E27FC236}">
                  <a16:creationId xmlns:a16="http://schemas.microsoft.com/office/drawing/2014/main" id="{9FEC0E14-B84A-D0C3-EA2C-226AFCE90A9C}"/>
                </a:ext>
              </a:extLst>
            </p:cNvPr>
            <p:cNvSpPr/>
            <p:nvPr/>
          </p:nvSpPr>
          <p:spPr>
            <a:xfrm>
              <a:off x="2331718" y="1344788"/>
              <a:ext cx="2667000" cy="923330"/>
            </a:xfrm>
            <a:prstGeom prst="roundRect">
              <a:avLst/>
            </a:prstGeom>
            <a:solidFill>
              <a:srgbClr val="00355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ZoneTexte 11">
              <a:extLst>
                <a:ext uri="{FF2B5EF4-FFF2-40B4-BE49-F238E27FC236}">
                  <a16:creationId xmlns:a16="http://schemas.microsoft.com/office/drawing/2014/main" id="{B40C2A1C-6E28-E014-3B06-E7130E4CC9D2}"/>
                </a:ext>
              </a:extLst>
            </p:cNvPr>
            <p:cNvSpPr txBox="1"/>
            <p:nvPr/>
          </p:nvSpPr>
          <p:spPr>
            <a:xfrm>
              <a:off x="2956560" y="1575620"/>
              <a:ext cx="1264920" cy="461665"/>
            </a:xfrm>
            <a:prstGeom prst="rect">
              <a:avLst/>
            </a:prstGeom>
            <a:noFill/>
          </p:spPr>
          <p:txBody>
            <a:bodyPr wrap="square" rtlCol="0">
              <a:spAutoFit/>
            </a:bodyPr>
            <a:lstStyle/>
            <a:p>
              <a:pPr algn="ctr"/>
              <a:r>
                <a:rPr lang="fr-FR" sz="2400" dirty="0">
                  <a:solidFill>
                    <a:srgbClr val="EDEDE9"/>
                  </a:solidFill>
                  <a:effectLst/>
                  <a:latin typeface="Montserrat" pitchFamily="2" charset="0"/>
                  <a:ea typeface="Calibri" panose="020F0502020204030204" pitchFamily="34" charset="0"/>
                  <a:cs typeface="Arial" panose="020B0604020202020204" pitchFamily="34" charset="0"/>
                </a:rPr>
                <a:t>Clarté</a:t>
              </a:r>
              <a:endParaRPr lang="es-ES" sz="2400" dirty="0">
                <a:solidFill>
                  <a:srgbClr val="EDEDE9"/>
                </a:solidFill>
                <a:latin typeface="Montserrat" pitchFamily="2" charset="0"/>
              </a:endParaRPr>
            </a:p>
          </p:txBody>
        </p:sp>
      </p:grpSp>
      <p:grpSp>
        <p:nvGrpSpPr>
          <p:cNvPr id="2" name="Groupe 1">
            <a:extLst>
              <a:ext uri="{FF2B5EF4-FFF2-40B4-BE49-F238E27FC236}">
                <a16:creationId xmlns:a16="http://schemas.microsoft.com/office/drawing/2014/main" id="{6EEA7E6B-670A-A7DD-9FBB-59E038E2D0F1}"/>
              </a:ext>
            </a:extLst>
          </p:cNvPr>
          <p:cNvGrpSpPr/>
          <p:nvPr/>
        </p:nvGrpSpPr>
        <p:grpSpPr>
          <a:xfrm>
            <a:off x="9158367" y="1344788"/>
            <a:ext cx="2276069" cy="923330"/>
            <a:chOff x="7584212" y="1344788"/>
            <a:chExt cx="2276069" cy="923330"/>
          </a:xfrm>
        </p:grpSpPr>
        <p:sp>
          <p:nvSpPr>
            <p:cNvPr id="3" name="Rectangle : coins arrondis 2">
              <a:extLst>
                <a:ext uri="{FF2B5EF4-FFF2-40B4-BE49-F238E27FC236}">
                  <a16:creationId xmlns:a16="http://schemas.microsoft.com/office/drawing/2014/main" id="{AF78B220-2E54-7FA4-1E59-2640035F94FD}"/>
                </a:ext>
              </a:extLst>
            </p:cNvPr>
            <p:cNvSpPr/>
            <p:nvPr/>
          </p:nvSpPr>
          <p:spPr>
            <a:xfrm>
              <a:off x="7584212" y="1344788"/>
              <a:ext cx="2276069" cy="923330"/>
            </a:xfrm>
            <a:prstGeom prst="roundRect">
              <a:avLst/>
            </a:prstGeom>
            <a:solidFill>
              <a:srgbClr val="00355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4" name="ZoneTexte 13">
              <a:extLst>
                <a:ext uri="{FF2B5EF4-FFF2-40B4-BE49-F238E27FC236}">
                  <a16:creationId xmlns:a16="http://schemas.microsoft.com/office/drawing/2014/main" id="{DBB335C3-31C9-097C-6066-77843AFDB9D8}"/>
                </a:ext>
              </a:extLst>
            </p:cNvPr>
            <p:cNvSpPr txBox="1"/>
            <p:nvPr/>
          </p:nvSpPr>
          <p:spPr>
            <a:xfrm>
              <a:off x="7757837" y="1590733"/>
              <a:ext cx="1965960" cy="461665"/>
            </a:xfrm>
            <a:prstGeom prst="rect">
              <a:avLst/>
            </a:prstGeom>
            <a:noFill/>
          </p:spPr>
          <p:txBody>
            <a:bodyPr wrap="square" rtlCol="0">
              <a:spAutoFit/>
            </a:bodyPr>
            <a:lstStyle/>
            <a:p>
              <a:pPr algn="ctr"/>
              <a:r>
                <a:rPr lang="fr-FR" sz="2400" dirty="0">
                  <a:solidFill>
                    <a:srgbClr val="EDEDE9"/>
                  </a:solidFill>
                  <a:effectLst/>
                  <a:latin typeface="Montserrat" pitchFamily="2" charset="0"/>
                  <a:ea typeface="Calibri" panose="020F0502020204030204" pitchFamily="34" charset="0"/>
                  <a:cs typeface="Arial" panose="020B0604020202020204" pitchFamily="34" charset="0"/>
                </a:rPr>
                <a:t>Efficacité</a:t>
              </a:r>
              <a:endParaRPr lang="es-ES" sz="2400" dirty="0">
                <a:solidFill>
                  <a:srgbClr val="EDEDE9"/>
                </a:solidFill>
                <a:latin typeface="Montserrat" pitchFamily="2" charset="0"/>
              </a:endParaRPr>
            </a:p>
          </p:txBody>
        </p:sp>
      </p:grpSp>
      <p:grpSp>
        <p:nvGrpSpPr>
          <p:cNvPr id="10" name="Groupe 9">
            <a:extLst>
              <a:ext uri="{FF2B5EF4-FFF2-40B4-BE49-F238E27FC236}">
                <a16:creationId xmlns:a16="http://schemas.microsoft.com/office/drawing/2014/main" id="{E7163F2B-C9F8-9C14-2C2C-CF325A6E438E}"/>
              </a:ext>
            </a:extLst>
          </p:cNvPr>
          <p:cNvGrpSpPr/>
          <p:nvPr/>
        </p:nvGrpSpPr>
        <p:grpSpPr>
          <a:xfrm>
            <a:off x="7638369" y="2689266"/>
            <a:ext cx="2402326" cy="923330"/>
            <a:chOff x="4756271" y="2758716"/>
            <a:chExt cx="2667000" cy="923330"/>
          </a:xfrm>
        </p:grpSpPr>
        <p:sp>
          <p:nvSpPr>
            <p:cNvPr id="11" name="Rectangle : coins arrondis 10">
              <a:extLst>
                <a:ext uri="{FF2B5EF4-FFF2-40B4-BE49-F238E27FC236}">
                  <a16:creationId xmlns:a16="http://schemas.microsoft.com/office/drawing/2014/main" id="{EF56A2D5-9EDC-91DC-B65E-218FE14A02E3}"/>
                </a:ext>
              </a:extLst>
            </p:cNvPr>
            <p:cNvSpPr/>
            <p:nvPr/>
          </p:nvSpPr>
          <p:spPr>
            <a:xfrm>
              <a:off x="4756271" y="2758716"/>
              <a:ext cx="2667000" cy="923330"/>
            </a:xfrm>
            <a:prstGeom prst="roundRect">
              <a:avLst/>
            </a:prstGeom>
            <a:solidFill>
              <a:srgbClr val="00355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ZoneTexte 14">
              <a:extLst>
                <a:ext uri="{FF2B5EF4-FFF2-40B4-BE49-F238E27FC236}">
                  <a16:creationId xmlns:a16="http://schemas.microsoft.com/office/drawing/2014/main" id="{BB100EEC-C140-A27D-EE16-6065186F9556}"/>
                </a:ext>
              </a:extLst>
            </p:cNvPr>
            <p:cNvSpPr txBox="1"/>
            <p:nvPr/>
          </p:nvSpPr>
          <p:spPr>
            <a:xfrm>
              <a:off x="4756272" y="2889684"/>
              <a:ext cx="2666999" cy="707886"/>
            </a:xfrm>
            <a:prstGeom prst="rect">
              <a:avLst/>
            </a:prstGeom>
            <a:noFill/>
          </p:spPr>
          <p:txBody>
            <a:bodyPr wrap="square" rtlCol="0">
              <a:spAutoFit/>
            </a:bodyPr>
            <a:lstStyle/>
            <a:p>
              <a:pPr algn="ctr"/>
              <a:r>
                <a:rPr lang="fr-FR" sz="2000" dirty="0">
                  <a:solidFill>
                    <a:srgbClr val="EDEDE9"/>
                  </a:solidFill>
                  <a:effectLst/>
                  <a:latin typeface="Montserrat" pitchFamily="2" charset="0"/>
                  <a:ea typeface="Calibri" panose="020F0502020204030204" pitchFamily="34" charset="0"/>
                  <a:cs typeface="Arial" panose="020B0604020202020204" pitchFamily="34" charset="0"/>
                </a:rPr>
                <a:t>Hiérarchie Visuelle</a:t>
              </a:r>
              <a:endParaRPr lang="es-ES" sz="2000" dirty="0">
                <a:solidFill>
                  <a:srgbClr val="EDEDE9"/>
                </a:solidFill>
                <a:latin typeface="Montserrat" pitchFamily="2" charset="0"/>
              </a:endParaRPr>
            </a:p>
          </p:txBody>
        </p:sp>
      </p:grpSp>
      <p:sp>
        <p:nvSpPr>
          <p:cNvPr id="16" name="ZoneTexte 15">
            <a:extLst>
              <a:ext uri="{FF2B5EF4-FFF2-40B4-BE49-F238E27FC236}">
                <a16:creationId xmlns:a16="http://schemas.microsoft.com/office/drawing/2014/main" id="{195A1447-5D8F-C4F8-8458-3885A029A0F0}"/>
              </a:ext>
            </a:extLst>
          </p:cNvPr>
          <p:cNvSpPr txBox="1"/>
          <p:nvPr/>
        </p:nvSpPr>
        <p:spPr>
          <a:xfrm>
            <a:off x="1182491" y="3964782"/>
            <a:ext cx="9814560" cy="834331"/>
          </a:xfrm>
          <a:prstGeom prst="rect">
            <a:avLst/>
          </a:prstGeom>
          <a:noFill/>
        </p:spPr>
        <p:txBody>
          <a:bodyPr wrap="square" rtlCol="0">
            <a:spAutoFit/>
          </a:bodyPr>
          <a:lstStyle/>
          <a:p>
            <a:pPr lvl="0" algn="ctr">
              <a:lnSpc>
                <a:spcPct val="115000"/>
              </a:lnSpc>
            </a:pPr>
            <a:r>
              <a:rPr lang="fr-FR"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Carte Graphique de L’interface</a:t>
            </a:r>
            <a:endParaRPr lang="es-ES" sz="44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p:txBody>
      </p:sp>
      <p:sp>
        <p:nvSpPr>
          <p:cNvPr id="17" name="Rectangle : coins arrondis 16">
            <a:extLst>
              <a:ext uri="{FF2B5EF4-FFF2-40B4-BE49-F238E27FC236}">
                <a16:creationId xmlns:a16="http://schemas.microsoft.com/office/drawing/2014/main" id="{24C5AA2A-4BCC-C453-637F-D7CFB484A12E}"/>
              </a:ext>
            </a:extLst>
          </p:cNvPr>
          <p:cNvSpPr/>
          <p:nvPr/>
        </p:nvSpPr>
        <p:spPr>
          <a:xfrm>
            <a:off x="1554480" y="5046366"/>
            <a:ext cx="2667000" cy="1410673"/>
          </a:xfrm>
          <a:prstGeom prst="roundRect">
            <a:avLst/>
          </a:prstGeom>
          <a:solidFill>
            <a:srgbClr val="EDEDE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Rectangle : coins arrondis 17">
            <a:extLst>
              <a:ext uri="{FF2B5EF4-FFF2-40B4-BE49-F238E27FC236}">
                <a16:creationId xmlns:a16="http://schemas.microsoft.com/office/drawing/2014/main" id="{9FA2A084-6551-9C50-E9F9-5DEA0B33841A}"/>
              </a:ext>
            </a:extLst>
          </p:cNvPr>
          <p:cNvSpPr/>
          <p:nvPr/>
        </p:nvSpPr>
        <p:spPr>
          <a:xfrm>
            <a:off x="4987305" y="5046367"/>
            <a:ext cx="2621266" cy="1410672"/>
          </a:xfrm>
          <a:prstGeom prst="roundRect">
            <a:avLst/>
          </a:prstGeom>
          <a:blipFill dpi="0" rotWithShape="1">
            <a:blip r:embed="rId4"/>
            <a:srcRect/>
            <a:stretch>
              <a:fillRect b="-32000"/>
            </a:stretch>
          </a:blip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9" name="Rectangle : coins arrondis 18">
            <a:extLst>
              <a:ext uri="{FF2B5EF4-FFF2-40B4-BE49-F238E27FC236}">
                <a16:creationId xmlns:a16="http://schemas.microsoft.com/office/drawing/2014/main" id="{AE3F0049-9F3C-AE93-528D-24367C180C56}"/>
              </a:ext>
            </a:extLst>
          </p:cNvPr>
          <p:cNvSpPr/>
          <p:nvPr/>
        </p:nvSpPr>
        <p:spPr>
          <a:xfrm>
            <a:off x="8420128" y="5046367"/>
            <a:ext cx="2667000" cy="1397712"/>
          </a:xfrm>
          <a:prstGeom prst="roundRect">
            <a:avLst/>
          </a:prstGeom>
          <a:solidFill>
            <a:srgbClr val="EDEDE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ZoneTexte 22">
            <a:extLst>
              <a:ext uri="{FF2B5EF4-FFF2-40B4-BE49-F238E27FC236}">
                <a16:creationId xmlns:a16="http://schemas.microsoft.com/office/drawing/2014/main" id="{99BC7A88-F1B1-392E-5C6D-3C57CAB7EC3A}"/>
              </a:ext>
            </a:extLst>
          </p:cNvPr>
          <p:cNvSpPr txBox="1"/>
          <p:nvPr/>
        </p:nvSpPr>
        <p:spPr>
          <a:xfrm>
            <a:off x="8790914" y="5143004"/>
            <a:ext cx="1925427" cy="392159"/>
          </a:xfrm>
          <a:prstGeom prst="rect">
            <a:avLst/>
          </a:prstGeom>
          <a:noFill/>
        </p:spPr>
        <p:txBody>
          <a:bodyPr wrap="square" rtlCol="0">
            <a:spAutoFit/>
          </a:bodyPr>
          <a:lstStyle/>
          <a:p>
            <a:pPr lvl="0" algn="ctr">
              <a:lnSpc>
                <a:spcPct val="115000"/>
              </a:lnSpc>
            </a:pPr>
            <a:r>
              <a:rPr lang="fr-FR" sz="1800" b="1" dirty="0">
                <a:solidFill>
                  <a:srgbClr val="003559"/>
                </a:solidFill>
                <a:effectLst/>
                <a:latin typeface="Montserrat" pitchFamily="2" charset="0"/>
                <a:ea typeface="Calibri" panose="020F0502020204030204" pitchFamily="34" charset="0"/>
                <a:cs typeface="Arial" panose="020B0604020202020204" pitchFamily="34" charset="0"/>
              </a:rPr>
              <a:t>Les polices</a:t>
            </a:r>
            <a:endParaRPr lang="es-ES" sz="1800" b="1" dirty="0">
              <a:solidFill>
                <a:srgbClr val="003559"/>
              </a:solidFill>
              <a:effectLst/>
              <a:latin typeface="Montserrat" pitchFamily="2" charset="0"/>
              <a:ea typeface="Calibri" panose="020F0502020204030204" pitchFamily="34" charset="0"/>
              <a:cs typeface="Arial" panose="020B0604020202020204" pitchFamily="34" charset="0"/>
            </a:endParaRPr>
          </a:p>
        </p:txBody>
      </p:sp>
      <p:sp>
        <p:nvSpPr>
          <p:cNvPr id="5" name="ZoneTexte 4">
            <a:extLst>
              <a:ext uri="{FF2B5EF4-FFF2-40B4-BE49-F238E27FC236}">
                <a16:creationId xmlns:a16="http://schemas.microsoft.com/office/drawing/2014/main" id="{F5C09D8B-3788-CD22-F79A-D1AB79926F35}"/>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14</a:t>
            </a:r>
            <a:endParaRPr lang="es-ES" b="1" dirty="0">
              <a:solidFill>
                <a:srgbClr val="003559"/>
              </a:solidFill>
              <a:latin typeface="Poppins" panose="00000500000000000000" pitchFamily="2" charset="0"/>
              <a:cs typeface="Poppins" panose="00000500000000000000" pitchFamily="2" charset="0"/>
            </a:endParaRPr>
          </a:p>
        </p:txBody>
      </p:sp>
      <p:grpSp>
        <p:nvGrpSpPr>
          <p:cNvPr id="20" name="Groupe 19">
            <a:extLst>
              <a:ext uri="{FF2B5EF4-FFF2-40B4-BE49-F238E27FC236}">
                <a16:creationId xmlns:a16="http://schemas.microsoft.com/office/drawing/2014/main" id="{7E0024CF-D12D-5502-30CD-468C76A47554}"/>
              </a:ext>
            </a:extLst>
          </p:cNvPr>
          <p:cNvGrpSpPr/>
          <p:nvPr/>
        </p:nvGrpSpPr>
        <p:grpSpPr>
          <a:xfrm>
            <a:off x="1586432" y="1151539"/>
            <a:ext cx="3311934" cy="2054117"/>
            <a:chOff x="4433804" y="1890115"/>
            <a:chExt cx="3311934" cy="2054117"/>
          </a:xfrm>
        </p:grpSpPr>
        <p:grpSp>
          <p:nvGrpSpPr>
            <p:cNvPr id="24" name="Groupe 23">
              <a:extLst>
                <a:ext uri="{FF2B5EF4-FFF2-40B4-BE49-F238E27FC236}">
                  <a16:creationId xmlns:a16="http://schemas.microsoft.com/office/drawing/2014/main" id="{3B23301D-8348-FB52-969E-EC900FE1F582}"/>
                </a:ext>
              </a:extLst>
            </p:cNvPr>
            <p:cNvGrpSpPr/>
            <p:nvPr/>
          </p:nvGrpSpPr>
          <p:grpSpPr>
            <a:xfrm>
              <a:off x="4433804" y="2608238"/>
              <a:ext cx="3311934" cy="1335994"/>
              <a:chOff x="6614247" y="1655278"/>
              <a:chExt cx="3311934" cy="1335994"/>
            </a:xfrm>
          </p:grpSpPr>
          <p:sp>
            <p:nvSpPr>
              <p:cNvPr id="26" name="Rectangle : coins arrondis 25">
                <a:extLst>
                  <a:ext uri="{FF2B5EF4-FFF2-40B4-BE49-F238E27FC236}">
                    <a16:creationId xmlns:a16="http://schemas.microsoft.com/office/drawing/2014/main" id="{79226C3C-3F2D-C7C3-F725-893E2A886CB4}"/>
                  </a:ext>
                </a:extLst>
              </p:cNvPr>
              <p:cNvSpPr/>
              <p:nvPr/>
            </p:nvSpPr>
            <p:spPr>
              <a:xfrm>
                <a:off x="6744823" y="1655278"/>
                <a:ext cx="3063240" cy="1335994"/>
              </a:xfrm>
              <a:prstGeom prst="roundRect">
                <a:avLst/>
              </a:prstGeom>
              <a:solidFill>
                <a:srgbClr val="81C4D7"/>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ZoneTexte 26">
                <a:extLst>
                  <a:ext uri="{FF2B5EF4-FFF2-40B4-BE49-F238E27FC236}">
                    <a16:creationId xmlns:a16="http://schemas.microsoft.com/office/drawing/2014/main" id="{962162F1-C7CF-614F-A662-81FCC7BCB9CB}"/>
                  </a:ext>
                </a:extLst>
              </p:cNvPr>
              <p:cNvSpPr txBox="1"/>
              <p:nvPr/>
            </p:nvSpPr>
            <p:spPr>
              <a:xfrm>
                <a:off x="6614247" y="2122610"/>
                <a:ext cx="3311934" cy="706860"/>
              </a:xfrm>
              <a:prstGeom prst="rect">
                <a:avLst/>
              </a:prstGeom>
              <a:noFill/>
            </p:spPr>
            <p:txBody>
              <a:bodyPr wrap="square" rtlCol="0">
                <a:spAutoFit/>
              </a:bodyPr>
              <a:lstStyle/>
              <a:p>
                <a:pPr lvl="0" algn="ctr">
                  <a:lnSpc>
                    <a:spcPct val="115000"/>
                  </a:lnSpc>
                </a:pPr>
                <a:r>
                  <a:rPr lang="fr-FR" sz="1800" dirty="0">
                    <a:solidFill>
                      <a:srgbClr val="003559"/>
                    </a:solidFill>
                    <a:effectLst/>
                    <a:latin typeface="Montserrat" pitchFamily="2" charset="0"/>
                    <a:ea typeface="Calibri" panose="020F0502020204030204" pitchFamily="34" charset="0"/>
                    <a:cs typeface="Arial" panose="020B0604020202020204" pitchFamily="34" charset="0"/>
                  </a:rPr>
                  <a:t>On a utilisé </a:t>
                </a:r>
                <a:r>
                  <a:rPr lang="fr-FR" sz="1800" dirty="0" err="1">
                    <a:solidFill>
                      <a:srgbClr val="003559"/>
                    </a:solidFill>
                    <a:effectLst/>
                    <a:latin typeface="Montserrat" pitchFamily="2" charset="0"/>
                    <a:ea typeface="Calibri" panose="020F0502020204030204" pitchFamily="34" charset="0"/>
                    <a:cs typeface="Arial" panose="020B0604020202020204" pitchFamily="34" charset="0"/>
                  </a:rPr>
                  <a:t>Figma</a:t>
                </a:r>
                <a:r>
                  <a:rPr lang="fr-FR" sz="1800" dirty="0">
                    <a:solidFill>
                      <a:srgbClr val="003559"/>
                    </a:solidFill>
                    <a:effectLst/>
                    <a:latin typeface="Montserrat" pitchFamily="2" charset="0"/>
                    <a:ea typeface="Calibri" panose="020F0502020204030204" pitchFamily="34" charset="0"/>
                    <a:cs typeface="Arial" panose="020B0604020202020204" pitchFamily="34" charset="0"/>
                  </a:rPr>
                  <a:t> pour créer la maquette</a:t>
                </a:r>
                <a:endParaRPr lang="es-ES" sz="1800" dirty="0">
                  <a:solidFill>
                    <a:srgbClr val="003559"/>
                  </a:solidFill>
                  <a:effectLst/>
                  <a:latin typeface="Montserrat" pitchFamily="2" charset="0"/>
                  <a:ea typeface="Calibri" panose="020F0502020204030204" pitchFamily="34" charset="0"/>
                  <a:cs typeface="Arial" panose="020B0604020202020204" pitchFamily="34" charset="0"/>
                </a:endParaRPr>
              </a:p>
            </p:txBody>
          </p:sp>
        </p:grpSp>
        <p:pic>
          <p:nvPicPr>
            <p:cNvPr id="25" name="Picture 2">
              <a:extLst>
                <a:ext uri="{FF2B5EF4-FFF2-40B4-BE49-F238E27FC236}">
                  <a16:creationId xmlns:a16="http://schemas.microsoft.com/office/drawing/2014/main" id="{7758183C-E3FE-DAA0-F018-6796C09C8E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6711" y="1890115"/>
              <a:ext cx="1386120" cy="1386120"/>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2">
            <a:extLst>
              <a:ext uri="{FF2B5EF4-FFF2-40B4-BE49-F238E27FC236}">
                <a16:creationId xmlns:a16="http://schemas.microsoft.com/office/drawing/2014/main" id="{0A60440A-099D-E39C-92D3-477D0107B6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2236054" y="5117468"/>
            <a:ext cx="1016432" cy="1257008"/>
          </a:xfrm>
          <a:prstGeom prst="rect">
            <a:avLst/>
          </a:prstGeom>
          <a:noFill/>
          <a:extLst>
            <a:ext uri="{909E8E84-426E-40DD-AFC4-6F175D3DCCD1}">
              <a14:hiddenFill xmlns:a14="http://schemas.microsoft.com/office/drawing/2010/main">
                <a:solidFill>
                  <a:srgbClr val="FFFFFF"/>
                </a:solidFill>
              </a14:hiddenFill>
            </a:ext>
          </a:extLst>
        </p:spPr>
      </p:pic>
      <p:sp>
        <p:nvSpPr>
          <p:cNvPr id="31" name="ZoneTexte 30">
            <a:extLst>
              <a:ext uri="{FF2B5EF4-FFF2-40B4-BE49-F238E27FC236}">
                <a16:creationId xmlns:a16="http://schemas.microsoft.com/office/drawing/2014/main" id="{273B8E46-DE93-4E86-444D-3CD630CFD5D2}"/>
              </a:ext>
            </a:extLst>
          </p:cNvPr>
          <p:cNvSpPr txBox="1"/>
          <p:nvPr/>
        </p:nvSpPr>
        <p:spPr>
          <a:xfrm>
            <a:off x="8823570" y="5524002"/>
            <a:ext cx="1925427" cy="706860"/>
          </a:xfrm>
          <a:prstGeom prst="rect">
            <a:avLst/>
          </a:prstGeom>
          <a:noFill/>
        </p:spPr>
        <p:txBody>
          <a:bodyPr wrap="square" rtlCol="0">
            <a:spAutoFit/>
          </a:bodyPr>
          <a:lstStyle/>
          <a:p>
            <a:pPr marL="285750" lvl="0" indent="-285750" algn="ctr">
              <a:lnSpc>
                <a:spcPct val="115000"/>
              </a:lnSpc>
              <a:buFontTx/>
              <a:buChar char="-"/>
            </a:pPr>
            <a:r>
              <a:rPr lang="fr-FR" sz="1800" dirty="0">
                <a:solidFill>
                  <a:srgbClr val="003559"/>
                </a:solidFill>
                <a:effectLst/>
                <a:latin typeface="Montserrat" pitchFamily="2" charset="0"/>
                <a:ea typeface="Calibri" panose="020F0502020204030204" pitchFamily="34" charset="0"/>
                <a:cs typeface="Arial" panose="020B0604020202020204" pitchFamily="34" charset="0"/>
              </a:rPr>
              <a:t>Poppins</a:t>
            </a:r>
          </a:p>
          <a:p>
            <a:pPr lvl="0" algn="ctr">
              <a:lnSpc>
                <a:spcPct val="115000"/>
              </a:lnSpc>
            </a:pPr>
            <a:r>
              <a:rPr lang="fr-FR" dirty="0">
                <a:solidFill>
                  <a:srgbClr val="003559"/>
                </a:solidFill>
                <a:latin typeface="Montserrat" pitchFamily="2" charset="0"/>
                <a:ea typeface="Calibri" panose="020F0502020204030204" pitchFamily="34" charset="0"/>
                <a:cs typeface="Arial" panose="020B0604020202020204" pitchFamily="34" charset="0"/>
              </a:rPr>
              <a:t>- Montserrat</a:t>
            </a:r>
            <a:endParaRPr lang="es-ES" sz="1800" dirty="0">
              <a:solidFill>
                <a:srgbClr val="003559"/>
              </a:solidFill>
              <a:effectLst/>
              <a:latin typeface="Montserrat" pitchFamily="2"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730163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E95EECCD-8B09-6A6F-4D74-E39B739C7644}"/>
            </a:ext>
          </a:extLst>
        </p:cNvPr>
        <p:cNvGrpSpPr/>
        <p:nvPr/>
      </p:nvGrpSpPr>
      <p:grpSpPr>
        <a:xfrm>
          <a:off x="0" y="0"/>
          <a:ext cx="0" cy="0"/>
          <a:chOff x="0" y="0"/>
          <a:chExt cx="0" cy="0"/>
        </a:xfrm>
      </p:grpSpPr>
      <p:grpSp>
        <p:nvGrpSpPr>
          <p:cNvPr id="9511" name="Groupe 9510">
            <a:extLst>
              <a:ext uri="{FF2B5EF4-FFF2-40B4-BE49-F238E27FC236}">
                <a16:creationId xmlns:a16="http://schemas.microsoft.com/office/drawing/2014/main" id="{3E34C71E-87C9-7AC7-1B7A-402F1A309B5A}"/>
              </a:ext>
            </a:extLst>
          </p:cNvPr>
          <p:cNvGrpSpPr/>
          <p:nvPr/>
        </p:nvGrpSpPr>
        <p:grpSpPr>
          <a:xfrm>
            <a:off x="1182471" y="1208314"/>
            <a:ext cx="9827059" cy="5085459"/>
            <a:chOff x="1341684" y="1270000"/>
            <a:chExt cx="9865431" cy="5023773"/>
          </a:xfrm>
        </p:grpSpPr>
        <p:grpSp>
          <p:nvGrpSpPr>
            <p:cNvPr id="9400" name="Groupe 9399">
              <a:extLst>
                <a:ext uri="{FF2B5EF4-FFF2-40B4-BE49-F238E27FC236}">
                  <a16:creationId xmlns:a16="http://schemas.microsoft.com/office/drawing/2014/main" id="{6A1B9932-B4A6-73A5-7994-3E8083C0B258}"/>
                </a:ext>
              </a:extLst>
            </p:cNvPr>
            <p:cNvGrpSpPr/>
            <p:nvPr/>
          </p:nvGrpSpPr>
          <p:grpSpPr>
            <a:xfrm>
              <a:off x="1404401" y="1270000"/>
              <a:ext cx="1529139" cy="1148958"/>
              <a:chOff x="2101631" y="1270000"/>
              <a:chExt cx="1529139" cy="1148958"/>
            </a:xfrm>
          </p:grpSpPr>
          <p:grpSp>
            <p:nvGrpSpPr>
              <p:cNvPr id="9297" name="Groupe 9296">
                <a:extLst>
                  <a:ext uri="{FF2B5EF4-FFF2-40B4-BE49-F238E27FC236}">
                    <a16:creationId xmlns:a16="http://schemas.microsoft.com/office/drawing/2014/main" id="{0E5D00AD-D977-9AD1-6750-9683A503F373}"/>
                  </a:ext>
                </a:extLst>
              </p:cNvPr>
              <p:cNvGrpSpPr/>
              <p:nvPr/>
            </p:nvGrpSpPr>
            <p:grpSpPr>
              <a:xfrm>
                <a:off x="2101631" y="1296933"/>
                <a:ext cx="1529139" cy="1113757"/>
                <a:chOff x="527355" y="1064870"/>
                <a:chExt cx="1757938" cy="1632597"/>
              </a:xfrm>
            </p:grpSpPr>
            <p:sp>
              <p:nvSpPr>
                <p:cNvPr id="9389" name="Rectangle 9388">
                  <a:extLst>
                    <a:ext uri="{FF2B5EF4-FFF2-40B4-BE49-F238E27FC236}">
                      <a16:creationId xmlns:a16="http://schemas.microsoft.com/office/drawing/2014/main" id="{98EF0B92-39DE-C5A9-2B6E-EC2616C072DF}"/>
                    </a:ext>
                  </a:extLst>
                </p:cNvPr>
                <p:cNvSpPr/>
                <p:nvPr/>
              </p:nvSpPr>
              <p:spPr>
                <a:xfrm>
                  <a:off x="53243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90" name="Connecteur droit 9389">
                  <a:extLst>
                    <a:ext uri="{FF2B5EF4-FFF2-40B4-BE49-F238E27FC236}">
                      <a16:creationId xmlns:a16="http://schemas.microsoft.com/office/drawing/2014/main" id="{A1F5FED5-B732-8439-0F01-ED1C69EBEA42}"/>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91" name="Connecteur droit 9390">
                  <a:extLst>
                    <a:ext uri="{FF2B5EF4-FFF2-40B4-BE49-F238E27FC236}">
                      <a16:creationId xmlns:a16="http://schemas.microsoft.com/office/drawing/2014/main" id="{B5E40787-DFEB-78D8-40BC-05E6EF470F75}"/>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392" name="Connecteur droit 9391">
                  <a:extLst>
                    <a:ext uri="{FF2B5EF4-FFF2-40B4-BE49-F238E27FC236}">
                      <a16:creationId xmlns:a16="http://schemas.microsoft.com/office/drawing/2014/main" id="{97F7517A-6849-0E0B-676B-8241B4933D13}"/>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93" name="Connecteur droit 9392">
                  <a:extLst>
                    <a:ext uri="{FF2B5EF4-FFF2-40B4-BE49-F238E27FC236}">
                      <a16:creationId xmlns:a16="http://schemas.microsoft.com/office/drawing/2014/main" id="{6EB2B672-A35A-D88C-B278-2A33DC9BE8A7}"/>
                    </a:ext>
                  </a:extLst>
                </p:cNvPr>
                <p:cNvCxnSpPr/>
                <p:nvPr/>
              </p:nvCxnSpPr>
              <p:spPr>
                <a:xfrm>
                  <a:off x="537515" y="17322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94" name="Connecteur droit 9393">
                  <a:extLst>
                    <a:ext uri="{FF2B5EF4-FFF2-40B4-BE49-F238E27FC236}">
                      <a16:creationId xmlns:a16="http://schemas.microsoft.com/office/drawing/2014/main" id="{A8737A74-404C-4D30-C09B-A3F2EF7736EE}"/>
                    </a:ext>
                  </a:extLst>
                </p:cNvPr>
                <p:cNvCxnSpPr/>
                <p:nvPr/>
              </p:nvCxnSpPr>
              <p:spPr>
                <a:xfrm>
                  <a:off x="537515" y="197104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95" name="Connecteur droit 9394">
                  <a:extLst>
                    <a:ext uri="{FF2B5EF4-FFF2-40B4-BE49-F238E27FC236}">
                      <a16:creationId xmlns:a16="http://schemas.microsoft.com/office/drawing/2014/main" id="{CB2B4148-22BB-8317-DA8F-3B06FF3BDB74}"/>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96" name="Connecteur droit 9395">
                  <a:extLst>
                    <a:ext uri="{FF2B5EF4-FFF2-40B4-BE49-F238E27FC236}">
                      <a16:creationId xmlns:a16="http://schemas.microsoft.com/office/drawing/2014/main" id="{7BFF7AD9-B362-E1ED-8184-75A3654602CE}"/>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9222" name="ZoneTexte 9221">
                <a:extLst>
                  <a:ext uri="{FF2B5EF4-FFF2-40B4-BE49-F238E27FC236}">
                    <a16:creationId xmlns:a16="http://schemas.microsoft.com/office/drawing/2014/main" id="{7D482E11-CC24-0E97-1871-28AAAA5D8FE5}"/>
                  </a:ext>
                </a:extLst>
              </p:cNvPr>
              <p:cNvSpPr txBox="1"/>
              <p:nvPr/>
            </p:nvSpPr>
            <p:spPr>
              <a:xfrm>
                <a:off x="2604725" y="1270000"/>
                <a:ext cx="639711"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Stock</a:t>
                </a:r>
                <a:endParaRPr lang="es-ES" sz="800" b="1" dirty="0">
                  <a:solidFill>
                    <a:srgbClr val="3F5B78"/>
                  </a:solidFill>
                  <a:latin typeface="Poppins" panose="00000500000000000000" pitchFamily="2" charset="0"/>
                  <a:cs typeface="Poppins" panose="00000500000000000000" pitchFamily="2" charset="0"/>
                </a:endParaRPr>
              </a:p>
            </p:txBody>
          </p:sp>
          <p:sp>
            <p:nvSpPr>
              <p:cNvPr id="9234" name="ZoneTexte 9233">
                <a:extLst>
                  <a:ext uri="{FF2B5EF4-FFF2-40B4-BE49-F238E27FC236}">
                    <a16:creationId xmlns:a16="http://schemas.microsoft.com/office/drawing/2014/main" id="{17335AE2-8FC5-151F-A374-F873982F61BF}"/>
                  </a:ext>
                </a:extLst>
              </p:cNvPr>
              <p:cNvSpPr txBox="1"/>
              <p:nvPr/>
            </p:nvSpPr>
            <p:spPr>
              <a:xfrm>
                <a:off x="2124941" y="1427588"/>
                <a:ext cx="400807" cy="201589"/>
              </a:xfrm>
              <a:prstGeom prst="rect">
                <a:avLst/>
              </a:prstGeom>
              <a:noFill/>
            </p:spPr>
            <p:txBody>
              <a:bodyPr wrap="square" rtlCol="0">
                <a:spAutoFit/>
              </a:bodyPr>
              <a:lstStyle/>
              <a:p>
                <a:r>
                  <a:rPr lang="fr-FR" sz="700" dirty="0"/>
                  <a:t>PK</a:t>
                </a:r>
                <a:endParaRPr lang="es-ES" sz="700" dirty="0"/>
              </a:p>
            </p:txBody>
          </p:sp>
          <p:sp>
            <p:nvSpPr>
              <p:cNvPr id="9245" name="ZoneTexte 9244">
                <a:extLst>
                  <a:ext uri="{FF2B5EF4-FFF2-40B4-BE49-F238E27FC236}">
                    <a16:creationId xmlns:a16="http://schemas.microsoft.com/office/drawing/2014/main" id="{58AE73AC-8DC3-EC77-C2C0-A5B6C67157D2}"/>
                  </a:ext>
                </a:extLst>
              </p:cNvPr>
              <p:cNvSpPr txBox="1"/>
              <p:nvPr/>
            </p:nvSpPr>
            <p:spPr>
              <a:xfrm>
                <a:off x="2124943" y="2217369"/>
                <a:ext cx="400807" cy="201589"/>
              </a:xfrm>
              <a:prstGeom prst="rect">
                <a:avLst/>
              </a:prstGeom>
              <a:noFill/>
            </p:spPr>
            <p:txBody>
              <a:bodyPr wrap="square" rtlCol="0">
                <a:spAutoFit/>
              </a:bodyPr>
              <a:lstStyle/>
              <a:p>
                <a:r>
                  <a:rPr lang="fr-FR" sz="700" dirty="0"/>
                  <a:t>FK</a:t>
                </a:r>
                <a:endParaRPr lang="es-ES" sz="700" dirty="0"/>
              </a:p>
            </p:txBody>
          </p:sp>
          <p:sp>
            <p:nvSpPr>
              <p:cNvPr id="9250" name="ZoneTexte 9249">
                <a:extLst>
                  <a:ext uri="{FF2B5EF4-FFF2-40B4-BE49-F238E27FC236}">
                    <a16:creationId xmlns:a16="http://schemas.microsoft.com/office/drawing/2014/main" id="{925B6B7C-3578-5F86-3203-98F9BE7863C9}"/>
                  </a:ext>
                </a:extLst>
              </p:cNvPr>
              <p:cNvSpPr txBox="1"/>
              <p:nvPr/>
            </p:nvSpPr>
            <p:spPr>
              <a:xfrm>
                <a:off x="2564578" y="143654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Id_equipement</a:t>
                </a:r>
                <a:endParaRPr lang="es-ES" sz="600" dirty="0">
                  <a:latin typeface="Poppins" panose="00000500000000000000" pitchFamily="2" charset="0"/>
                  <a:cs typeface="Poppins" panose="00000500000000000000" pitchFamily="2" charset="0"/>
                </a:endParaRPr>
              </a:p>
            </p:txBody>
          </p:sp>
          <p:sp>
            <p:nvSpPr>
              <p:cNvPr id="9251" name="ZoneTexte 9250">
                <a:extLst>
                  <a:ext uri="{FF2B5EF4-FFF2-40B4-BE49-F238E27FC236}">
                    <a16:creationId xmlns:a16="http://schemas.microsoft.com/office/drawing/2014/main" id="{F1CC2E9E-BECF-7940-3E91-B778CC1C2B09}"/>
                  </a:ext>
                </a:extLst>
              </p:cNvPr>
              <p:cNvSpPr txBox="1"/>
              <p:nvPr/>
            </p:nvSpPr>
            <p:spPr>
              <a:xfrm>
                <a:off x="2577082" y="158499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Nom_equipement</a:t>
                </a:r>
                <a:endParaRPr lang="es-ES" sz="600" dirty="0">
                  <a:latin typeface="Poppins" panose="00000500000000000000" pitchFamily="2" charset="0"/>
                  <a:cs typeface="Poppins" panose="00000500000000000000" pitchFamily="2" charset="0"/>
                </a:endParaRPr>
              </a:p>
            </p:txBody>
          </p:sp>
          <p:sp>
            <p:nvSpPr>
              <p:cNvPr id="9252" name="ZoneTexte 9251">
                <a:extLst>
                  <a:ext uri="{FF2B5EF4-FFF2-40B4-BE49-F238E27FC236}">
                    <a16:creationId xmlns:a16="http://schemas.microsoft.com/office/drawing/2014/main" id="{37D4D5CF-F804-F284-9B70-31F340F11B5A}"/>
                  </a:ext>
                </a:extLst>
              </p:cNvPr>
              <p:cNvSpPr txBox="1"/>
              <p:nvPr/>
            </p:nvSpPr>
            <p:spPr>
              <a:xfrm>
                <a:off x="2579057" y="1738564"/>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Equipement_neuf</a:t>
                </a:r>
                <a:endParaRPr lang="es-ES" sz="600" dirty="0">
                  <a:latin typeface="Poppins" panose="00000500000000000000" pitchFamily="2" charset="0"/>
                  <a:cs typeface="Poppins" panose="00000500000000000000" pitchFamily="2" charset="0"/>
                </a:endParaRPr>
              </a:p>
            </p:txBody>
          </p:sp>
          <p:sp>
            <p:nvSpPr>
              <p:cNvPr id="9253" name="ZoneTexte 9252">
                <a:extLst>
                  <a:ext uri="{FF2B5EF4-FFF2-40B4-BE49-F238E27FC236}">
                    <a16:creationId xmlns:a16="http://schemas.microsoft.com/office/drawing/2014/main" id="{2EA4607D-0393-EF1F-A656-997E560C8ACA}"/>
                  </a:ext>
                </a:extLst>
              </p:cNvPr>
              <p:cNvSpPr txBox="1"/>
              <p:nvPr/>
            </p:nvSpPr>
            <p:spPr>
              <a:xfrm>
                <a:off x="2581031" y="1892132"/>
                <a:ext cx="931926" cy="279123"/>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Equipement_utilisé</a:t>
                </a:r>
                <a:endParaRPr lang="es-ES" sz="600" dirty="0">
                  <a:latin typeface="Poppins" panose="00000500000000000000" pitchFamily="2" charset="0"/>
                  <a:cs typeface="Poppins" panose="00000500000000000000" pitchFamily="2" charset="0"/>
                </a:endParaRPr>
              </a:p>
            </p:txBody>
          </p:sp>
          <p:sp>
            <p:nvSpPr>
              <p:cNvPr id="9254" name="ZoneTexte 9253">
                <a:extLst>
                  <a:ext uri="{FF2B5EF4-FFF2-40B4-BE49-F238E27FC236}">
                    <a16:creationId xmlns:a16="http://schemas.microsoft.com/office/drawing/2014/main" id="{3837C7CF-FC76-BC82-E2B0-4D5DBB81BA06}"/>
                  </a:ext>
                </a:extLst>
              </p:cNvPr>
              <p:cNvSpPr txBox="1"/>
              <p:nvPr/>
            </p:nvSpPr>
            <p:spPr>
              <a:xfrm>
                <a:off x="2583006" y="204570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Caractéristique</a:t>
                </a:r>
                <a:endParaRPr lang="es-ES" sz="600" dirty="0">
                  <a:latin typeface="Poppins" panose="00000500000000000000" pitchFamily="2" charset="0"/>
                  <a:cs typeface="Poppins" panose="00000500000000000000" pitchFamily="2" charset="0"/>
                </a:endParaRPr>
              </a:p>
            </p:txBody>
          </p:sp>
          <p:sp>
            <p:nvSpPr>
              <p:cNvPr id="9255" name="ZoneTexte 9254">
                <a:extLst>
                  <a:ext uri="{FF2B5EF4-FFF2-40B4-BE49-F238E27FC236}">
                    <a16:creationId xmlns:a16="http://schemas.microsoft.com/office/drawing/2014/main" id="{00634AD9-0E88-5AC9-E909-9B464AA10A42}"/>
                  </a:ext>
                </a:extLst>
              </p:cNvPr>
              <p:cNvSpPr txBox="1"/>
              <p:nvPr/>
            </p:nvSpPr>
            <p:spPr>
              <a:xfrm>
                <a:off x="2584980" y="2218465"/>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grpSp>
        <p:grpSp>
          <p:nvGrpSpPr>
            <p:cNvPr id="9398" name="Groupe 9397">
              <a:extLst>
                <a:ext uri="{FF2B5EF4-FFF2-40B4-BE49-F238E27FC236}">
                  <a16:creationId xmlns:a16="http://schemas.microsoft.com/office/drawing/2014/main" id="{9CB6AFA8-14FD-CD48-7CF5-316F6B758DBE}"/>
                </a:ext>
              </a:extLst>
            </p:cNvPr>
            <p:cNvGrpSpPr/>
            <p:nvPr/>
          </p:nvGrpSpPr>
          <p:grpSpPr>
            <a:xfrm>
              <a:off x="5509243" y="1373659"/>
              <a:ext cx="1524720" cy="612414"/>
              <a:chOff x="5083285" y="1373659"/>
              <a:chExt cx="1524720" cy="612414"/>
            </a:xfrm>
          </p:grpSpPr>
          <p:grpSp>
            <p:nvGrpSpPr>
              <p:cNvPr id="9299" name="Groupe 9298">
                <a:extLst>
                  <a:ext uri="{FF2B5EF4-FFF2-40B4-BE49-F238E27FC236}">
                    <a16:creationId xmlns:a16="http://schemas.microsoft.com/office/drawing/2014/main" id="{CD4E5C62-79BD-824E-7580-627433030E90}"/>
                  </a:ext>
                </a:extLst>
              </p:cNvPr>
              <p:cNvGrpSpPr/>
              <p:nvPr/>
            </p:nvGrpSpPr>
            <p:grpSpPr>
              <a:xfrm>
                <a:off x="5083285" y="1402676"/>
                <a:ext cx="1524720" cy="582087"/>
                <a:chOff x="4455885" y="1195809"/>
                <a:chExt cx="1752858" cy="917472"/>
              </a:xfrm>
            </p:grpSpPr>
            <p:sp>
              <p:nvSpPr>
                <p:cNvPr id="9375" name="Rectangle 9374">
                  <a:extLst>
                    <a:ext uri="{FF2B5EF4-FFF2-40B4-BE49-F238E27FC236}">
                      <a16:creationId xmlns:a16="http://schemas.microsoft.com/office/drawing/2014/main" id="{CBB4C234-437F-AE6C-720F-38A1D015BCDE}"/>
                    </a:ext>
                  </a:extLst>
                </p:cNvPr>
                <p:cNvSpPr/>
                <p:nvPr/>
              </p:nvSpPr>
              <p:spPr>
                <a:xfrm>
                  <a:off x="4460965" y="1195809"/>
                  <a:ext cx="1747777" cy="91747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76" name="Connecteur droit 9375">
                  <a:extLst>
                    <a:ext uri="{FF2B5EF4-FFF2-40B4-BE49-F238E27FC236}">
                      <a16:creationId xmlns:a16="http://schemas.microsoft.com/office/drawing/2014/main" id="{077A7972-5583-2357-39A5-85325AA4637F}"/>
                    </a:ext>
                  </a:extLst>
                </p:cNvPr>
                <p:cNvCxnSpPr/>
                <p:nvPr/>
              </p:nvCxnSpPr>
              <p:spPr>
                <a:xfrm>
                  <a:off x="4460965" y="1416178"/>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77" name="Connecteur droit 9376">
                  <a:extLst>
                    <a:ext uri="{FF2B5EF4-FFF2-40B4-BE49-F238E27FC236}">
                      <a16:creationId xmlns:a16="http://schemas.microsoft.com/office/drawing/2014/main" id="{8A7BC7A4-CBDB-C9CE-43EE-D7AB25DCBA2E}"/>
                    </a:ext>
                  </a:extLst>
                </p:cNvPr>
                <p:cNvCxnSpPr>
                  <a:cxnSpLocks/>
                </p:cNvCxnSpPr>
                <p:nvPr/>
              </p:nvCxnSpPr>
              <p:spPr>
                <a:xfrm>
                  <a:off x="4842094" y="1421129"/>
                  <a:ext cx="0" cy="692152"/>
                </a:xfrm>
                <a:prstGeom prst="line">
                  <a:avLst/>
                </a:prstGeom>
                <a:ln w="9525"/>
              </p:spPr>
              <p:style>
                <a:lnRef idx="1">
                  <a:schemeClr val="dk1"/>
                </a:lnRef>
                <a:fillRef idx="0">
                  <a:schemeClr val="dk1"/>
                </a:fillRef>
                <a:effectRef idx="0">
                  <a:schemeClr val="dk1"/>
                </a:effectRef>
                <a:fontRef idx="minor">
                  <a:schemeClr val="tx1"/>
                </a:fontRef>
              </p:style>
            </p:cxnSp>
            <p:cxnSp>
              <p:nvCxnSpPr>
                <p:cNvPr id="9378" name="Connecteur droit 9377">
                  <a:extLst>
                    <a:ext uri="{FF2B5EF4-FFF2-40B4-BE49-F238E27FC236}">
                      <a16:creationId xmlns:a16="http://schemas.microsoft.com/office/drawing/2014/main" id="{61E78E47-4E71-A0E5-5BEA-7360D7AE3C1F}"/>
                    </a:ext>
                  </a:extLst>
                </p:cNvPr>
                <p:cNvCxnSpPr/>
                <p:nvPr/>
              </p:nvCxnSpPr>
              <p:spPr>
                <a:xfrm>
                  <a:off x="4455885" y="1634618"/>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79" name="Connecteur droit 9378">
                  <a:extLst>
                    <a:ext uri="{FF2B5EF4-FFF2-40B4-BE49-F238E27FC236}">
                      <a16:creationId xmlns:a16="http://schemas.microsoft.com/office/drawing/2014/main" id="{53E73C7D-9072-963E-4B6E-0EFD5AA3691B}"/>
                    </a:ext>
                  </a:extLst>
                </p:cNvPr>
                <p:cNvCxnSpPr/>
                <p:nvPr/>
              </p:nvCxnSpPr>
              <p:spPr>
                <a:xfrm>
                  <a:off x="4455885" y="1868298"/>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9223" name="ZoneTexte 9222">
                <a:extLst>
                  <a:ext uri="{FF2B5EF4-FFF2-40B4-BE49-F238E27FC236}">
                    <a16:creationId xmlns:a16="http://schemas.microsoft.com/office/drawing/2014/main" id="{F590BAB1-8794-21BD-EBF8-A124942DF139}"/>
                  </a:ext>
                </a:extLst>
              </p:cNvPr>
              <p:cNvSpPr txBox="1"/>
              <p:nvPr/>
            </p:nvSpPr>
            <p:spPr>
              <a:xfrm>
                <a:off x="5515016" y="1373659"/>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Utilisateur</a:t>
                </a:r>
                <a:endParaRPr lang="es-ES" sz="800" b="1" dirty="0">
                  <a:solidFill>
                    <a:srgbClr val="3F5B78"/>
                  </a:solidFill>
                  <a:latin typeface="Poppins" panose="00000500000000000000" pitchFamily="2" charset="0"/>
                  <a:cs typeface="Poppins" panose="00000500000000000000" pitchFamily="2" charset="0"/>
                </a:endParaRPr>
              </a:p>
            </p:txBody>
          </p:sp>
          <p:sp>
            <p:nvSpPr>
              <p:cNvPr id="9235" name="ZoneTexte 9234">
                <a:extLst>
                  <a:ext uri="{FF2B5EF4-FFF2-40B4-BE49-F238E27FC236}">
                    <a16:creationId xmlns:a16="http://schemas.microsoft.com/office/drawing/2014/main" id="{3637ABC1-F963-6B3A-E59D-22B46590BF2E}"/>
                  </a:ext>
                </a:extLst>
              </p:cNvPr>
              <p:cNvSpPr txBox="1"/>
              <p:nvPr/>
            </p:nvSpPr>
            <p:spPr>
              <a:xfrm>
                <a:off x="5110259" y="1519729"/>
                <a:ext cx="400807" cy="201589"/>
              </a:xfrm>
              <a:prstGeom prst="rect">
                <a:avLst/>
              </a:prstGeom>
              <a:noFill/>
            </p:spPr>
            <p:txBody>
              <a:bodyPr wrap="square" rtlCol="0">
                <a:spAutoFit/>
              </a:bodyPr>
              <a:lstStyle/>
              <a:p>
                <a:r>
                  <a:rPr lang="fr-FR" sz="700" dirty="0"/>
                  <a:t>PK</a:t>
                </a:r>
                <a:endParaRPr lang="es-ES" sz="700" dirty="0"/>
              </a:p>
            </p:txBody>
          </p:sp>
          <p:sp>
            <p:nvSpPr>
              <p:cNvPr id="9256" name="ZoneTexte 9255">
                <a:extLst>
                  <a:ext uri="{FF2B5EF4-FFF2-40B4-BE49-F238E27FC236}">
                    <a16:creationId xmlns:a16="http://schemas.microsoft.com/office/drawing/2014/main" id="{E50235FC-5555-0ECE-4288-495E331EFD27}"/>
                  </a:ext>
                </a:extLst>
              </p:cNvPr>
              <p:cNvSpPr txBox="1"/>
              <p:nvPr/>
            </p:nvSpPr>
            <p:spPr>
              <a:xfrm>
                <a:off x="5539103" y="151205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9257" name="ZoneTexte 9256">
                <a:extLst>
                  <a:ext uri="{FF2B5EF4-FFF2-40B4-BE49-F238E27FC236}">
                    <a16:creationId xmlns:a16="http://schemas.microsoft.com/office/drawing/2014/main" id="{65CFB2BF-ABAC-6DA9-AD34-8C5B65A7BE12}"/>
                  </a:ext>
                </a:extLst>
              </p:cNvPr>
              <p:cNvSpPr txBox="1"/>
              <p:nvPr/>
            </p:nvSpPr>
            <p:spPr>
              <a:xfrm>
                <a:off x="5531600" y="165218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Nom_utilisateur</a:t>
                </a:r>
                <a:endParaRPr lang="es-ES" sz="600" dirty="0">
                  <a:latin typeface="Poppins" panose="00000500000000000000" pitchFamily="2" charset="0"/>
                  <a:cs typeface="Poppins" panose="00000500000000000000" pitchFamily="2" charset="0"/>
                </a:endParaRPr>
              </a:p>
            </p:txBody>
          </p:sp>
          <p:sp>
            <p:nvSpPr>
              <p:cNvPr id="9258" name="ZoneTexte 9257">
                <a:extLst>
                  <a:ext uri="{FF2B5EF4-FFF2-40B4-BE49-F238E27FC236}">
                    <a16:creationId xmlns:a16="http://schemas.microsoft.com/office/drawing/2014/main" id="{3CE60B88-ABF3-CEC3-D882-1BFCFBA6A60B}"/>
                  </a:ext>
                </a:extLst>
              </p:cNvPr>
              <p:cNvSpPr txBox="1"/>
              <p:nvPr/>
            </p:nvSpPr>
            <p:spPr>
              <a:xfrm>
                <a:off x="5524097" y="179999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Mot de passe</a:t>
                </a:r>
                <a:endParaRPr lang="es-ES" sz="600" dirty="0">
                  <a:latin typeface="Poppins" panose="00000500000000000000" pitchFamily="2" charset="0"/>
                  <a:cs typeface="Poppins" panose="00000500000000000000" pitchFamily="2" charset="0"/>
                </a:endParaRPr>
              </a:p>
            </p:txBody>
          </p:sp>
        </p:grpSp>
        <p:grpSp>
          <p:nvGrpSpPr>
            <p:cNvPr id="9399" name="Groupe 9398">
              <a:extLst>
                <a:ext uri="{FF2B5EF4-FFF2-40B4-BE49-F238E27FC236}">
                  <a16:creationId xmlns:a16="http://schemas.microsoft.com/office/drawing/2014/main" id="{C3BCE0BD-2100-DCFC-ED37-580D3E10E7D7}"/>
                </a:ext>
              </a:extLst>
            </p:cNvPr>
            <p:cNvGrpSpPr/>
            <p:nvPr/>
          </p:nvGrpSpPr>
          <p:grpSpPr>
            <a:xfrm>
              <a:off x="5556221" y="2926964"/>
              <a:ext cx="1520301" cy="1058029"/>
              <a:chOff x="5114261" y="2688204"/>
              <a:chExt cx="1520301" cy="1058029"/>
            </a:xfrm>
          </p:grpSpPr>
          <p:grpSp>
            <p:nvGrpSpPr>
              <p:cNvPr id="9300" name="Groupe 9299">
                <a:extLst>
                  <a:ext uri="{FF2B5EF4-FFF2-40B4-BE49-F238E27FC236}">
                    <a16:creationId xmlns:a16="http://schemas.microsoft.com/office/drawing/2014/main" id="{D98A229E-24AA-C518-6175-1DFF5EA1A688}"/>
                  </a:ext>
                </a:extLst>
              </p:cNvPr>
              <p:cNvGrpSpPr/>
              <p:nvPr/>
            </p:nvGrpSpPr>
            <p:grpSpPr>
              <a:xfrm>
                <a:off x="5114261" y="2715033"/>
                <a:ext cx="1520301" cy="1015176"/>
                <a:chOff x="527355" y="1064872"/>
                <a:chExt cx="1747778" cy="1632597"/>
              </a:xfrm>
            </p:grpSpPr>
            <p:sp>
              <p:nvSpPr>
                <p:cNvPr id="9367" name="Rectangle 9366">
                  <a:extLst>
                    <a:ext uri="{FF2B5EF4-FFF2-40B4-BE49-F238E27FC236}">
                      <a16:creationId xmlns:a16="http://schemas.microsoft.com/office/drawing/2014/main" id="{659BB250-BE31-060E-15BB-704DF16EA0B1}"/>
                    </a:ext>
                  </a:extLst>
                </p:cNvPr>
                <p:cNvSpPr/>
                <p:nvPr/>
              </p:nvSpPr>
              <p:spPr>
                <a:xfrm>
                  <a:off x="527355" y="1064872"/>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68" name="Connecteur droit 9367">
                  <a:extLst>
                    <a:ext uri="{FF2B5EF4-FFF2-40B4-BE49-F238E27FC236}">
                      <a16:creationId xmlns:a16="http://schemas.microsoft.com/office/drawing/2014/main" id="{15CBD8C2-8004-B814-2603-38C11D5FE1C7}"/>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69" name="Connecteur droit 9368">
                  <a:extLst>
                    <a:ext uri="{FF2B5EF4-FFF2-40B4-BE49-F238E27FC236}">
                      <a16:creationId xmlns:a16="http://schemas.microsoft.com/office/drawing/2014/main" id="{6299D255-9561-E81A-C071-F12D7C9745DA}"/>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370" name="Connecteur droit 9369">
                  <a:extLst>
                    <a:ext uri="{FF2B5EF4-FFF2-40B4-BE49-F238E27FC236}">
                      <a16:creationId xmlns:a16="http://schemas.microsoft.com/office/drawing/2014/main" id="{75704B81-DBA8-2981-53C7-710AC8B433DA}"/>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71" name="Connecteur droit 9370">
                  <a:extLst>
                    <a:ext uri="{FF2B5EF4-FFF2-40B4-BE49-F238E27FC236}">
                      <a16:creationId xmlns:a16="http://schemas.microsoft.com/office/drawing/2014/main" id="{10FF4E53-72E1-6D7F-BCA2-6F832AF30720}"/>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72" name="Connecteur droit 9371">
                  <a:extLst>
                    <a:ext uri="{FF2B5EF4-FFF2-40B4-BE49-F238E27FC236}">
                      <a16:creationId xmlns:a16="http://schemas.microsoft.com/office/drawing/2014/main" id="{0F860440-2EB6-3872-0ED0-65B57A54A885}"/>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73" name="Connecteur droit 9372">
                  <a:extLst>
                    <a:ext uri="{FF2B5EF4-FFF2-40B4-BE49-F238E27FC236}">
                      <a16:creationId xmlns:a16="http://schemas.microsoft.com/office/drawing/2014/main" id="{20259E76-366D-F7AD-83C9-030FE832C848}"/>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74" name="Connecteur droit 9373">
                  <a:extLst>
                    <a:ext uri="{FF2B5EF4-FFF2-40B4-BE49-F238E27FC236}">
                      <a16:creationId xmlns:a16="http://schemas.microsoft.com/office/drawing/2014/main" id="{AF132175-BE2C-9BF0-8B2A-6ACA48EB9802}"/>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9229" name="ZoneTexte 9228">
                <a:extLst>
                  <a:ext uri="{FF2B5EF4-FFF2-40B4-BE49-F238E27FC236}">
                    <a16:creationId xmlns:a16="http://schemas.microsoft.com/office/drawing/2014/main" id="{D83CF3D5-B65B-13F9-7CAD-7E03192AEBF5}"/>
                  </a:ext>
                </a:extLst>
              </p:cNvPr>
              <p:cNvSpPr txBox="1"/>
              <p:nvPr/>
            </p:nvSpPr>
            <p:spPr>
              <a:xfrm>
                <a:off x="5527652" y="2688204"/>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Salle de TP</a:t>
                </a:r>
                <a:endParaRPr lang="es-ES" sz="800" b="1" dirty="0">
                  <a:solidFill>
                    <a:srgbClr val="3F5B78"/>
                  </a:solidFill>
                  <a:latin typeface="Poppins" panose="00000500000000000000" pitchFamily="2" charset="0"/>
                  <a:cs typeface="Poppins" panose="00000500000000000000" pitchFamily="2" charset="0"/>
                </a:endParaRPr>
              </a:p>
            </p:txBody>
          </p:sp>
          <p:sp>
            <p:nvSpPr>
              <p:cNvPr id="9240" name="ZoneTexte 9239">
                <a:extLst>
                  <a:ext uri="{FF2B5EF4-FFF2-40B4-BE49-F238E27FC236}">
                    <a16:creationId xmlns:a16="http://schemas.microsoft.com/office/drawing/2014/main" id="{8B9BAE30-BC8E-390D-66D9-D64ACA283032}"/>
                  </a:ext>
                </a:extLst>
              </p:cNvPr>
              <p:cNvSpPr txBox="1"/>
              <p:nvPr/>
            </p:nvSpPr>
            <p:spPr>
              <a:xfrm>
                <a:off x="5136585" y="2819941"/>
                <a:ext cx="400807" cy="201589"/>
              </a:xfrm>
              <a:prstGeom prst="rect">
                <a:avLst/>
              </a:prstGeom>
              <a:noFill/>
            </p:spPr>
            <p:txBody>
              <a:bodyPr wrap="square" rtlCol="0">
                <a:spAutoFit/>
              </a:bodyPr>
              <a:lstStyle/>
              <a:p>
                <a:r>
                  <a:rPr lang="fr-FR" sz="700" dirty="0"/>
                  <a:t>PK</a:t>
                </a:r>
                <a:endParaRPr lang="es-ES" sz="700" dirty="0"/>
              </a:p>
            </p:txBody>
          </p:sp>
          <p:sp>
            <p:nvSpPr>
              <p:cNvPr id="9248" name="ZoneTexte 9247">
                <a:extLst>
                  <a:ext uri="{FF2B5EF4-FFF2-40B4-BE49-F238E27FC236}">
                    <a16:creationId xmlns:a16="http://schemas.microsoft.com/office/drawing/2014/main" id="{8C1659B4-EBFD-3EC0-8C7F-58E034D2BC60}"/>
                  </a:ext>
                </a:extLst>
              </p:cNvPr>
              <p:cNvSpPr txBox="1"/>
              <p:nvPr/>
            </p:nvSpPr>
            <p:spPr>
              <a:xfrm>
                <a:off x="5159911" y="3544644"/>
                <a:ext cx="400807" cy="201589"/>
              </a:xfrm>
              <a:prstGeom prst="rect">
                <a:avLst/>
              </a:prstGeom>
              <a:noFill/>
            </p:spPr>
            <p:txBody>
              <a:bodyPr wrap="square" rtlCol="0">
                <a:spAutoFit/>
              </a:bodyPr>
              <a:lstStyle/>
              <a:p>
                <a:r>
                  <a:rPr lang="fr-FR" sz="700" dirty="0"/>
                  <a:t>FK</a:t>
                </a:r>
                <a:endParaRPr lang="es-ES" sz="700" dirty="0"/>
              </a:p>
            </p:txBody>
          </p:sp>
          <p:sp>
            <p:nvSpPr>
              <p:cNvPr id="9259" name="ZoneTexte 9258">
                <a:extLst>
                  <a:ext uri="{FF2B5EF4-FFF2-40B4-BE49-F238E27FC236}">
                    <a16:creationId xmlns:a16="http://schemas.microsoft.com/office/drawing/2014/main" id="{0260FF0F-8485-3156-ED1B-CF19FEC32137}"/>
                  </a:ext>
                </a:extLst>
              </p:cNvPr>
              <p:cNvSpPr txBox="1"/>
              <p:nvPr/>
            </p:nvSpPr>
            <p:spPr>
              <a:xfrm>
                <a:off x="5502378" y="2826340"/>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9260" name="ZoneTexte 9259">
                <a:extLst>
                  <a:ext uri="{FF2B5EF4-FFF2-40B4-BE49-F238E27FC236}">
                    <a16:creationId xmlns:a16="http://schemas.microsoft.com/office/drawing/2014/main" id="{30985168-2A68-3EA9-F116-EDD9FE883320}"/>
                  </a:ext>
                </a:extLst>
              </p:cNvPr>
              <p:cNvSpPr txBox="1"/>
              <p:nvPr/>
            </p:nvSpPr>
            <p:spPr>
              <a:xfrm>
                <a:off x="5533969" y="296263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Nombre_posts</a:t>
                </a:r>
                <a:endParaRPr lang="es-ES" sz="600" dirty="0">
                  <a:latin typeface="Poppins" panose="00000500000000000000" pitchFamily="2" charset="0"/>
                  <a:cs typeface="Poppins" panose="00000500000000000000" pitchFamily="2" charset="0"/>
                </a:endParaRPr>
              </a:p>
            </p:txBody>
          </p:sp>
          <p:sp>
            <p:nvSpPr>
              <p:cNvPr id="9261" name="ZoneTexte 9260">
                <a:extLst>
                  <a:ext uri="{FF2B5EF4-FFF2-40B4-BE49-F238E27FC236}">
                    <a16:creationId xmlns:a16="http://schemas.microsoft.com/office/drawing/2014/main" id="{9E83165D-C3B9-ADE4-2BCD-97EFDF4A31B9}"/>
                  </a:ext>
                </a:extLst>
              </p:cNvPr>
              <p:cNvSpPr txBox="1"/>
              <p:nvPr/>
            </p:nvSpPr>
            <p:spPr>
              <a:xfrm>
                <a:off x="5528046" y="3098924"/>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Capacite</a:t>
                </a:r>
                <a:endParaRPr lang="es-ES" sz="600" dirty="0">
                  <a:latin typeface="Poppins" panose="00000500000000000000" pitchFamily="2" charset="0"/>
                  <a:cs typeface="Poppins" panose="00000500000000000000" pitchFamily="2" charset="0"/>
                </a:endParaRPr>
              </a:p>
            </p:txBody>
          </p:sp>
          <p:sp>
            <p:nvSpPr>
              <p:cNvPr id="9262" name="ZoneTexte 9261">
                <a:extLst>
                  <a:ext uri="{FF2B5EF4-FFF2-40B4-BE49-F238E27FC236}">
                    <a16:creationId xmlns:a16="http://schemas.microsoft.com/office/drawing/2014/main" id="{43AF4FAC-D8F5-1143-A83C-98B872787EEB}"/>
                  </a:ext>
                </a:extLst>
              </p:cNvPr>
              <p:cNvSpPr txBox="1"/>
              <p:nvPr/>
            </p:nvSpPr>
            <p:spPr>
              <a:xfrm>
                <a:off x="5522123" y="3235216"/>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Nombre total</a:t>
                </a:r>
                <a:endParaRPr lang="es-ES" sz="600" dirty="0">
                  <a:latin typeface="Poppins" panose="00000500000000000000" pitchFamily="2" charset="0"/>
                  <a:cs typeface="Poppins" panose="00000500000000000000" pitchFamily="2" charset="0"/>
                </a:endParaRPr>
              </a:p>
            </p:txBody>
          </p:sp>
          <p:sp>
            <p:nvSpPr>
              <p:cNvPr id="9263" name="ZoneTexte 9262">
                <a:extLst>
                  <a:ext uri="{FF2B5EF4-FFF2-40B4-BE49-F238E27FC236}">
                    <a16:creationId xmlns:a16="http://schemas.microsoft.com/office/drawing/2014/main" id="{21E009A6-E09C-2697-4CA4-71F0693142AB}"/>
                  </a:ext>
                </a:extLst>
              </p:cNvPr>
              <p:cNvSpPr txBox="1"/>
              <p:nvPr/>
            </p:nvSpPr>
            <p:spPr>
              <a:xfrm>
                <a:off x="5516199" y="3371507"/>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Internet</a:t>
                </a:r>
                <a:endParaRPr lang="es-ES" sz="600" dirty="0">
                  <a:latin typeface="Poppins" panose="00000500000000000000" pitchFamily="2" charset="0"/>
                  <a:cs typeface="Poppins" panose="00000500000000000000" pitchFamily="2" charset="0"/>
                </a:endParaRPr>
              </a:p>
            </p:txBody>
          </p:sp>
          <p:sp>
            <p:nvSpPr>
              <p:cNvPr id="9264" name="ZoneTexte 9263">
                <a:extLst>
                  <a:ext uri="{FF2B5EF4-FFF2-40B4-BE49-F238E27FC236}">
                    <a16:creationId xmlns:a16="http://schemas.microsoft.com/office/drawing/2014/main" id="{68639D0F-BB03-81F2-6428-2073D3EAB201}"/>
                  </a:ext>
                </a:extLst>
              </p:cNvPr>
              <p:cNvSpPr txBox="1"/>
              <p:nvPr/>
            </p:nvSpPr>
            <p:spPr>
              <a:xfrm>
                <a:off x="5524097" y="3528915"/>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grpSp>
        <p:grpSp>
          <p:nvGrpSpPr>
            <p:cNvPr id="9402" name="Groupe 9401">
              <a:extLst>
                <a:ext uri="{FF2B5EF4-FFF2-40B4-BE49-F238E27FC236}">
                  <a16:creationId xmlns:a16="http://schemas.microsoft.com/office/drawing/2014/main" id="{8EF034F1-3EEA-8F07-FA19-B48579E27F43}"/>
                </a:ext>
              </a:extLst>
            </p:cNvPr>
            <p:cNvGrpSpPr/>
            <p:nvPr/>
          </p:nvGrpSpPr>
          <p:grpSpPr>
            <a:xfrm>
              <a:off x="5554126" y="4996020"/>
              <a:ext cx="1520301" cy="1297753"/>
              <a:chOff x="5124866" y="4203540"/>
              <a:chExt cx="1520301" cy="1297753"/>
            </a:xfrm>
          </p:grpSpPr>
          <p:grpSp>
            <p:nvGrpSpPr>
              <p:cNvPr id="9301" name="Groupe 9300">
                <a:extLst>
                  <a:ext uri="{FF2B5EF4-FFF2-40B4-BE49-F238E27FC236}">
                    <a16:creationId xmlns:a16="http://schemas.microsoft.com/office/drawing/2014/main" id="{31309D24-B8E2-A5A4-58E2-A8984A17B6C6}"/>
                  </a:ext>
                </a:extLst>
              </p:cNvPr>
              <p:cNvGrpSpPr/>
              <p:nvPr/>
            </p:nvGrpSpPr>
            <p:grpSpPr>
              <a:xfrm>
                <a:off x="5124866" y="4223837"/>
                <a:ext cx="1520301" cy="1238000"/>
                <a:chOff x="527355" y="1064869"/>
                <a:chExt cx="1747778" cy="2046882"/>
              </a:xfrm>
            </p:grpSpPr>
            <p:sp>
              <p:nvSpPr>
                <p:cNvPr id="9357" name="Rectangle 9356">
                  <a:extLst>
                    <a:ext uri="{FF2B5EF4-FFF2-40B4-BE49-F238E27FC236}">
                      <a16:creationId xmlns:a16="http://schemas.microsoft.com/office/drawing/2014/main" id="{2E1CF220-466F-F223-C3BF-A26D9061946F}"/>
                    </a:ext>
                  </a:extLst>
                </p:cNvPr>
                <p:cNvSpPr/>
                <p:nvPr/>
              </p:nvSpPr>
              <p:spPr>
                <a:xfrm>
                  <a:off x="527355" y="1064869"/>
                  <a:ext cx="1747778" cy="204688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58" name="Connecteur droit 9357">
                  <a:extLst>
                    <a:ext uri="{FF2B5EF4-FFF2-40B4-BE49-F238E27FC236}">
                      <a16:creationId xmlns:a16="http://schemas.microsoft.com/office/drawing/2014/main" id="{8A775C3A-DC90-FDA0-6F6D-C98B3954DC09}"/>
                    </a:ext>
                  </a:extLst>
                </p:cNvPr>
                <p:cNvCxnSpPr/>
                <p:nvPr/>
              </p:nvCxnSpPr>
              <p:spPr>
                <a:xfrm>
                  <a:off x="527355" y="132585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59" name="Connecteur droit 9358">
                  <a:extLst>
                    <a:ext uri="{FF2B5EF4-FFF2-40B4-BE49-F238E27FC236}">
                      <a16:creationId xmlns:a16="http://schemas.microsoft.com/office/drawing/2014/main" id="{74B4E27A-BDBB-78B2-47E6-EE13BF32DFD1}"/>
                    </a:ext>
                  </a:extLst>
                </p:cNvPr>
                <p:cNvCxnSpPr>
                  <a:cxnSpLocks/>
                </p:cNvCxnSpPr>
                <p:nvPr/>
              </p:nvCxnSpPr>
              <p:spPr>
                <a:xfrm>
                  <a:off x="913564" y="1326783"/>
                  <a:ext cx="0" cy="1784968"/>
                </a:xfrm>
                <a:prstGeom prst="line">
                  <a:avLst/>
                </a:prstGeom>
                <a:ln w="9525"/>
              </p:spPr>
              <p:style>
                <a:lnRef idx="1">
                  <a:schemeClr val="dk1"/>
                </a:lnRef>
                <a:fillRef idx="0">
                  <a:schemeClr val="dk1"/>
                </a:fillRef>
                <a:effectRef idx="0">
                  <a:schemeClr val="dk1"/>
                </a:effectRef>
                <a:fontRef idx="minor">
                  <a:schemeClr val="tx1"/>
                </a:fontRef>
              </p:style>
            </p:cxnSp>
            <p:cxnSp>
              <p:nvCxnSpPr>
                <p:cNvPr id="9360" name="Connecteur droit 9359">
                  <a:extLst>
                    <a:ext uri="{FF2B5EF4-FFF2-40B4-BE49-F238E27FC236}">
                      <a16:creationId xmlns:a16="http://schemas.microsoft.com/office/drawing/2014/main" id="{66C92DBA-C0F0-21B5-B385-B3ACECEA46BE}"/>
                    </a:ext>
                  </a:extLst>
                </p:cNvPr>
                <p:cNvCxnSpPr/>
                <p:nvPr/>
              </p:nvCxnSpPr>
              <p:spPr>
                <a:xfrm>
                  <a:off x="527355" y="152907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61" name="Connecteur droit 9360">
                  <a:extLst>
                    <a:ext uri="{FF2B5EF4-FFF2-40B4-BE49-F238E27FC236}">
                      <a16:creationId xmlns:a16="http://schemas.microsoft.com/office/drawing/2014/main" id="{77835337-1E4F-EEE1-533D-429609483016}"/>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62" name="Connecteur droit 9361">
                  <a:extLst>
                    <a:ext uri="{FF2B5EF4-FFF2-40B4-BE49-F238E27FC236}">
                      <a16:creationId xmlns:a16="http://schemas.microsoft.com/office/drawing/2014/main" id="{8132BC6F-BE1A-BF82-31AD-FAADBB51F736}"/>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63" name="Connecteur droit 9362">
                  <a:extLst>
                    <a:ext uri="{FF2B5EF4-FFF2-40B4-BE49-F238E27FC236}">
                      <a16:creationId xmlns:a16="http://schemas.microsoft.com/office/drawing/2014/main" id="{9AD35CB7-CCCC-43DA-3B15-CE50DD758030}"/>
                    </a:ext>
                  </a:extLst>
                </p:cNvPr>
                <p:cNvCxnSpPr>
                  <a:cxnSpLocks/>
                </p:cNvCxnSpPr>
                <p:nvPr/>
              </p:nvCxnSpPr>
              <p:spPr>
                <a:xfrm>
                  <a:off x="535610"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64" name="Connecteur droit 9363">
                  <a:extLst>
                    <a:ext uri="{FF2B5EF4-FFF2-40B4-BE49-F238E27FC236}">
                      <a16:creationId xmlns:a16="http://schemas.microsoft.com/office/drawing/2014/main" id="{61DFD4C1-9C4B-04D6-510E-7476C26B6D72}"/>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65" name="Connecteur droit 9364">
                  <a:extLst>
                    <a:ext uri="{FF2B5EF4-FFF2-40B4-BE49-F238E27FC236}">
                      <a16:creationId xmlns:a16="http://schemas.microsoft.com/office/drawing/2014/main" id="{19B889BC-9E7C-5329-DA85-C14EEEBAB22D}"/>
                    </a:ext>
                  </a:extLst>
                </p:cNvPr>
                <p:cNvCxnSpPr>
                  <a:cxnSpLocks/>
                </p:cNvCxnSpPr>
                <p:nvPr/>
              </p:nvCxnSpPr>
              <p:spPr>
                <a:xfrm>
                  <a:off x="527355" y="2648347"/>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66" name="Connecteur droit 9365">
                  <a:extLst>
                    <a:ext uri="{FF2B5EF4-FFF2-40B4-BE49-F238E27FC236}">
                      <a16:creationId xmlns:a16="http://schemas.microsoft.com/office/drawing/2014/main" id="{6BF225FF-CDF4-52B0-4D04-4C407AE4BC01}"/>
                    </a:ext>
                  </a:extLst>
                </p:cNvPr>
                <p:cNvCxnSpPr>
                  <a:cxnSpLocks/>
                </p:cNvCxnSpPr>
                <p:nvPr/>
              </p:nvCxnSpPr>
              <p:spPr>
                <a:xfrm>
                  <a:off x="527355" y="2878615"/>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9230" name="ZoneTexte 9229">
                <a:extLst>
                  <a:ext uri="{FF2B5EF4-FFF2-40B4-BE49-F238E27FC236}">
                    <a16:creationId xmlns:a16="http://schemas.microsoft.com/office/drawing/2014/main" id="{F4733883-FC50-950F-47EC-EF0CD08B3AF7}"/>
                  </a:ext>
                </a:extLst>
              </p:cNvPr>
              <p:cNvSpPr txBox="1"/>
              <p:nvPr/>
            </p:nvSpPr>
            <p:spPr>
              <a:xfrm>
                <a:off x="5312046" y="4203540"/>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Emploi du temps</a:t>
                </a:r>
                <a:endParaRPr lang="es-ES" sz="800" b="1" dirty="0">
                  <a:solidFill>
                    <a:srgbClr val="3F5B78"/>
                  </a:solidFill>
                  <a:latin typeface="Poppins" panose="00000500000000000000" pitchFamily="2" charset="0"/>
                  <a:cs typeface="Poppins" panose="00000500000000000000" pitchFamily="2" charset="0"/>
                </a:endParaRPr>
              </a:p>
            </p:txBody>
          </p:sp>
          <p:sp>
            <p:nvSpPr>
              <p:cNvPr id="9244" name="ZoneTexte 9243">
                <a:extLst>
                  <a:ext uri="{FF2B5EF4-FFF2-40B4-BE49-F238E27FC236}">
                    <a16:creationId xmlns:a16="http://schemas.microsoft.com/office/drawing/2014/main" id="{84D1EB66-22D7-1D53-ACCD-073E095CA8BC}"/>
                  </a:ext>
                </a:extLst>
              </p:cNvPr>
              <p:cNvSpPr txBox="1"/>
              <p:nvPr/>
            </p:nvSpPr>
            <p:spPr>
              <a:xfrm>
                <a:off x="5145799" y="4347946"/>
                <a:ext cx="400807" cy="201589"/>
              </a:xfrm>
              <a:prstGeom prst="rect">
                <a:avLst/>
              </a:prstGeom>
              <a:noFill/>
            </p:spPr>
            <p:txBody>
              <a:bodyPr wrap="square" rtlCol="0">
                <a:spAutoFit/>
              </a:bodyPr>
              <a:lstStyle/>
              <a:p>
                <a:r>
                  <a:rPr lang="fr-FR" sz="700" dirty="0"/>
                  <a:t>PK</a:t>
                </a:r>
                <a:endParaRPr lang="es-ES" sz="700" dirty="0"/>
              </a:p>
            </p:txBody>
          </p:sp>
          <p:sp>
            <p:nvSpPr>
              <p:cNvPr id="9246" name="ZoneTexte 9245">
                <a:extLst>
                  <a:ext uri="{FF2B5EF4-FFF2-40B4-BE49-F238E27FC236}">
                    <a16:creationId xmlns:a16="http://schemas.microsoft.com/office/drawing/2014/main" id="{09B186E9-0925-EBAC-D155-92A8168B5C3C}"/>
                  </a:ext>
                </a:extLst>
              </p:cNvPr>
              <p:cNvSpPr txBox="1"/>
              <p:nvPr/>
            </p:nvSpPr>
            <p:spPr>
              <a:xfrm>
                <a:off x="5148626" y="5299704"/>
                <a:ext cx="400807" cy="201589"/>
              </a:xfrm>
              <a:prstGeom prst="rect">
                <a:avLst/>
              </a:prstGeom>
              <a:noFill/>
            </p:spPr>
            <p:txBody>
              <a:bodyPr wrap="square" rtlCol="0">
                <a:spAutoFit/>
              </a:bodyPr>
              <a:lstStyle/>
              <a:p>
                <a:r>
                  <a:rPr lang="fr-FR" sz="700" dirty="0"/>
                  <a:t>FK</a:t>
                </a:r>
                <a:endParaRPr lang="es-ES" sz="700" dirty="0"/>
              </a:p>
            </p:txBody>
          </p:sp>
          <p:sp>
            <p:nvSpPr>
              <p:cNvPr id="9265" name="ZoneTexte 9264">
                <a:extLst>
                  <a:ext uri="{FF2B5EF4-FFF2-40B4-BE49-F238E27FC236}">
                    <a16:creationId xmlns:a16="http://schemas.microsoft.com/office/drawing/2014/main" id="{482E3C19-A006-1AE5-BFAC-1412212F7EC7}"/>
                  </a:ext>
                </a:extLst>
              </p:cNvPr>
              <p:cNvSpPr txBox="1"/>
              <p:nvPr/>
            </p:nvSpPr>
            <p:spPr>
              <a:xfrm>
                <a:off x="5531995" y="433706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Id_emploi</a:t>
                </a:r>
                <a:endParaRPr lang="es-ES" sz="600" dirty="0">
                  <a:latin typeface="Poppins" panose="00000500000000000000" pitchFamily="2" charset="0"/>
                  <a:cs typeface="Poppins" panose="00000500000000000000" pitchFamily="2" charset="0"/>
                </a:endParaRPr>
              </a:p>
            </p:txBody>
          </p:sp>
          <p:sp>
            <p:nvSpPr>
              <p:cNvPr id="9266" name="ZoneTexte 9265">
                <a:extLst>
                  <a:ext uri="{FF2B5EF4-FFF2-40B4-BE49-F238E27FC236}">
                    <a16:creationId xmlns:a16="http://schemas.microsoft.com/office/drawing/2014/main" id="{CDB79696-DEB3-5E33-4EA6-FDD6AD45324C}"/>
                  </a:ext>
                </a:extLst>
              </p:cNvPr>
              <p:cNvSpPr txBox="1"/>
              <p:nvPr/>
            </p:nvSpPr>
            <p:spPr>
              <a:xfrm>
                <a:off x="5528046" y="4463762"/>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9267" name="ZoneTexte 9266">
                <a:extLst>
                  <a:ext uri="{FF2B5EF4-FFF2-40B4-BE49-F238E27FC236}">
                    <a16:creationId xmlns:a16="http://schemas.microsoft.com/office/drawing/2014/main" id="{02731F43-83DF-8626-D982-A79D9EE9EE1B}"/>
                  </a:ext>
                </a:extLst>
              </p:cNvPr>
              <p:cNvSpPr txBox="1"/>
              <p:nvPr/>
            </p:nvSpPr>
            <p:spPr>
              <a:xfrm>
                <a:off x="5524097" y="459045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9268" name="ZoneTexte 9267">
                <a:extLst>
                  <a:ext uri="{FF2B5EF4-FFF2-40B4-BE49-F238E27FC236}">
                    <a16:creationId xmlns:a16="http://schemas.microsoft.com/office/drawing/2014/main" id="{58B882F2-A781-C5CE-C3E0-07D02BA92EF9}"/>
                  </a:ext>
                </a:extLst>
              </p:cNvPr>
              <p:cNvSpPr txBox="1"/>
              <p:nvPr/>
            </p:nvSpPr>
            <p:spPr>
              <a:xfrm>
                <a:off x="5520148" y="4717150"/>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9269" name="ZoneTexte 9268">
                <a:extLst>
                  <a:ext uri="{FF2B5EF4-FFF2-40B4-BE49-F238E27FC236}">
                    <a16:creationId xmlns:a16="http://schemas.microsoft.com/office/drawing/2014/main" id="{9130B5AC-62D6-9AA4-2CAF-E1BD1664E4F8}"/>
                  </a:ext>
                </a:extLst>
              </p:cNvPr>
              <p:cNvSpPr txBox="1"/>
              <p:nvPr/>
            </p:nvSpPr>
            <p:spPr>
              <a:xfrm>
                <a:off x="5535944" y="486112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Nom_enseignant</a:t>
                </a:r>
                <a:endParaRPr lang="es-ES" sz="600" dirty="0">
                  <a:latin typeface="Poppins" panose="00000500000000000000" pitchFamily="2" charset="0"/>
                  <a:cs typeface="Poppins" panose="00000500000000000000" pitchFamily="2" charset="0"/>
                </a:endParaRPr>
              </a:p>
            </p:txBody>
          </p:sp>
          <p:sp>
            <p:nvSpPr>
              <p:cNvPr id="9270" name="ZoneTexte 9269">
                <a:extLst>
                  <a:ext uri="{FF2B5EF4-FFF2-40B4-BE49-F238E27FC236}">
                    <a16:creationId xmlns:a16="http://schemas.microsoft.com/office/drawing/2014/main" id="{EAC37BF8-C0B7-1D64-FB8F-9844BFAE0C76}"/>
                  </a:ext>
                </a:extLst>
              </p:cNvPr>
              <p:cNvSpPr txBox="1"/>
              <p:nvPr/>
            </p:nvSpPr>
            <p:spPr>
              <a:xfrm>
                <a:off x="5528046" y="4997412"/>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Groupe</a:t>
                </a:r>
                <a:endParaRPr lang="es-ES" sz="600" dirty="0">
                  <a:latin typeface="Poppins" panose="00000500000000000000" pitchFamily="2" charset="0"/>
                  <a:cs typeface="Poppins" panose="00000500000000000000" pitchFamily="2" charset="0"/>
                </a:endParaRPr>
              </a:p>
            </p:txBody>
          </p:sp>
          <p:sp>
            <p:nvSpPr>
              <p:cNvPr id="9271" name="ZoneTexte 9270">
                <a:extLst>
                  <a:ext uri="{FF2B5EF4-FFF2-40B4-BE49-F238E27FC236}">
                    <a16:creationId xmlns:a16="http://schemas.microsoft.com/office/drawing/2014/main" id="{2F8841CE-DEBE-7BBC-07BF-681EA7E35B3A}"/>
                  </a:ext>
                </a:extLst>
              </p:cNvPr>
              <p:cNvSpPr txBox="1"/>
              <p:nvPr/>
            </p:nvSpPr>
            <p:spPr>
              <a:xfrm>
                <a:off x="5516199" y="5141383"/>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Nom_module</a:t>
                </a:r>
                <a:endParaRPr lang="es-ES" sz="600" dirty="0">
                  <a:latin typeface="Poppins" panose="00000500000000000000" pitchFamily="2" charset="0"/>
                  <a:cs typeface="Poppins" panose="00000500000000000000" pitchFamily="2" charset="0"/>
                </a:endParaRPr>
              </a:p>
            </p:txBody>
          </p:sp>
          <p:sp>
            <p:nvSpPr>
              <p:cNvPr id="9272" name="ZoneTexte 9271">
                <a:extLst>
                  <a:ext uri="{FF2B5EF4-FFF2-40B4-BE49-F238E27FC236}">
                    <a16:creationId xmlns:a16="http://schemas.microsoft.com/office/drawing/2014/main" id="{DF65C491-ED9B-6A46-E91C-85F4A521A540}"/>
                  </a:ext>
                </a:extLst>
              </p:cNvPr>
              <p:cNvSpPr txBox="1"/>
              <p:nvPr/>
            </p:nvSpPr>
            <p:spPr>
              <a:xfrm>
                <a:off x="5530020" y="5285353"/>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grpSp>
        <p:grpSp>
          <p:nvGrpSpPr>
            <p:cNvPr id="9403" name="Groupe 9402">
              <a:extLst>
                <a:ext uri="{FF2B5EF4-FFF2-40B4-BE49-F238E27FC236}">
                  <a16:creationId xmlns:a16="http://schemas.microsoft.com/office/drawing/2014/main" id="{6C5817E2-7D27-C867-805C-F8D9D0F76307}"/>
                </a:ext>
              </a:extLst>
            </p:cNvPr>
            <p:cNvGrpSpPr/>
            <p:nvPr/>
          </p:nvGrpSpPr>
          <p:grpSpPr>
            <a:xfrm>
              <a:off x="2224166" y="5309232"/>
              <a:ext cx="1623376" cy="477018"/>
              <a:chOff x="2640726" y="5309232"/>
              <a:chExt cx="1623376" cy="477018"/>
            </a:xfrm>
          </p:grpSpPr>
          <p:grpSp>
            <p:nvGrpSpPr>
              <p:cNvPr id="9303" name="Groupe 9302">
                <a:extLst>
                  <a:ext uri="{FF2B5EF4-FFF2-40B4-BE49-F238E27FC236}">
                    <a16:creationId xmlns:a16="http://schemas.microsoft.com/office/drawing/2014/main" id="{50D690BB-8236-6568-6543-80560A6754B6}"/>
                  </a:ext>
                </a:extLst>
              </p:cNvPr>
              <p:cNvGrpSpPr/>
              <p:nvPr/>
            </p:nvGrpSpPr>
            <p:grpSpPr>
              <a:xfrm>
                <a:off x="2640726" y="5344509"/>
                <a:ext cx="1520301" cy="425743"/>
                <a:chOff x="527355" y="1064870"/>
                <a:chExt cx="1747778" cy="684677"/>
              </a:xfrm>
            </p:grpSpPr>
            <p:sp>
              <p:nvSpPr>
                <p:cNvPr id="9349" name="Rectangle 9348">
                  <a:extLst>
                    <a:ext uri="{FF2B5EF4-FFF2-40B4-BE49-F238E27FC236}">
                      <a16:creationId xmlns:a16="http://schemas.microsoft.com/office/drawing/2014/main" id="{59590F10-9869-6D99-1B87-B4B195901DAE}"/>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50" name="Connecteur droit 9349">
                  <a:extLst>
                    <a:ext uri="{FF2B5EF4-FFF2-40B4-BE49-F238E27FC236}">
                      <a16:creationId xmlns:a16="http://schemas.microsoft.com/office/drawing/2014/main" id="{37DF77B6-E49A-20D8-0102-CFEFD00B6BFA}"/>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51" name="Connecteur droit 9350">
                  <a:extLst>
                    <a:ext uri="{FF2B5EF4-FFF2-40B4-BE49-F238E27FC236}">
                      <a16:creationId xmlns:a16="http://schemas.microsoft.com/office/drawing/2014/main" id="{673BC5CF-0746-8AD5-4FD1-04E27E5AB732}"/>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352" name="Connecteur droit 9351">
                  <a:extLst>
                    <a:ext uri="{FF2B5EF4-FFF2-40B4-BE49-F238E27FC236}">
                      <a16:creationId xmlns:a16="http://schemas.microsoft.com/office/drawing/2014/main" id="{2D2998B1-A9C7-A1CB-80D7-866082AEE68D}"/>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9233" name="ZoneTexte 9232">
                <a:extLst>
                  <a:ext uri="{FF2B5EF4-FFF2-40B4-BE49-F238E27FC236}">
                    <a16:creationId xmlns:a16="http://schemas.microsoft.com/office/drawing/2014/main" id="{217578D3-0967-9E48-C99F-6E0EABCEA747}"/>
                  </a:ext>
                </a:extLst>
              </p:cNvPr>
              <p:cNvSpPr txBox="1"/>
              <p:nvPr/>
            </p:nvSpPr>
            <p:spPr>
              <a:xfrm>
                <a:off x="3113335" y="5309232"/>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Logiciels</a:t>
                </a:r>
                <a:endParaRPr lang="es-ES" sz="800" b="1" dirty="0">
                  <a:solidFill>
                    <a:srgbClr val="3F5B78"/>
                  </a:solidFill>
                  <a:latin typeface="Poppins" panose="00000500000000000000" pitchFamily="2" charset="0"/>
                  <a:cs typeface="Poppins" panose="00000500000000000000" pitchFamily="2" charset="0"/>
                </a:endParaRPr>
              </a:p>
            </p:txBody>
          </p:sp>
          <p:sp>
            <p:nvSpPr>
              <p:cNvPr id="9242" name="ZoneTexte 9241">
                <a:extLst>
                  <a:ext uri="{FF2B5EF4-FFF2-40B4-BE49-F238E27FC236}">
                    <a16:creationId xmlns:a16="http://schemas.microsoft.com/office/drawing/2014/main" id="{EE3ECBA4-D598-2413-EC44-BF4B09DC6528}"/>
                  </a:ext>
                </a:extLst>
              </p:cNvPr>
              <p:cNvSpPr txBox="1"/>
              <p:nvPr/>
            </p:nvSpPr>
            <p:spPr>
              <a:xfrm>
                <a:off x="2661982" y="5461317"/>
                <a:ext cx="400807" cy="201589"/>
              </a:xfrm>
              <a:prstGeom prst="rect">
                <a:avLst/>
              </a:prstGeom>
              <a:noFill/>
            </p:spPr>
            <p:txBody>
              <a:bodyPr wrap="square" rtlCol="0">
                <a:spAutoFit/>
              </a:bodyPr>
              <a:lstStyle/>
              <a:p>
                <a:r>
                  <a:rPr lang="fr-FR" sz="700" dirty="0"/>
                  <a:t>PK</a:t>
                </a:r>
                <a:endParaRPr lang="es-ES" sz="700" dirty="0"/>
              </a:p>
            </p:txBody>
          </p:sp>
          <p:sp>
            <p:nvSpPr>
              <p:cNvPr id="9273" name="ZoneTexte 9272">
                <a:extLst>
                  <a:ext uri="{FF2B5EF4-FFF2-40B4-BE49-F238E27FC236}">
                    <a16:creationId xmlns:a16="http://schemas.microsoft.com/office/drawing/2014/main" id="{E8601916-6827-4DAD-126B-A68BB54221D4}"/>
                  </a:ext>
                </a:extLst>
              </p:cNvPr>
              <p:cNvSpPr txBox="1"/>
              <p:nvPr/>
            </p:nvSpPr>
            <p:spPr>
              <a:xfrm>
                <a:off x="3055418" y="544915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Id_logiciel</a:t>
                </a:r>
                <a:endParaRPr lang="es-ES" sz="600" dirty="0">
                  <a:latin typeface="Poppins" panose="00000500000000000000" pitchFamily="2" charset="0"/>
                  <a:cs typeface="Poppins" panose="00000500000000000000" pitchFamily="2" charset="0"/>
                </a:endParaRPr>
              </a:p>
            </p:txBody>
          </p:sp>
          <p:sp>
            <p:nvSpPr>
              <p:cNvPr id="9274" name="ZoneTexte 9273">
                <a:extLst>
                  <a:ext uri="{FF2B5EF4-FFF2-40B4-BE49-F238E27FC236}">
                    <a16:creationId xmlns:a16="http://schemas.microsoft.com/office/drawing/2014/main" id="{3566FC03-E538-0F4E-E573-B87C1ED46592}"/>
                  </a:ext>
                </a:extLst>
              </p:cNvPr>
              <p:cNvSpPr txBox="1"/>
              <p:nvPr/>
            </p:nvSpPr>
            <p:spPr>
              <a:xfrm>
                <a:off x="3055418" y="5600168"/>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Nom_logiciel</a:t>
                </a:r>
                <a:endParaRPr lang="es-ES" sz="600" dirty="0">
                  <a:latin typeface="Poppins" panose="00000500000000000000" pitchFamily="2" charset="0"/>
                  <a:cs typeface="Poppins" panose="00000500000000000000" pitchFamily="2" charset="0"/>
                </a:endParaRPr>
              </a:p>
            </p:txBody>
          </p:sp>
        </p:grpSp>
        <p:grpSp>
          <p:nvGrpSpPr>
            <p:cNvPr id="9401" name="Groupe 9400">
              <a:extLst>
                <a:ext uri="{FF2B5EF4-FFF2-40B4-BE49-F238E27FC236}">
                  <a16:creationId xmlns:a16="http://schemas.microsoft.com/office/drawing/2014/main" id="{E0A07BB1-5FDF-8BFB-F376-B6BDE62BF9B2}"/>
                </a:ext>
              </a:extLst>
            </p:cNvPr>
            <p:cNvGrpSpPr/>
            <p:nvPr/>
          </p:nvGrpSpPr>
          <p:grpSpPr>
            <a:xfrm>
              <a:off x="1341684" y="2963608"/>
              <a:ext cx="1529139" cy="1163939"/>
              <a:chOff x="1341684" y="3481768"/>
              <a:chExt cx="1529139" cy="1163939"/>
            </a:xfrm>
          </p:grpSpPr>
          <p:grpSp>
            <p:nvGrpSpPr>
              <p:cNvPr id="9298" name="Groupe 9297">
                <a:extLst>
                  <a:ext uri="{FF2B5EF4-FFF2-40B4-BE49-F238E27FC236}">
                    <a16:creationId xmlns:a16="http://schemas.microsoft.com/office/drawing/2014/main" id="{18F39387-4A67-F9F4-97D4-4ADF391601D2}"/>
                  </a:ext>
                </a:extLst>
              </p:cNvPr>
              <p:cNvGrpSpPr/>
              <p:nvPr/>
            </p:nvGrpSpPr>
            <p:grpSpPr>
              <a:xfrm>
                <a:off x="1341684" y="3508578"/>
                <a:ext cx="1529139" cy="1130264"/>
                <a:chOff x="532435" y="1285240"/>
                <a:chExt cx="1757938" cy="1632598"/>
              </a:xfrm>
            </p:grpSpPr>
            <p:sp>
              <p:nvSpPr>
                <p:cNvPr id="9380" name="Rectangle 9379">
                  <a:extLst>
                    <a:ext uri="{FF2B5EF4-FFF2-40B4-BE49-F238E27FC236}">
                      <a16:creationId xmlns:a16="http://schemas.microsoft.com/office/drawing/2014/main" id="{F8511A43-25C2-9A87-2CB9-F039DBE4997A}"/>
                    </a:ext>
                  </a:extLst>
                </p:cNvPr>
                <p:cNvSpPr/>
                <p:nvPr/>
              </p:nvSpPr>
              <p:spPr>
                <a:xfrm>
                  <a:off x="542595" y="1285240"/>
                  <a:ext cx="1747778" cy="1632596"/>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381" name="Connecteur droit 9380">
                  <a:extLst>
                    <a:ext uri="{FF2B5EF4-FFF2-40B4-BE49-F238E27FC236}">
                      <a16:creationId xmlns:a16="http://schemas.microsoft.com/office/drawing/2014/main" id="{FED4C89A-1500-8509-88BF-32D545B263B1}"/>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82" name="Connecteur droit 9381">
                  <a:extLst>
                    <a:ext uri="{FF2B5EF4-FFF2-40B4-BE49-F238E27FC236}">
                      <a16:creationId xmlns:a16="http://schemas.microsoft.com/office/drawing/2014/main" id="{04D873D6-B5B8-01E6-E186-786BE7890FDF}"/>
                    </a:ext>
                  </a:extLst>
                </p:cNvPr>
                <p:cNvCxnSpPr>
                  <a:cxnSpLocks/>
                </p:cNvCxnSpPr>
                <p:nvPr/>
              </p:nvCxnSpPr>
              <p:spPr>
                <a:xfrm>
                  <a:off x="913563" y="1510195"/>
                  <a:ext cx="0" cy="1407643"/>
                </a:xfrm>
                <a:prstGeom prst="line">
                  <a:avLst/>
                </a:prstGeom>
                <a:ln w="9525"/>
              </p:spPr>
              <p:style>
                <a:lnRef idx="1">
                  <a:schemeClr val="dk1"/>
                </a:lnRef>
                <a:fillRef idx="0">
                  <a:schemeClr val="dk1"/>
                </a:fillRef>
                <a:effectRef idx="0">
                  <a:schemeClr val="dk1"/>
                </a:effectRef>
                <a:fontRef idx="minor">
                  <a:schemeClr val="tx1"/>
                </a:fontRef>
              </p:style>
            </p:cxnSp>
            <p:cxnSp>
              <p:nvCxnSpPr>
                <p:cNvPr id="9383" name="Connecteur droit 9382">
                  <a:extLst>
                    <a:ext uri="{FF2B5EF4-FFF2-40B4-BE49-F238E27FC236}">
                      <a16:creationId xmlns:a16="http://schemas.microsoft.com/office/drawing/2014/main" id="{27DA190A-4137-D70C-BD5F-044592CE8CC7}"/>
                    </a:ext>
                  </a:extLst>
                </p:cNvPr>
                <p:cNvCxnSpPr/>
                <p:nvPr/>
              </p:nvCxnSpPr>
              <p:spPr>
                <a:xfrm>
                  <a:off x="536435" y="1503681"/>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84" name="Connecteur droit 9383">
                  <a:extLst>
                    <a:ext uri="{FF2B5EF4-FFF2-40B4-BE49-F238E27FC236}">
                      <a16:creationId xmlns:a16="http://schemas.microsoft.com/office/drawing/2014/main" id="{438E7B6F-74A4-8DCD-C62F-F73817D23830}"/>
                    </a:ext>
                  </a:extLst>
                </p:cNvPr>
                <p:cNvCxnSpPr>
                  <a:cxnSpLocks/>
                </p:cNvCxnSpPr>
                <p:nvPr/>
              </p:nvCxnSpPr>
              <p:spPr>
                <a:xfrm>
                  <a:off x="544324" y="1732281"/>
                  <a:ext cx="1737619" cy="0"/>
                </a:xfrm>
                <a:prstGeom prst="line">
                  <a:avLst/>
                </a:prstGeom>
              </p:spPr>
              <p:style>
                <a:lnRef idx="1">
                  <a:schemeClr val="dk1"/>
                </a:lnRef>
                <a:fillRef idx="0">
                  <a:schemeClr val="dk1"/>
                </a:fillRef>
                <a:effectRef idx="0">
                  <a:schemeClr val="dk1"/>
                </a:effectRef>
                <a:fontRef idx="minor">
                  <a:schemeClr val="tx1"/>
                </a:fontRef>
              </p:style>
            </p:cxnSp>
            <p:cxnSp>
              <p:nvCxnSpPr>
                <p:cNvPr id="9385" name="Connecteur droit 9384">
                  <a:extLst>
                    <a:ext uri="{FF2B5EF4-FFF2-40B4-BE49-F238E27FC236}">
                      <a16:creationId xmlns:a16="http://schemas.microsoft.com/office/drawing/2014/main" id="{F5E84EB0-416C-F507-1AA4-193555D4ED27}"/>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86" name="Connecteur droit 9385">
                  <a:extLst>
                    <a:ext uri="{FF2B5EF4-FFF2-40B4-BE49-F238E27FC236}">
                      <a16:creationId xmlns:a16="http://schemas.microsoft.com/office/drawing/2014/main" id="{310DEC7F-7E15-5097-A336-1DE252CEA9EE}"/>
                    </a:ext>
                  </a:extLst>
                </p:cNvPr>
                <p:cNvCxnSpPr/>
                <p:nvPr/>
              </p:nvCxnSpPr>
              <p:spPr>
                <a:xfrm>
                  <a:off x="537515" y="2418079"/>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87" name="Connecteur droit 9386">
                  <a:extLst>
                    <a:ext uri="{FF2B5EF4-FFF2-40B4-BE49-F238E27FC236}">
                      <a16:creationId xmlns:a16="http://schemas.microsoft.com/office/drawing/2014/main" id="{8F028B5E-8395-7DE7-66CA-C97DF00E9B28}"/>
                    </a:ext>
                  </a:extLst>
                </p:cNvPr>
                <p:cNvCxnSpPr>
                  <a:cxnSpLocks/>
                </p:cNvCxnSpPr>
                <p:nvPr/>
              </p:nvCxnSpPr>
              <p:spPr>
                <a:xfrm>
                  <a:off x="544690" y="1968500"/>
                  <a:ext cx="1737619" cy="0"/>
                </a:xfrm>
                <a:prstGeom prst="line">
                  <a:avLst/>
                </a:prstGeom>
              </p:spPr>
              <p:style>
                <a:lnRef idx="1">
                  <a:schemeClr val="dk1"/>
                </a:lnRef>
                <a:fillRef idx="0">
                  <a:schemeClr val="dk1"/>
                </a:fillRef>
                <a:effectRef idx="0">
                  <a:schemeClr val="dk1"/>
                </a:effectRef>
                <a:fontRef idx="minor">
                  <a:schemeClr val="tx1"/>
                </a:fontRef>
              </p:style>
            </p:cxnSp>
            <p:cxnSp>
              <p:nvCxnSpPr>
                <p:cNvPr id="9388" name="Connecteur droit 9387">
                  <a:extLst>
                    <a:ext uri="{FF2B5EF4-FFF2-40B4-BE49-F238E27FC236}">
                      <a16:creationId xmlns:a16="http://schemas.microsoft.com/office/drawing/2014/main" id="{507BAF5E-B85F-5EEF-04F1-65C8DB78D223}"/>
                    </a:ext>
                  </a:extLst>
                </p:cNvPr>
                <p:cNvCxnSpPr/>
                <p:nvPr/>
              </p:nvCxnSpPr>
              <p:spPr>
                <a:xfrm>
                  <a:off x="539420" y="2667635"/>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9231" name="ZoneTexte 9230">
                <a:extLst>
                  <a:ext uri="{FF2B5EF4-FFF2-40B4-BE49-F238E27FC236}">
                    <a16:creationId xmlns:a16="http://schemas.microsoft.com/office/drawing/2014/main" id="{958428E2-97D1-B471-1BC4-73A712D2E402}"/>
                  </a:ext>
                </a:extLst>
              </p:cNvPr>
              <p:cNvSpPr txBox="1"/>
              <p:nvPr/>
            </p:nvSpPr>
            <p:spPr>
              <a:xfrm>
                <a:off x="1677144" y="3481768"/>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Ordinateurs</a:t>
                </a:r>
                <a:endParaRPr lang="es-ES" sz="800" b="1" dirty="0">
                  <a:solidFill>
                    <a:srgbClr val="3F5B78"/>
                  </a:solidFill>
                  <a:latin typeface="Poppins" panose="00000500000000000000" pitchFamily="2" charset="0"/>
                  <a:cs typeface="Poppins" panose="00000500000000000000" pitchFamily="2" charset="0"/>
                </a:endParaRPr>
              </a:p>
            </p:txBody>
          </p:sp>
          <p:sp>
            <p:nvSpPr>
              <p:cNvPr id="9241" name="ZoneTexte 9240">
                <a:extLst>
                  <a:ext uri="{FF2B5EF4-FFF2-40B4-BE49-F238E27FC236}">
                    <a16:creationId xmlns:a16="http://schemas.microsoft.com/office/drawing/2014/main" id="{BBBDB8F0-3BEC-4CC2-13AF-21241DFBCE48}"/>
                  </a:ext>
                </a:extLst>
              </p:cNvPr>
              <p:cNvSpPr txBox="1"/>
              <p:nvPr/>
            </p:nvSpPr>
            <p:spPr>
              <a:xfrm>
                <a:off x="1366765" y="3644091"/>
                <a:ext cx="400807" cy="201589"/>
              </a:xfrm>
              <a:prstGeom prst="rect">
                <a:avLst/>
              </a:prstGeom>
              <a:noFill/>
            </p:spPr>
            <p:txBody>
              <a:bodyPr wrap="square" rtlCol="0">
                <a:spAutoFit/>
              </a:bodyPr>
              <a:lstStyle/>
              <a:p>
                <a:r>
                  <a:rPr lang="fr-FR" sz="700" dirty="0"/>
                  <a:t>PK</a:t>
                </a:r>
                <a:endParaRPr lang="es-ES" sz="700" dirty="0"/>
              </a:p>
            </p:txBody>
          </p:sp>
          <p:sp>
            <p:nvSpPr>
              <p:cNvPr id="9249" name="ZoneTexte 9248">
                <a:extLst>
                  <a:ext uri="{FF2B5EF4-FFF2-40B4-BE49-F238E27FC236}">
                    <a16:creationId xmlns:a16="http://schemas.microsoft.com/office/drawing/2014/main" id="{29FC8B1E-4A0C-D791-272D-B970C00ECB29}"/>
                  </a:ext>
                </a:extLst>
              </p:cNvPr>
              <p:cNvSpPr txBox="1"/>
              <p:nvPr/>
            </p:nvSpPr>
            <p:spPr>
              <a:xfrm>
                <a:off x="1369033" y="4444118"/>
                <a:ext cx="400807" cy="201589"/>
              </a:xfrm>
              <a:prstGeom prst="rect">
                <a:avLst/>
              </a:prstGeom>
              <a:noFill/>
            </p:spPr>
            <p:txBody>
              <a:bodyPr wrap="square" rtlCol="0">
                <a:spAutoFit/>
              </a:bodyPr>
              <a:lstStyle/>
              <a:p>
                <a:r>
                  <a:rPr lang="fr-FR" sz="700" dirty="0"/>
                  <a:t>FK</a:t>
                </a:r>
                <a:endParaRPr lang="es-ES" sz="700" dirty="0"/>
              </a:p>
            </p:txBody>
          </p:sp>
          <p:sp>
            <p:nvSpPr>
              <p:cNvPr id="9275" name="ZoneTexte 9274">
                <a:extLst>
                  <a:ext uri="{FF2B5EF4-FFF2-40B4-BE49-F238E27FC236}">
                    <a16:creationId xmlns:a16="http://schemas.microsoft.com/office/drawing/2014/main" id="{3A3CB8EC-B0DD-D91B-EE6A-EDC30FB4CF7D}"/>
                  </a:ext>
                </a:extLst>
              </p:cNvPr>
              <p:cNvSpPr txBox="1"/>
              <p:nvPr/>
            </p:nvSpPr>
            <p:spPr>
              <a:xfrm>
                <a:off x="1779944" y="364025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Code_pc</a:t>
                </a:r>
                <a:endParaRPr lang="es-ES" sz="600" dirty="0">
                  <a:latin typeface="Poppins" panose="00000500000000000000" pitchFamily="2" charset="0"/>
                  <a:cs typeface="Poppins" panose="00000500000000000000" pitchFamily="2" charset="0"/>
                </a:endParaRPr>
              </a:p>
            </p:txBody>
          </p:sp>
          <p:sp>
            <p:nvSpPr>
              <p:cNvPr id="9276" name="ZoneTexte 9275">
                <a:extLst>
                  <a:ext uri="{FF2B5EF4-FFF2-40B4-BE49-F238E27FC236}">
                    <a16:creationId xmlns:a16="http://schemas.microsoft.com/office/drawing/2014/main" id="{834FABC9-FAFB-1A0C-4803-F86720F333AA}"/>
                  </a:ext>
                </a:extLst>
              </p:cNvPr>
              <p:cNvSpPr txBox="1"/>
              <p:nvPr/>
            </p:nvSpPr>
            <p:spPr>
              <a:xfrm>
                <a:off x="1783893" y="3793820"/>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Marque</a:t>
                </a:r>
                <a:endParaRPr lang="es-ES" sz="600" dirty="0">
                  <a:latin typeface="Poppins" panose="00000500000000000000" pitchFamily="2" charset="0"/>
                  <a:cs typeface="Poppins" panose="00000500000000000000" pitchFamily="2" charset="0"/>
                </a:endParaRPr>
              </a:p>
            </p:txBody>
          </p:sp>
          <p:sp>
            <p:nvSpPr>
              <p:cNvPr id="9277" name="ZoneTexte 9276">
                <a:extLst>
                  <a:ext uri="{FF2B5EF4-FFF2-40B4-BE49-F238E27FC236}">
                    <a16:creationId xmlns:a16="http://schemas.microsoft.com/office/drawing/2014/main" id="{B10B86E8-6BAE-71F3-420B-22FEDC92E946}"/>
                  </a:ext>
                </a:extLst>
              </p:cNvPr>
              <p:cNvSpPr txBox="1"/>
              <p:nvPr/>
            </p:nvSpPr>
            <p:spPr>
              <a:xfrm>
                <a:off x="1787842" y="394738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Type_SE</a:t>
                </a:r>
                <a:endParaRPr lang="es-ES" sz="600" dirty="0">
                  <a:latin typeface="Poppins" panose="00000500000000000000" pitchFamily="2" charset="0"/>
                  <a:cs typeface="Poppins" panose="00000500000000000000" pitchFamily="2" charset="0"/>
                </a:endParaRPr>
              </a:p>
            </p:txBody>
          </p:sp>
          <p:sp>
            <p:nvSpPr>
              <p:cNvPr id="9278" name="ZoneTexte 9277">
                <a:extLst>
                  <a:ext uri="{FF2B5EF4-FFF2-40B4-BE49-F238E27FC236}">
                    <a16:creationId xmlns:a16="http://schemas.microsoft.com/office/drawing/2014/main" id="{1F1C4883-F712-4B65-8E11-6879CDB5FC98}"/>
                  </a:ext>
                </a:extLst>
              </p:cNvPr>
              <p:cNvSpPr txBox="1"/>
              <p:nvPr/>
            </p:nvSpPr>
            <p:spPr>
              <a:xfrm>
                <a:off x="1791791" y="4100957"/>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Ram</a:t>
                </a:r>
                <a:endParaRPr lang="es-ES" sz="600" dirty="0">
                  <a:latin typeface="Poppins" panose="00000500000000000000" pitchFamily="2" charset="0"/>
                  <a:cs typeface="Poppins" panose="00000500000000000000" pitchFamily="2" charset="0"/>
                </a:endParaRPr>
              </a:p>
            </p:txBody>
          </p:sp>
          <p:sp>
            <p:nvSpPr>
              <p:cNvPr id="9279" name="ZoneTexte 9278">
                <a:extLst>
                  <a:ext uri="{FF2B5EF4-FFF2-40B4-BE49-F238E27FC236}">
                    <a16:creationId xmlns:a16="http://schemas.microsoft.com/office/drawing/2014/main" id="{7451E3B5-BA25-18F0-5358-8B1D6BF1E555}"/>
                  </a:ext>
                </a:extLst>
              </p:cNvPr>
              <p:cNvSpPr txBox="1"/>
              <p:nvPr/>
            </p:nvSpPr>
            <p:spPr>
              <a:xfrm>
                <a:off x="1795740" y="426988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Dique_dur</a:t>
                </a:r>
                <a:endParaRPr lang="es-ES" sz="600" dirty="0">
                  <a:latin typeface="Poppins" panose="00000500000000000000" pitchFamily="2" charset="0"/>
                  <a:cs typeface="Poppins" panose="00000500000000000000" pitchFamily="2" charset="0"/>
                </a:endParaRPr>
              </a:p>
            </p:txBody>
          </p:sp>
          <p:sp>
            <p:nvSpPr>
              <p:cNvPr id="9280" name="ZoneTexte 9279">
                <a:extLst>
                  <a:ext uri="{FF2B5EF4-FFF2-40B4-BE49-F238E27FC236}">
                    <a16:creationId xmlns:a16="http://schemas.microsoft.com/office/drawing/2014/main" id="{B56F22EB-31F2-1EA6-F01A-4F2F86E91C6F}"/>
                  </a:ext>
                </a:extLst>
              </p:cNvPr>
              <p:cNvSpPr txBox="1"/>
              <p:nvPr/>
            </p:nvSpPr>
            <p:spPr>
              <a:xfrm>
                <a:off x="1799689" y="4442647"/>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grpSp>
        <p:grpSp>
          <p:nvGrpSpPr>
            <p:cNvPr id="9404" name="Groupe 9403">
              <a:extLst>
                <a:ext uri="{FF2B5EF4-FFF2-40B4-BE49-F238E27FC236}">
                  <a16:creationId xmlns:a16="http://schemas.microsoft.com/office/drawing/2014/main" id="{4FF226F4-B7C6-5CFB-6D8D-3C684DBEFF8F}"/>
                </a:ext>
              </a:extLst>
            </p:cNvPr>
            <p:cNvGrpSpPr/>
            <p:nvPr/>
          </p:nvGrpSpPr>
          <p:grpSpPr>
            <a:xfrm>
              <a:off x="9592472" y="2837897"/>
              <a:ext cx="1520301" cy="1051225"/>
              <a:chOff x="9737252" y="1865077"/>
              <a:chExt cx="1520301" cy="1051225"/>
            </a:xfrm>
          </p:grpSpPr>
          <p:grpSp>
            <p:nvGrpSpPr>
              <p:cNvPr id="9306" name="Groupe 9305">
                <a:extLst>
                  <a:ext uri="{FF2B5EF4-FFF2-40B4-BE49-F238E27FC236}">
                    <a16:creationId xmlns:a16="http://schemas.microsoft.com/office/drawing/2014/main" id="{B207BB2E-26D9-0C4E-0A21-979738DB839C}"/>
                  </a:ext>
                </a:extLst>
              </p:cNvPr>
              <p:cNvGrpSpPr/>
              <p:nvPr/>
            </p:nvGrpSpPr>
            <p:grpSpPr>
              <a:xfrm>
                <a:off x="9737252" y="1901126"/>
                <a:ext cx="1520301" cy="1015176"/>
                <a:chOff x="527355" y="1064870"/>
                <a:chExt cx="1747778" cy="1632597"/>
              </a:xfrm>
            </p:grpSpPr>
            <p:sp>
              <p:nvSpPr>
                <p:cNvPr id="9333" name="Rectangle 9332">
                  <a:extLst>
                    <a:ext uri="{FF2B5EF4-FFF2-40B4-BE49-F238E27FC236}">
                      <a16:creationId xmlns:a16="http://schemas.microsoft.com/office/drawing/2014/main" id="{2150166C-E18A-AB6C-690D-2F8C2CD190AA}"/>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34" name="Connecteur droit 9333">
                  <a:extLst>
                    <a:ext uri="{FF2B5EF4-FFF2-40B4-BE49-F238E27FC236}">
                      <a16:creationId xmlns:a16="http://schemas.microsoft.com/office/drawing/2014/main" id="{4AFCDAD7-0057-4381-30EF-B28422907011}"/>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35" name="Connecteur droit 9334">
                  <a:extLst>
                    <a:ext uri="{FF2B5EF4-FFF2-40B4-BE49-F238E27FC236}">
                      <a16:creationId xmlns:a16="http://schemas.microsoft.com/office/drawing/2014/main" id="{DCBC60C8-9C1F-2725-599F-265E66359495}"/>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336" name="Connecteur droit 9335">
                  <a:extLst>
                    <a:ext uri="{FF2B5EF4-FFF2-40B4-BE49-F238E27FC236}">
                      <a16:creationId xmlns:a16="http://schemas.microsoft.com/office/drawing/2014/main" id="{170FCF88-E55F-858B-9870-BAE7EE5C6F6C}"/>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37" name="Connecteur droit 9336">
                  <a:extLst>
                    <a:ext uri="{FF2B5EF4-FFF2-40B4-BE49-F238E27FC236}">
                      <a16:creationId xmlns:a16="http://schemas.microsoft.com/office/drawing/2014/main" id="{F00FA684-E426-6F98-A71E-23E1969EFF07}"/>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38" name="Connecteur droit 9337">
                  <a:extLst>
                    <a:ext uri="{FF2B5EF4-FFF2-40B4-BE49-F238E27FC236}">
                      <a16:creationId xmlns:a16="http://schemas.microsoft.com/office/drawing/2014/main" id="{1495CF73-6FAB-EC43-3FDF-F318CE960026}"/>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39" name="Connecteur droit 9338">
                  <a:extLst>
                    <a:ext uri="{FF2B5EF4-FFF2-40B4-BE49-F238E27FC236}">
                      <a16:creationId xmlns:a16="http://schemas.microsoft.com/office/drawing/2014/main" id="{E3F629CF-5D26-B51D-42B9-081DEB9E4982}"/>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40" name="Connecteur droit 9339">
                  <a:extLst>
                    <a:ext uri="{FF2B5EF4-FFF2-40B4-BE49-F238E27FC236}">
                      <a16:creationId xmlns:a16="http://schemas.microsoft.com/office/drawing/2014/main" id="{E2205C7F-34FA-F874-FA5B-B273C6746B06}"/>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9226" name="ZoneTexte 9225">
                <a:extLst>
                  <a:ext uri="{FF2B5EF4-FFF2-40B4-BE49-F238E27FC236}">
                    <a16:creationId xmlns:a16="http://schemas.microsoft.com/office/drawing/2014/main" id="{3428E391-CFD4-27BF-4DA5-891757F3C5D2}"/>
                  </a:ext>
                </a:extLst>
              </p:cNvPr>
              <p:cNvSpPr txBox="1"/>
              <p:nvPr/>
            </p:nvSpPr>
            <p:spPr>
              <a:xfrm>
                <a:off x="10253616" y="1865077"/>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Panne</a:t>
                </a:r>
                <a:endParaRPr lang="es-ES" sz="800" b="1" dirty="0">
                  <a:solidFill>
                    <a:srgbClr val="3F5B78"/>
                  </a:solidFill>
                  <a:latin typeface="Poppins" panose="00000500000000000000" pitchFamily="2" charset="0"/>
                  <a:cs typeface="Poppins" panose="00000500000000000000" pitchFamily="2" charset="0"/>
                </a:endParaRPr>
              </a:p>
            </p:txBody>
          </p:sp>
          <p:sp>
            <p:nvSpPr>
              <p:cNvPr id="9237" name="ZoneTexte 9236">
                <a:extLst>
                  <a:ext uri="{FF2B5EF4-FFF2-40B4-BE49-F238E27FC236}">
                    <a16:creationId xmlns:a16="http://schemas.microsoft.com/office/drawing/2014/main" id="{4CD0265E-FCEB-6697-B735-3F5F3F968FB5}"/>
                  </a:ext>
                </a:extLst>
              </p:cNvPr>
              <p:cNvSpPr txBox="1"/>
              <p:nvPr/>
            </p:nvSpPr>
            <p:spPr>
              <a:xfrm>
                <a:off x="9754088" y="2011148"/>
                <a:ext cx="400807" cy="201589"/>
              </a:xfrm>
              <a:prstGeom prst="rect">
                <a:avLst/>
              </a:prstGeom>
              <a:noFill/>
            </p:spPr>
            <p:txBody>
              <a:bodyPr wrap="square" rtlCol="0">
                <a:spAutoFit/>
              </a:bodyPr>
              <a:lstStyle/>
              <a:p>
                <a:r>
                  <a:rPr lang="fr-FR" sz="700" dirty="0"/>
                  <a:t>PK</a:t>
                </a:r>
                <a:endParaRPr lang="es-ES" sz="700" dirty="0"/>
              </a:p>
            </p:txBody>
          </p:sp>
          <p:sp>
            <p:nvSpPr>
              <p:cNvPr id="9281" name="ZoneTexte 9280">
                <a:extLst>
                  <a:ext uri="{FF2B5EF4-FFF2-40B4-BE49-F238E27FC236}">
                    <a16:creationId xmlns:a16="http://schemas.microsoft.com/office/drawing/2014/main" id="{30D1F236-829B-D63F-FE31-0F1252E67D59}"/>
                  </a:ext>
                </a:extLst>
              </p:cNvPr>
              <p:cNvSpPr txBox="1"/>
              <p:nvPr/>
            </p:nvSpPr>
            <p:spPr>
              <a:xfrm>
                <a:off x="10093424" y="200346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Id_panne</a:t>
                </a:r>
                <a:endParaRPr lang="es-ES" sz="600" dirty="0">
                  <a:latin typeface="Poppins" panose="00000500000000000000" pitchFamily="2" charset="0"/>
                  <a:cs typeface="Poppins" panose="00000500000000000000" pitchFamily="2" charset="0"/>
                </a:endParaRPr>
              </a:p>
            </p:txBody>
          </p:sp>
          <p:sp>
            <p:nvSpPr>
              <p:cNvPr id="9282" name="ZoneTexte 9281">
                <a:extLst>
                  <a:ext uri="{FF2B5EF4-FFF2-40B4-BE49-F238E27FC236}">
                    <a16:creationId xmlns:a16="http://schemas.microsoft.com/office/drawing/2014/main" id="{2957FF20-F55C-7C60-ED5D-53CD80C3F808}"/>
                  </a:ext>
                </a:extLst>
              </p:cNvPr>
              <p:cNvSpPr txBox="1"/>
              <p:nvPr/>
            </p:nvSpPr>
            <p:spPr>
              <a:xfrm>
                <a:off x="10093424" y="214168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Details</a:t>
                </a:r>
                <a:endParaRPr lang="es-ES" sz="600" dirty="0">
                  <a:latin typeface="Poppins" panose="00000500000000000000" pitchFamily="2" charset="0"/>
                  <a:cs typeface="Poppins" panose="00000500000000000000" pitchFamily="2" charset="0"/>
                </a:endParaRPr>
              </a:p>
            </p:txBody>
          </p:sp>
          <p:sp>
            <p:nvSpPr>
              <p:cNvPr id="9283" name="ZoneTexte 9282">
                <a:extLst>
                  <a:ext uri="{FF2B5EF4-FFF2-40B4-BE49-F238E27FC236}">
                    <a16:creationId xmlns:a16="http://schemas.microsoft.com/office/drawing/2014/main" id="{315253FA-8C74-2A05-5FA4-90A37D220335}"/>
                  </a:ext>
                </a:extLst>
              </p:cNvPr>
              <p:cNvSpPr txBox="1"/>
              <p:nvPr/>
            </p:nvSpPr>
            <p:spPr>
              <a:xfrm>
                <a:off x="10093424" y="227989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Degre_criticité</a:t>
                </a:r>
                <a:endParaRPr lang="es-ES" sz="600" dirty="0">
                  <a:latin typeface="Poppins" panose="00000500000000000000" pitchFamily="2" charset="0"/>
                  <a:cs typeface="Poppins" panose="00000500000000000000" pitchFamily="2" charset="0"/>
                </a:endParaRPr>
              </a:p>
            </p:txBody>
          </p:sp>
          <p:sp>
            <p:nvSpPr>
              <p:cNvPr id="9284" name="ZoneTexte 9283">
                <a:extLst>
                  <a:ext uri="{FF2B5EF4-FFF2-40B4-BE49-F238E27FC236}">
                    <a16:creationId xmlns:a16="http://schemas.microsoft.com/office/drawing/2014/main" id="{8BF8CA0D-5383-C069-DE10-19EDCCA9B0F4}"/>
                  </a:ext>
                </a:extLst>
              </p:cNvPr>
              <p:cNvSpPr txBox="1"/>
              <p:nvPr/>
            </p:nvSpPr>
            <p:spPr>
              <a:xfrm>
                <a:off x="10119092" y="242834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Type_panne</a:t>
                </a:r>
                <a:endParaRPr lang="es-ES" sz="600" dirty="0">
                  <a:latin typeface="Poppins" panose="00000500000000000000" pitchFamily="2" charset="0"/>
                  <a:cs typeface="Poppins" panose="00000500000000000000" pitchFamily="2" charset="0"/>
                </a:endParaRPr>
              </a:p>
            </p:txBody>
          </p:sp>
          <p:sp>
            <p:nvSpPr>
              <p:cNvPr id="9285" name="ZoneTexte 9284">
                <a:extLst>
                  <a:ext uri="{FF2B5EF4-FFF2-40B4-BE49-F238E27FC236}">
                    <a16:creationId xmlns:a16="http://schemas.microsoft.com/office/drawing/2014/main" id="{F3423FAB-1B54-9BA4-ED6E-3E8E7DD1E198}"/>
                  </a:ext>
                </a:extLst>
              </p:cNvPr>
              <p:cNvSpPr txBox="1"/>
              <p:nvPr/>
            </p:nvSpPr>
            <p:spPr>
              <a:xfrm>
                <a:off x="10121066" y="257679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Dete_declaration</a:t>
                </a:r>
                <a:endParaRPr lang="es-ES" sz="600" dirty="0">
                  <a:latin typeface="Poppins" panose="00000500000000000000" pitchFamily="2" charset="0"/>
                  <a:cs typeface="Poppins" panose="00000500000000000000" pitchFamily="2" charset="0"/>
                </a:endParaRPr>
              </a:p>
            </p:txBody>
          </p:sp>
          <p:sp>
            <p:nvSpPr>
              <p:cNvPr id="9286" name="ZoneTexte 9285">
                <a:extLst>
                  <a:ext uri="{FF2B5EF4-FFF2-40B4-BE49-F238E27FC236}">
                    <a16:creationId xmlns:a16="http://schemas.microsoft.com/office/drawing/2014/main" id="{0D3DF533-458A-B7BC-46C0-6D1C3B0261F4}"/>
                  </a:ext>
                </a:extLst>
              </p:cNvPr>
              <p:cNvSpPr txBox="1"/>
              <p:nvPr/>
            </p:nvSpPr>
            <p:spPr>
              <a:xfrm>
                <a:off x="10113168" y="272524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Reparée</a:t>
                </a:r>
                <a:endParaRPr lang="es-ES" sz="600" dirty="0">
                  <a:latin typeface="Poppins" panose="00000500000000000000" pitchFamily="2" charset="0"/>
                  <a:cs typeface="Poppins" panose="00000500000000000000" pitchFamily="2" charset="0"/>
                </a:endParaRPr>
              </a:p>
            </p:txBody>
          </p:sp>
        </p:grpSp>
        <p:grpSp>
          <p:nvGrpSpPr>
            <p:cNvPr id="9405" name="Groupe 9404">
              <a:extLst>
                <a:ext uri="{FF2B5EF4-FFF2-40B4-BE49-F238E27FC236}">
                  <a16:creationId xmlns:a16="http://schemas.microsoft.com/office/drawing/2014/main" id="{0DE3AB7A-B963-B154-EFDD-9ACA3EED7BA9}"/>
                </a:ext>
              </a:extLst>
            </p:cNvPr>
            <p:cNvGrpSpPr/>
            <p:nvPr/>
          </p:nvGrpSpPr>
          <p:grpSpPr>
            <a:xfrm>
              <a:off x="9686814" y="4778815"/>
              <a:ext cx="1520301" cy="1050296"/>
              <a:chOff x="9767459" y="3915215"/>
              <a:chExt cx="1520301" cy="1050296"/>
            </a:xfrm>
          </p:grpSpPr>
          <p:grpSp>
            <p:nvGrpSpPr>
              <p:cNvPr id="9307" name="Groupe 9306">
                <a:extLst>
                  <a:ext uri="{FF2B5EF4-FFF2-40B4-BE49-F238E27FC236}">
                    <a16:creationId xmlns:a16="http://schemas.microsoft.com/office/drawing/2014/main" id="{15BA4A02-B055-FA14-36E8-52BBFB10E072}"/>
                  </a:ext>
                </a:extLst>
              </p:cNvPr>
              <p:cNvGrpSpPr/>
              <p:nvPr/>
            </p:nvGrpSpPr>
            <p:grpSpPr>
              <a:xfrm>
                <a:off x="9767459" y="3950335"/>
                <a:ext cx="1520301" cy="1015176"/>
                <a:chOff x="527355" y="1064870"/>
                <a:chExt cx="1747778" cy="1632597"/>
              </a:xfrm>
            </p:grpSpPr>
            <p:sp>
              <p:nvSpPr>
                <p:cNvPr id="9325" name="Rectangle 9324">
                  <a:extLst>
                    <a:ext uri="{FF2B5EF4-FFF2-40B4-BE49-F238E27FC236}">
                      <a16:creationId xmlns:a16="http://schemas.microsoft.com/office/drawing/2014/main" id="{42A55E8E-BD04-C942-4EFD-051B1ED8739F}"/>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326" name="Connecteur droit 9325">
                  <a:extLst>
                    <a:ext uri="{FF2B5EF4-FFF2-40B4-BE49-F238E27FC236}">
                      <a16:creationId xmlns:a16="http://schemas.microsoft.com/office/drawing/2014/main" id="{12C226BD-3815-8411-F001-98B15E3CD5AB}"/>
                    </a:ext>
                  </a:extLst>
                </p:cNvPr>
                <p:cNvCxnSpPr/>
                <p:nvPr/>
              </p:nvCxnSpPr>
              <p:spPr>
                <a:xfrm>
                  <a:off x="527355" y="1300286"/>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27" name="Connecteur droit 9326">
                  <a:extLst>
                    <a:ext uri="{FF2B5EF4-FFF2-40B4-BE49-F238E27FC236}">
                      <a16:creationId xmlns:a16="http://schemas.microsoft.com/office/drawing/2014/main" id="{6DD63DA6-656C-E2EF-6080-5A7AD6D1876A}"/>
                    </a:ext>
                  </a:extLst>
                </p:cNvPr>
                <p:cNvCxnSpPr>
                  <a:cxnSpLocks/>
                </p:cNvCxnSpPr>
                <p:nvPr/>
              </p:nvCxnSpPr>
              <p:spPr>
                <a:xfrm>
                  <a:off x="913564" y="1302579"/>
                  <a:ext cx="0" cy="1394888"/>
                </a:xfrm>
                <a:prstGeom prst="line">
                  <a:avLst/>
                </a:prstGeom>
                <a:ln w="9525"/>
              </p:spPr>
              <p:style>
                <a:lnRef idx="1">
                  <a:schemeClr val="dk1"/>
                </a:lnRef>
                <a:fillRef idx="0">
                  <a:schemeClr val="dk1"/>
                </a:fillRef>
                <a:effectRef idx="0">
                  <a:schemeClr val="dk1"/>
                </a:effectRef>
                <a:fontRef idx="minor">
                  <a:schemeClr val="tx1"/>
                </a:fontRef>
              </p:style>
            </p:cxnSp>
            <p:cxnSp>
              <p:nvCxnSpPr>
                <p:cNvPr id="9328" name="Connecteur droit 9327">
                  <a:extLst>
                    <a:ext uri="{FF2B5EF4-FFF2-40B4-BE49-F238E27FC236}">
                      <a16:creationId xmlns:a16="http://schemas.microsoft.com/office/drawing/2014/main" id="{FC1386F0-C526-B7EA-043B-F5C4287974A3}"/>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329" name="Connecteur droit 9328">
                  <a:extLst>
                    <a:ext uri="{FF2B5EF4-FFF2-40B4-BE49-F238E27FC236}">
                      <a16:creationId xmlns:a16="http://schemas.microsoft.com/office/drawing/2014/main" id="{F9365603-E1F7-D269-A591-6C3C1E2D277E}"/>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30" name="Connecteur droit 9329">
                  <a:extLst>
                    <a:ext uri="{FF2B5EF4-FFF2-40B4-BE49-F238E27FC236}">
                      <a16:creationId xmlns:a16="http://schemas.microsoft.com/office/drawing/2014/main" id="{9123EC53-B75E-EE52-FD33-CC3A779467C0}"/>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31" name="Connecteur droit 9330">
                  <a:extLst>
                    <a:ext uri="{FF2B5EF4-FFF2-40B4-BE49-F238E27FC236}">
                      <a16:creationId xmlns:a16="http://schemas.microsoft.com/office/drawing/2014/main" id="{B675FDFA-19C5-5F57-96A9-DB8E835FE681}"/>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332" name="Connecteur droit 9331">
                  <a:extLst>
                    <a:ext uri="{FF2B5EF4-FFF2-40B4-BE49-F238E27FC236}">
                      <a16:creationId xmlns:a16="http://schemas.microsoft.com/office/drawing/2014/main" id="{887299F7-043A-F198-2BFF-64C46FB1520B}"/>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9228" name="ZoneTexte 9227">
                <a:extLst>
                  <a:ext uri="{FF2B5EF4-FFF2-40B4-BE49-F238E27FC236}">
                    <a16:creationId xmlns:a16="http://schemas.microsoft.com/office/drawing/2014/main" id="{F2A57F05-7D03-66C3-27CF-1A23330D8E2E}"/>
                  </a:ext>
                </a:extLst>
              </p:cNvPr>
              <p:cNvSpPr txBox="1"/>
              <p:nvPr/>
            </p:nvSpPr>
            <p:spPr>
              <a:xfrm>
                <a:off x="10154895" y="3915215"/>
                <a:ext cx="1008908"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Réservation</a:t>
                </a:r>
                <a:endParaRPr lang="es-ES" sz="800" b="1" dirty="0">
                  <a:solidFill>
                    <a:srgbClr val="3F5B78"/>
                  </a:solidFill>
                  <a:latin typeface="Poppins" panose="00000500000000000000" pitchFamily="2" charset="0"/>
                  <a:cs typeface="Poppins" panose="00000500000000000000" pitchFamily="2" charset="0"/>
                </a:endParaRPr>
              </a:p>
            </p:txBody>
          </p:sp>
          <p:sp>
            <p:nvSpPr>
              <p:cNvPr id="9238" name="ZoneTexte 9237">
                <a:extLst>
                  <a:ext uri="{FF2B5EF4-FFF2-40B4-BE49-F238E27FC236}">
                    <a16:creationId xmlns:a16="http://schemas.microsoft.com/office/drawing/2014/main" id="{B7B27DDB-628A-B81A-A69B-DCF7161CF9C4}"/>
                  </a:ext>
                </a:extLst>
              </p:cNvPr>
              <p:cNvSpPr txBox="1"/>
              <p:nvPr/>
            </p:nvSpPr>
            <p:spPr>
              <a:xfrm>
                <a:off x="9790944" y="4068964"/>
                <a:ext cx="400807" cy="201589"/>
              </a:xfrm>
              <a:prstGeom prst="rect">
                <a:avLst/>
              </a:prstGeom>
              <a:noFill/>
            </p:spPr>
            <p:txBody>
              <a:bodyPr wrap="square" rtlCol="0">
                <a:spAutoFit/>
              </a:bodyPr>
              <a:lstStyle/>
              <a:p>
                <a:r>
                  <a:rPr lang="fr-FR" sz="700" dirty="0"/>
                  <a:t>PK</a:t>
                </a:r>
                <a:endParaRPr lang="es-ES" sz="700" dirty="0"/>
              </a:p>
            </p:txBody>
          </p:sp>
          <p:sp>
            <p:nvSpPr>
              <p:cNvPr id="9287" name="ZoneTexte 9286">
                <a:extLst>
                  <a:ext uri="{FF2B5EF4-FFF2-40B4-BE49-F238E27FC236}">
                    <a16:creationId xmlns:a16="http://schemas.microsoft.com/office/drawing/2014/main" id="{4D5FA79B-F194-58D3-36AA-3DC56D642A7F}"/>
                  </a:ext>
                </a:extLst>
              </p:cNvPr>
              <p:cNvSpPr txBox="1"/>
              <p:nvPr/>
            </p:nvSpPr>
            <p:spPr>
              <a:xfrm>
                <a:off x="10188196" y="405808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9288" name="ZoneTexte 9287">
                <a:extLst>
                  <a:ext uri="{FF2B5EF4-FFF2-40B4-BE49-F238E27FC236}">
                    <a16:creationId xmlns:a16="http://schemas.microsoft.com/office/drawing/2014/main" id="{46B7F350-62B8-03B7-D97E-711486F53E35}"/>
                  </a:ext>
                </a:extLst>
              </p:cNvPr>
              <p:cNvSpPr txBox="1"/>
              <p:nvPr/>
            </p:nvSpPr>
            <p:spPr>
              <a:xfrm>
                <a:off x="10192145" y="418861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Date_reservation</a:t>
                </a:r>
                <a:endParaRPr lang="es-ES" sz="600" dirty="0">
                  <a:latin typeface="Poppins" panose="00000500000000000000" pitchFamily="2" charset="0"/>
                  <a:cs typeface="Poppins" panose="00000500000000000000" pitchFamily="2" charset="0"/>
                </a:endParaRPr>
              </a:p>
            </p:txBody>
          </p:sp>
          <p:sp>
            <p:nvSpPr>
              <p:cNvPr id="9289" name="ZoneTexte 9288">
                <a:extLst>
                  <a:ext uri="{FF2B5EF4-FFF2-40B4-BE49-F238E27FC236}">
                    <a16:creationId xmlns:a16="http://schemas.microsoft.com/office/drawing/2014/main" id="{41B73E49-AF75-9A26-AA0C-E33C7B6014C0}"/>
                  </a:ext>
                </a:extLst>
              </p:cNvPr>
              <p:cNvSpPr txBox="1"/>
              <p:nvPr/>
            </p:nvSpPr>
            <p:spPr>
              <a:xfrm>
                <a:off x="10196094" y="432491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9290" name="ZoneTexte 9289">
                <a:extLst>
                  <a:ext uri="{FF2B5EF4-FFF2-40B4-BE49-F238E27FC236}">
                    <a16:creationId xmlns:a16="http://schemas.microsoft.com/office/drawing/2014/main" id="{F4E0B2C5-E8F4-B9E0-86A7-8C08FD1B6D5A}"/>
                  </a:ext>
                </a:extLst>
              </p:cNvPr>
              <p:cNvSpPr txBox="1"/>
              <p:nvPr/>
            </p:nvSpPr>
            <p:spPr>
              <a:xfrm>
                <a:off x="10200043" y="447080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9291" name="ZoneTexte 9290">
                <a:extLst>
                  <a:ext uri="{FF2B5EF4-FFF2-40B4-BE49-F238E27FC236}">
                    <a16:creationId xmlns:a16="http://schemas.microsoft.com/office/drawing/2014/main" id="{2DEE7552-ADF6-B23D-9A12-C407923576C3}"/>
                  </a:ext>
                </a:extLst>
              </p:cNvPr>
              <p:cNvSpPr txBox="1"/>
              <p:nvPr/>
            </p:nvSpPr>
            <p:spPr>
              <a:xfrm>
                <a:off x="10203992" y="461669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9292" name="ZoneTexte 9291">
                <a:extLst>
                  <a:ext uri="{FF2B5EF4-FFF2-40B4-BE49-F238E27FC236}">
                    <a16:creationId xmlns:a16="http://schemas.microsoft.com/office/drawing/2014/main" id="{DA4A3863-6E37-AFCC-B475-C184E57554A4}"/>
                  </a:ext>
                </a:extLst>
              </p:cNvPr>
              <p:cNvSpPr txBox="1"/>
              <p:nvPr/>
            </p:nvSpPr>
            <p:spPr>
              <a:xfrm>
                <a:off x="10207941" y="4770259"/>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Enseignant</a:t>
                </a:r>
                <a:endParaRPr lang="es-ES" sz="600" dirty="0">
                  <a:latin typeface="Poppins" panose="00000500000000000000" pitchFamily="2" charset="0"/>
                  <a:cs typeface="Poppins" panose="00000500000000000000" pitchFamily="2" charset="0"/>
                </a:endParaRPr>
              </a:p>
            </p:txBody>
          </p:sp>
        </p:grpSp>
        <p:grpSp>
          <p:nvGrpSpPr>
            <p:cNvPr id="9435" name="Groupe 9434">
              <a:extLst>
                <a:ext uri="{FF2B5EF4-FFF2-40B4-BE49-F238E27FC236}">
                  <a16:creationId xmlns:a16="http://schemas.microsoft.com/office/drawing/2014/main" id="{17D3F3B8-F060-CBE1-90EB-4309CFD8CA15}"/>
                </a:ext>
              </a:extLst>
            </p:cNvPr>
            <p:cNvGrpSpPr/>
            <p:nvPr/>
          </p:nvGrpSpPr>
          <p:grpSpPr>
            <a:xfrm>
              <a:off x="2929121" y="1733118"/>
              <a:ext cx="2576329" cy="252955"/>
              <a:chOff x="2929121" y="1733118"/>
              <a:chExt cx="2576329" cy="252955"/>
            </a:xfrm>
          </p:grpSpPr>
          <p:cxnSp>
            <p:nvCxnSpPr>
              <p:cNvPr id="9407" name="Connecteur droit 9406">
                <a:extLst>
                  <a:ext uri="{FF2B5EF4-FFF2-40B4-BE49-F238E27FC236}">
                    <a16:creationId xmlns:a16="http://schemas.microsoft.com/office/drawing/2014/main" id="{CABF2D11-219D-3EBE-47CF-2B8964F39092}"/>
                  </a:ext>
                </a:extLst>
              </p:cNvPr>
              <p:cNvCxnSpPr>
                <a:stCxn id="9389" idx="3"/>
              </p:cNvCxnSpPr>
              <p:nvPr/>
            </p:nvCxnSpPr>
            <p:spPr>
              <a:xfrm flipV="1">
                <a:off x="2929121" y="185356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08" name="Connecteur droit 9407">
                <a:extLst>
                  <a:ext uri="{FF2B5EF4-FFF2-40B4-BE49-F238E27FC236}">
                    <a16:creationId xmlns:a16="http://schemas.microsoft.com/office/drawing/2014/main" id="{766DBB27-9D42-18AE-2222-5D24E122BBC2}"/>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09" name="Connecteur droit 9408">
                <a:extLst>
                  <a:ext uri="{FF2B5EF4-FFF2-40B4-BE49-F238E27FC236}">
                    <a16:creationId xmlns:a16="http://schemas.microsoft.com/office/drawing/2014/main" id="{B9A20088-CA15-2F73-788F-24801F3253F9}"/>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10" name="Connecteur droit 9409">
                <a:extLst>
                  <a:ext uri="{FF2B5EF4-FFF2-40B4-BE49-F238E27FC236}">
                    <a16:creationId xmlns:a16="http://schemas.microsoft.com/office/drawing/2014/main" id="{D7FCDCA3-BA98-1D06-621C-BBE28651D9A7}"/>
                  </a:ext>
                </a:extLst>
              </p:cNvPr>
              <p:cNvCxnSpPr>
                <a:cxnSpLocks/>
                <a:stCxn id="9411"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11" name="Ellipse 9410">
                <a:extLst>
                  <a:ext uri="{FF2B5EF4-FFF2-40B4-BE49-F238E27FC236}">
                    <a16:creationId xmlns:a16="http://schemas.microsoft.com/office/drawing/2014/main" id="{7C0875DE-0790-4FAF-496D-BA04BCAF6DFB}"/>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14" name="ZoneTexte 9413">
                <a:extLst>
                  <a:ext uri="{FF2B5EF4-FFF2-40B4-BE49-F238E27FC236}">
                    <a16:creationId xmlns:a16="http://schemas.microsoft.com/office/drawing/2014/main" id="{195E7C35-133A-0079-EE03-17F81CD53824}"/>
                  </a:ext>
                </a:extLst>
              </p:cNvPr>
              <p:cNvSpPr txBox="1"/>
              <p:nvPr/>
            </p:nvSpPr>
            <p:spPr>
              <a:xfrm>
                <a:off x="3268980" y="1733118"/>
                <a:ext cx="327660" cy="200055"/>
              </a:xfrm>
              <a:prstGeom prst="rect">
                <a:avLst/>
              </a:prstGeom>
              <a:noFill/>
            </p:spPr>
            <p:txBody>
              <a:bodyPr wrap="square" rtlCol="0">
                <a:spAutoFit/>
              </a:bodyPr>
              <a:lstStyle/>
              <a:p>
                <a:r>
                  <a:rPr lang="fr-FR" sz="700" dirty="0"/>
                  <a:t>1-1</a:t>
                </a:r>
                <a:endParaRPr lang="es-ES" sz="700" dirty="0"/>
              </a:p>
            </p:txBody>
          </p:sp>
          <p:sp>
            <p:nvSpPr>
              <p:cNvPr id="9415" name="ZoneTexte 9414">
                <a:extLst>
                  <a:ext uri="{FF2B5EF4-FFF2-40B4-BE49-F238E27FC236}">
                    <a16:creationId xmlns:a16="http://schemas.microsoft.com/office/drawing/2014/main" id="{D07FDA71-975E-8749-4D8C-922AAF81FE25}"/>
                  </a:ext>
                </a:extLst>
              </p:cNvPr>
              <p:cNvSpPr txBox="1"/>
              <p:nvPr/>
            </p:nvSpPr>
            <p:spPr>
              <a:xfrm>
                <a:off x="4843145" y="1741373"/>
                <a:ext cx="327660" cy="200055"/>
              </a:xfrm>
              <a:prstGeom prst="rect">
                <a:avLst/>
              </a:prstGeom>
              <a:noFill/>
            </p:spPr>
            <p:txBody>
              <a:bodyPr wrap="square" rtlCol="0">
                <a:spAutoFit/>
              </a:bodyPr>
              <a:lstStyle/>
              <a:p>
                <a:r>
                  <a:rPr lang="fr-FR" sz="700" dirty="0"/>
                  <a:t>1-1</a:t>
                </a:r>
                <a:endParaRPr lang="es-ES" sz="700" dirty="0"/>
              </a:p>
            </p:txBody>
          </p:sp>
          <p:sp>
            <p:nvSpPr>
              <p:cNvPr id="9416" name="ZoneTexte 9415">
                <a:extLst>
                  <a:ext uri="{FF2B5EF4-FFF2-40B4-BE49-F238E27FC236}">
                    <a16:creationId xmlns:a16="http://schemas.microsoft.com/office/drawing/2014/main" id="{C3A135D6-7232-E902-BB04-DF412994CA17}"/>
                  </a:ext>
                </a:extLst>
              </p:cNvPr>
              <p:cNvSpPr txBox="1"/>
              <p:nvPr/>
            </p:nvSpPr>
            <p:spPr>
              <a:xfrm>
                <a:off x="3993532" y="1759788"/>
                <a:ext cx="488933"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Gère</a:t>
                </a:r>
                <a:endParaRPr lang="es-ES" sz="700" dirty="0">
                  <a:latin typeface="Poppins" panose="00000500000000000000" pitchFamily="2" charset="0"/>
                  <a:cs typeface="Poppins" panose="00000500000000000000" pitchFamily="2" charset="0"/>
                </a:endParaRPr>
              </a:p>
            </p:txBody>
          </p:sp>
        </p:grpSp>
        <p:grpSp>
          <p:nvGrpSpPr>
            <p:cNvPr id="9463" name="Groupe 9462">
              <a:extLst>
                <a:ext uri="{FF2B5EF4-FFF2-40B4-BE49-F238E27FC236}">
                  <a16:creationId xmlns:a16="http://schemas.microsoft.com/office/drawing/2014/main" id="{30863508-9FDB-7AE2-AE50-5FF340967A1F}"/>
                </a:ext>
              </a:extLst>
            </p:cNvPr>
            <p:cNvGrpSpPr/>
            <p:nvPr/>
          </p:nvGrpSpPr>
          <p:grpSpPr>
            <a:xfrm>
              <a:off x="6027303" y="1990146"/>
              <a:ext cx="572870" cy="957459"/>
              <a:chOff x="6027303" y="1990146"/>
              <a:chExt cx="572870" cy="957459"/>
            </a:xfrm>
          </p:grpSpPr>
          <p:cxnSp>
            <p:nvCxnSpPr>
              <p:cNvPr id="9419" name="Connecteur droit 9418">
                <a:extLst>
                  <a:ext uri="{FF2B5EF4-FFF2-40B4-BE49-F238E27FC236}">
                    <a16:creationId xmlns:a16="http://schemas.microsoft.com/office/drawing/2014/main" id="{6E53C35F-C9F2-9B2C-3EEA-7CF6592D78C3}"/>
                  </a:ext>
                </a:extLst>
              </p:cNvPr>
              <p:cNvCxnSpPr>
                <a:cxnSpLocks/>
              </p:cNvCxnSpPr>
              <p:nvPr/>
            </p:nvCxnSpPr>
            <p:spPr>
              <a:xfrm>
                <a:off x="6304724" y="1990146"/>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21" name="Connecteur droit 9420">
                <a:extLst>
                  <a:ext uri="{FF2B5EF4-FFF2-40B4-BE49-F238E27FC236}">
                    <a16:creationId xmlns:a16="http://schemas.microsoft.com/office/drawing/2014/main" id="{237EAA43-0954-C0D4-C72D-D8878249E543}"/>
                  </a:ext>
                </a:extLst>
              </p:cNvPr>
              <p:cNvCxnSpPr>
                <a:cxnSpLocks/>
              </p:cNvCxnSpPr>
              <p:nvPr/>
            </p:nvCxnSpPr>
            <p:spPr>
              <a:xfrm flipH="1">
                <a:off x="6304667" y="2217369"/>
                <a:ext cx="57" cy="12023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22" name="Connecteur droit 9421">
                <a:extLst>
                  <a:ext uri="{FF2B5EF4-FFF2-40B4-BE49-F238E27FC236}">
                    <a16:creationId xmlns:a16="http://schemas.microsoft.com/office/drawing/2014/main" id="{ACE807DE-8AE6-39C0-A476-037888CCF249}"/>
                  </a:ext>
                </a:extLst>
              </p:cNvPr>
              <p:cNvCxnSpPr>
                <a:cxnSpLocks/>
              </p:cNvCxnSpPr>
              <p:nvPr/>
            </p:nvCxnSpPr>
            <p:spPr>
              <a:xfrm>
                <a:off x="6306572" y="2597262"/>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23" name="Connecteur droit 9422">
                <a:extLst>
                  <a:ext uri="{FF2B5EF4-FFF2-40B4-BE49-F238E27FC236}">
                    <a16:creationId xmlns:a16="http://schemas.microsoft.com/office/drawing/2014/main" id="{083B4D59-308F-BDD8-C1CC-594180B1C38F}"/>
                  </a:ext>
                </a:extLst>
              </p:cNvPr>
              <p:cNvCxnSpPr>
                <a:cxnSpLocks/>
              </p:cNvCxnSpPr>
              <p:nvPr/>
            </p:nvCxnSpPr>
            <p:spPr>
              <a:xfrm>
                <a:off x="6309931" y="2826467"/>
                <a:ext cx="0" cy="12113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26" name="Ellipse 9425">
                <a:extLst>
                  <a:ext uri="{FF2B5EF4-FFF2-40B4-BE49-F238E27FC236}">
                    <a16:creationId xmlns:a16="http://schemas.microsoft.com/office/drawing/2014/main" id="{10D5148A-21A4-4DB6-CAE0-525956C50D0E}"/>
                  </a:ext>
                </a:extLst>
              </p:cNvPr>
              <p:cNvSpPr/>
              <p:nvPr/>
            </p:nvSpPr>
            <p:spPr>
              <a:xfrm>
                <a:off x="6027303" y="2346259"/>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32" name="ZoneTexte 9431">
                <a:extLst>
                  <a:ext uri="{FF2B5EF4-FFF2-40B4-BE49-F238E27FC236}">
                    <a16:creationId xmlns:a16="http://schemas.microsoft.com/office/drawing/2014/main" id="{C269FECB-D8D6-08E1-6EAF-84C12DA674DA}"/>
                  </a:ext>
                </a:extLst>
              </p:cNvPr>
              <p:cNvSpPr txBox="1"/>
              <p:nvPr/>
            </p:nvSpPr>
            <p:spPr>
              <a:xfrm>
                <a:off x="6153785" y="2053793"/>
                <a:ext cx="327660" cy="200055"/>
              </a:xfrm>
              <a:prstGeom prst="rect">
                <a:avLst/>
              </a:prstGeom>
              <a:noFill/>
            </p:spPr>
            <p:txBody>
              <a:bodyPr wrap="square" rtlCol="0">
                <a:spAutoFit/>
              </a:bodyPr>
              <a:lstStyle/>
              <a:p>
                <a:r>
                  <a:rPr lang="fr-FR" sz="700" dirty="0"/>
                  <a:t>1-N</a:t>
                </a:r>
                <a:endParaRPr lang="es-ES" sz="700" dirty="0"/>
              </a:p>
            </p:txBody>
          </p:sp>
          <p:sp>
            <p:nvSpPr>
              <p:cNvPr id="9433" name="ZoneTexte 9432">
                <a:extLst>
                  <a:ext uri="{FF2B5EF4-FFF2-40B4-BE49-F238E27FC236}">
                    <a16:creationId xmlns:a16="http://schemas.microsoft.com/office/drawing/2014/main" id="{84D94BD2-F0BA-D277-63CE-08AB9F710034}"/>
                  </a:ext>
                </a:extLst>
              </p:cNvPr>
              <p:cNvSpPr txBox="1"/>
              <p:nvPr/>
            </p:nvSpPr>
            <p:spPr>
              <a:xfrm>
                <a:off x="6161405" y="2665933"/>
                <a:ext cx="327660" cy="200055"/>
              </a:xfrm>
              <a:prstGeom prst="rect">
                <a:avLst/>
              </a:prstGeom>
              <a:noFill/>
            </p:spPr>
            <p:txBody>
              <a:bodyPr wrap="square" rtlCol="0">
                <a:spAutoFit/>
              </a:bodyPr>
              <a:lstStyle/>
              <a:p>
                <a:r>
                  <a:rPr lang="fr-FR" sz="700" dirty="0"/>
                  <a:t>1-1</a:t>
                </a:r>
                <a:endParaRPr lang="es-ES" sz="700" dirty="0"/>
              </a:p>
            </p:txBody>
          </p:sp>
          <p:sp>
            <p:nvSpPr>
              <p:cNvPr id="9434" name="ZoneTexte 9433">
                <a:extLst>
                  <a:ext uri="{FF2B5EF4-FFF2-40B4-BE49-F238E27FC236}">
                    <a16:creationId xmlns:a16="http://schemas.microsoft.com/office/drawing/2014/main" id="{A29B6A71-9648-446A-D42A-4790CA4FA1BA}"/>
                  </a:ext>
                </a:extLst>
              </p:cNvPr>
              <p:cNvSpPr txBox="1"/>
              <p:nvPr/>
            </p:nvSpPr>
            <p:spPr>
              <a:xfrm>
                <a:off x="6059804" y="2371293"/>
                <a:ext cx="518791" cy="200055"/>
              </a:xfrm>
              <a:prstGeom prst="rect">
                <a:avLst/>
              </a:prstGeom>
              <a:noFill/>
            </p:spPr>
            <p:txBody>
              <a:bodyPr wrap="square" rtlCol="0">
                <a:spAutoFit/>
              </a:bodyPr>
              <a:lstStyle/>
              <a:p>
                <a:r>
                  <a:rPr lang="fr-FR" sz="700" dirty="0"/>
                  <a:t>Consulte</a:t>
                </a:r>
                <a:endParaRPr lang="es-ES" sz="700" dirty="0"/>
              </a:p>
            </p:txBody>
          </p:sp>
        </p:grpSp>
        <p:grpSp>
          <p:nvGrpSpPr>
            <p:cNvPr id="9436" name="Groupe 9435">
              <a:extLst>
                <a:ext uri="{FF2B5EF4-FFF2-40B4-BE49-F238E27FC236}">
                  <a16:creationId xmlns:a16="http://schemas.microsoft.com/office/drawing/2014/main" id="{95D3E3D1-8F49-C146-1EDB-580308514C84}"/>
                </a:ext>
              </a:extLst>
            </p:cNvPr>
            <p:cNvGrpSpPr/>
            <p:nvPr/>
          </p:nvGrpSpPr>
          <p:grpSpPr>
            <a:xfrm>
              <a:off x="2882131" y="3424758"/>
              <a:ext cx="2663959" cy="252955"/>
              <a:chOff x="2841491" y="1733118"/>
              <a:chExt cx="2663959" cy="252955"/>
            </a:xfrm>
          </p:grpSpPr>
          <p:cxnSp>
            <p:nvCxnSpPr>
              <p:cNvPr id="9438" name="Connecteur droit 9437">
                <a:extLst>
                  <a:ext uri="{FF2B5EF4-FFF2-40B4-BE49-F238E27FC236}">
                    <a16:creationId xmlns:a16="http://schemas.microsoft.com/office/drawing/2014/main" id="{C2FF16C0-58CF-7307-9BAD-9C9A4A303566}"/>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39" name="Connecteur droit 9438">
                <a:extLst>
                  <a:ext uri="{FF2B5EF4-FFF2-40B4-BE49-F238E27FC236}">
                    <a16:creationId xmlns:a16="http://schemas.microsoft.com/office/drawing/2014/main" id="{C6D1CD2F-5CFC-E9C6-5CD3-3EA4D424482C}"/>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40" name="Connecteur droit 9439">
                <a:extLst>
                  <a:ext uri="{FF2B5EF4-FFF2-40B4-BE49-F238E27FC236}">
                    <a16:creationId xmlns:a16="http://schemas.microsoft.com/office/drawing/2014/main" id="{DB10A5CE-DA5C-3D04-48AF-2D3E5CEDD172}"/>
                  </a:ext>
                </a:extLst>
              </p:cNvPr>
              <p:cNvCxnSpPr>
                <a:cxnSpLocks/>
                <a:stCxn id="9441"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41" name="Ellipse 9440">
                <a:extLst>
                  <a:ext uri="{FF2B5EF4-FFF2-40B4-BE49-F238E27FC236}">
                    <a16:creationId xmlns:a16="http://schemas.microsoft.com/office/drawing/2014/main" id="{1784A21D-6636-99FD-874A-86C0D937E654}"/>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42" name="ZoneTexte 9441">
                <a:extLst>
                  <a:ext uri="{FF2B5EF4-FFF2-40B4-BE49-F238E27FC236}">
                    <a16:creationId xmlns:a16="http://schemas.microsoft.com/office/drawing/2014/main" id="{21300F94-6613-FA9D-4F3B-FB2DD3E87E64}"/>
                  </a:ext>
                </a:extLst>
              </p:cNvPr>
              <p:cNvSpPr txBox="1"/>
              <p:nvPr/>
            </p:nvSpPr>
            <p:spPr>
              <a:xfrm>
                <a:off x="3268980" y="1733118"/>
                <a:ext cx="327660" cy="200055"/>
              </a:xfrm>
              <a:prstGeom prst="rect">
                <a:avLst/>
              </a:prstGeom>
              <a:noFill/>
            </p:spPr>
            <p:txBody>
              <a:bodyPr wrap="square" rtlCol="0">
                <a:spAutoFit/>
              </a:bodyPr>
              <a:lstStyle/>
              <a:p>
                <a:r>
                  <a:rPr lang="fr-FR" sz="700" dirty="0"/>
                  <a:t>1-1</a:t>
                </a:r>
                <a:endParaRPr lang="es-ES" sz="700" dirty="0"/>
              </a:p>
            </p:txBody>
          </p:sp>
          <p:sp>
            <p:nvSpPr>
              <p:cNvPr id="9443" name="ZoneTexte 9442">
                <a:extLst>
                  <a:ext uri="{FF2B5EF4-FFF2-40B4-BE49-F238E27FC236}">
                    <a16:creationId xmlns:a16="http://schemas.microsoft.com/office/drawing/2014/main" id="{5D20328D-837F-25DF-5803-D1719D948C09}"/>
                  </a:ext>
                </a:extLst>
              </p:cNvPr>
              <p:cNvSpPr txBox="1"/>
              <p:nvPr/>
            </p:nvSpPr>
            <p:spPr>
              <a:xfrm>
                <a:off x="4843145" y="1741373"/>
                <a:ext cx="327660" cy="200055"/>
              </a:xfrm>
              <a:prstGeom prst="rect">
                <a:avLst/>
              </a:prstGeom>
              <a:noFill/>
            </p:spPr>
            <p:txBody>
              <a:bodyPr wrap="square" rtlCol="0">
                <a:spAutoFit/>
              </a:bodyPr>
              <a:lstStyle/>
              <a:p>
                <a:r>
                  <a:rPr lang="fr-FR" sz="700" dirty="0"/>
                  <a:t>1-N</a:t>
                </a:r>
                <a:endParaRPr lang="es-ES" sz="700" dirty="0"/>
              </a:p>
            </p:txBody>
          </p:sp>
          <p:sp>
            <p:nvSpPr>
              <p:cNvPr id="9444" name="ZoneTexte 9443">
                <a:extLst>
                  <a:ext uri="{FF2B5EF4-FFF2-40B4-BE49-F238E27FC236}">
                    <a16:creationId xmlns:a16="http://schemas.microsoft.com/office/drawing/2014/main" id="{BF9392EA-31A2-2D17-18B3-E794F4CED0C8}"/>
                  </a:ext>
                </a:extLst>
              </p:cNvPr>
              <p:cNvSpPr txBox="1"/>
              <p:nvPr/>
            </p:nvSpPr>
            <p:spPr>
              <a:xfrm>
                <a:off x="3917332" y="1759788"/>
                <a:ext cx="621648"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Possède</a:t>
                </a:r>
                <a:endParaRPr lang="es-ES" sz="700" dirty="0">
                  <a:latin typeface="Poppins" panose="00000500000000000000" pitchFamily="2" charset="0"/>
                  <a:cs typeface="Poppins" panose="00000500000000000000" pitchFamily="2" charset="0"/>
                </a:endParaRPr>
              </a:p>
            </p:txBody>
          </p:sp>
          <p:cxnSp>
            <p:nvCxnSpPr>
              <p:cNvPr id="9447" name="Connecteur droit 9446">
                <a:extLst>
                  <a:ext uri="{FF2B5EF4-FFF2-40B4-BE49-F238E27FC236}">
                    <a16:creationId xmlns:a16="http://schemas.microsoft.com/office/drawing/2014/main" id="{277192FF-7AA2-5506-1B62-763E61F2447D}"/>
                  </a:ext>
                </a:extLst>
              </p:cNvPr>
              <p:cNvCxnSpPr>
                <a:cxnSpLocks/>
              </p:cNvCxnSpPr>
              <p:nvPr/>
            </p:nvCxnSpPr>
            <p:spPr>
              <a:xfrm>
                <a:off x="2841491" y="1853812"/>
                <a:ext cx="482099" cy="0"/>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grpSp>
        <p:grpSp>
          <p:nvGrpSpPr>
            <p:cNvPr id="9449" name="Groupe 9448">
              <a:extLst>
                <a:ext uri="{FF2B5EF4-FFF2-40B4-BE49-F238E27FC236}">
                  <a16:creationId xmlns:a16="http://schemas.microsoft.com/office/drawing/2014/main" id="{28A8EA7B-49C3-A98C-7BC0-FF35FF7985AC}"/>
                </a:ext>
              </a:extLst>
            </p:cNvPr>
            <p:cNvGrpSpPr/>
            <p:nvPr/>
          </p:nvGrpSpPr>
          <p:grpSpPr>
            <a:xfrm>
              <a:off x="7076441" y="3424758"/>
              <a:ext cx="2510790" cy="252955"/>
              <a:chOff x="3048501" y="1733118"/>
              <a:chExt cx="2422635" cy="252955"/>
            </a:xfrm>
          </p:grpSpPr>
          <p:cxnSp>
            <p:nvCxnSpPr>
              <p:cNvPr id="9450" name="Connecteur droit 9449">
                <a:extLst>
                  <a:ext uri="{FF2B5EF4-FFF2-40B4-BE49-F238E27FC236}">
                    <a16:creationId xmlns:a16="http://schemas.microsoft.com/office/drawing/2014/main" id="{5BD88DC4-241C-0F4D-BEE0-30DB0F9F2E05}"/>
                  </a:ext>
                </a:extLst>
              </p:cNvPr>
              <p:cNvCxnSpPr>
                <a:cxnSpLocks/>
              </p:cNvCxnSpPr>
              <p:nvPr/>
            </p:nvCxnSpPr>
            <p:spPr>
              <a:xfrm>
                <a:off x="3048501" y="1853812"/>
                <a:ext cx="278899" cy="0"/>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51" name="Connecteur droit 9450">
                <a:extLst>
                  <a:ext uri="{FF2B5EF4-FFF2-40B4-BE49-F238E27FC236}">
                    <a16:creationId xmlns:a16="http://schemas.microsoft.com/office/drawing/2014/main" id="{C2BC1AA3-9367-2976-F34E-B601F99252E8}"/>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52" name="Connecteur droit 9451">
                <a:extLst>
                  <a:ext uri="{FF2B5EF4-FFF2-40B4-BE49-F238E27FC236}">
                    <a16:creationId xmlns:a16="http://schemas.microsoft.com/office/drawing/2014/main" id="{44AE7DF5-26AA-8D10-95FD-4D0B80B6D40F}"/>
                  </a:ext>
                </a:extLst>
              </p:cNvPr>
              <p:cNvCxnSpPr/>
              <p:nvPr/>
            </p:nvCxnSpPr>
            <p:spPr>
              <a:xfrm flipV="1">
                <a:off x="5068412"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53" name="Connecteur droit 9452">
                <a:extLst>
                  <a:ext uri="{FF2B5EF4-FFF2-40B4-BE49-F238E27FC236}">
                    <a16:creationId xmlns:a16="http://schemas.microsoft.com/office/drawing/2014/main" id="{8FC7B873-ECEF-06DF-1F76-0BCD05C7281A}"/>
                  </a:ext>
                </a:extLst>
              </p:cNvPr>
              <p:cNvCxnSpPr>
                <a:cxnSpLocks/>
                <a:stCxn id="9454"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54" name="Ellipse 9453">
                <a:extLst>
                  <a:ext uri="{FF2B5EF4-FFF2-40B4-BE49-F238E27FC236}">
                    <a16:creationId xmlns:a16="http://schemas.microsoft.com/office/drawing/2014/main" id="{1E3C6A5A-DA51-0951-7610-E4E2A40685BE}"/>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55" name="ZoneTexte 9454">
                <a:extLst>
                  <a:ext uri="{FF2B5EF4-FFF2-40B4-BE49-F238E27FC236}">
                    <a16:creationId xmlns:a16="http://schemas.microsoft.com/office/drawing/2014/main" id="{94A8561C-7C01-C982-A82B-EC57E0E07C2A}"/>
                  </a:ext>
                </a:extLst>
              </p:cNvPr>
              <p:cNvSpPr txBox="1"/>
              <p:nvPr/>
            </p:nvSpPr>
            <p:spPr>
              <a:xfrm>
                <a:off x="3268980" y="1733118"/>
                <a:ext cx="327660" cy="200055"/>
              </a:xfrm>
              <a:prstGeom prst="rect">
                <a:avLst/>
              </a:prstGeom>
              <a:noFill/>
            </p:spPr>
            <p:txBody>
              <a:bodyPr wrap="square" rtlCol="0">
                <a:spAutoFit/>
              </a:bodyPr>
              <a:lstStyle/>
              <a:p>
                <a:r>
                  <a:rPr lang="fr-FR" sz="700" dirty="0"/>
                  <a:t>0-N</a:t>
                </a:r>
                <a:endParaRPr lang="es-ES" sz="700" dirty="0"/>
              </a:p>
            </p:txBody>
          </p:sp>
          <p:sp>
            <p:nvSpPr>
              <p:cNvPr id="9456" name="ZoneTexte 9455">
                <a:extLst>
                  <a:ext uri="{FF2B5EF4-FFF2-40B4-BE49-F238E27FC236}">
                    <a16:creationId xmlns:a16="http://schemas.microsoft.com/office/drawing/2014/main" id="{B89F70A8-AABB-1EA2-EBB3-831B65066336}"/>
                  </a:ext>
                </a:extLst>
              </p:cNvPr>
              <p:cNvSpPr txBox="1"/>
              <p:nvPr/>
            </p:nvSpPr>
            <p:spPr>
              <a:xfrm>
                <a:off x="4843145" y="1741373"/>
                <a:ext cx="327660" cy="200055"/>
              </a:xfrm>
              <a:prstGeom prst="rect">
                <a:avLst/>
              </a:prstGeom>
              <a:noFill/>
            </p:spPr>
            <p:txBody>
              <a:bodyPr wrap="square" rtlCol="0">
                <a:spAutoFit/>
              </a:bodyPr>
              <a:lstStyle/>
              <a:p>
                <a:r>
                  <a:rPr lang="fr-FR" sz="700" dirty="0"/>
                  <a:t>1-N</a:t>
                </a:r>
                <a:endParaRPr lang="es-ES" sz="700" dirty="0"/>
              </a:p>
            </p:txBody>
          </p:sp>
          <p:sp>
            <p:nvSpPr>
              <p:cNvPr id="9457" name="ZoneTexte 9456">
                <a:extLst>
                  <a:ext uri="{FF2B5EF4-FFF2-40B4-BE49-F238E27FC236}">
                    <a16:creationId xmlns:a16="http://schemas.microsoft.com/office/drawing/2014/main" id="{C8ECC7AB-7C44-FBF5-4DF9-9A59E19B8BD0}"/>
                  </a:ext>
                </a:extLst>
              </p:cNvPr>
              <p:cNvSpPr txBox="1"/>
              <p:nvPr/>
            </p:nvSpPr>
            <p:spPr>
              <a:xfrm>
                <a:off x="3993532" y="1759788"/>
                <a:ext cx="488933"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Subit</a:t>
                </a:r>
                <a:endParaRPr lang="es-ES" sz="700" dirty="0">
                  <a:latin typeface="Poppins" panose="00000500000000000000" pitchFamily="2" charset="0"/>
                  <a:cs typeface="Poppins" panose="00000500000000000000" pitchFamily="2" charset="0"/>
                </a:endParaRPr>
              </a:p>
            </p:txBody>
          </p:sp>
        </p:grpSp>
        <p:grpSp>
          <p:nvGrpSpPr>
            <p:cNvPr id="9464" name="Groupe 9463">
              <a:extLst>
                <a:ext uri="{FF2B5EF4-FFF2-40B4-BE49-F238E27FC236}">
                  <a16:creationId xmlns:a16="http://schemas.microsoft.com/office/drawing/2014/main" id="{F6595F5F-EAF5-06A2-8378-C22443FE2DC2}"/>
                </a:ext>
              </a:extLst>
            </p:cNvPr>
            <p:cNvGrpSpPr/>
            <p:nvPr/>
          </p:nvGrpSpPr>
          <p:grpSpPr>
            <a:xfrm>
              <a:off x="6027303" y="3978966"/>
              <a:ext cx="576697" cy="1034994"/>
              <a:chOff x="6027303" y="1990146"/>
              <a:chExt cx="576697" cy="957459"/>
            </a:xfrm>
          </p:grpSpPr>
          <p:cxnSp>
            <p:nvCxnSpPr>
              <p:cNvPr id="9465" name="Connecteur droit 9464">
                <a:extLst>
                  <a:ext uri="{FF2B5EF4-FFF2-40B4-BE49-F238E27FC236}">
                    <a16:creationId xmlns:a16="http://schemas.microsoft.com/office/drawing/2014/main" id="{43A98621-2003-10E2-0EAE-7C27623B2F4E}"/>
                  </a:ext>
                </a:extLst>
              </p:cNvPr>
              <p:cNvCxnSpPr>
                <a:cxnSpLocks/>
              </p:cNvCxnSpPr>
              <p:nvPr/>
            </p:nvCxnSpPr>
            <p:spPr>
              <a:xfrm>
                <a:off x="6304724" y="1990146"/>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66" name="Connecteur droit 9465">
                <a:extLst>
                  <a:ext uri="{FF2B5EF4-FFF2-40B4-BE49-F238E27FC236}">
                    <a16:creationId xmlns:a16="http://schemas.microsoft.com/office/drawing/2014/main" id="{CE15AE81-85BE-40BF-0D9C-5DC720AC3BDD}"/>
                  </a:ext>
                </a:extLst>
              </p:cNvPr>
              <p:cNvCxnSpPr>
                <a:cxnSpLocks/>
              </p:cNvCxnSpPr>
              <p:nvPr/>
            </p:nvCxnSpPr>
            <p:spPr>
              <a:xfrm flipH="1">
                <a:off x="6304667" y="2217369"/>
                <a:ext cx="57" cy="12023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67" name="Connecteur droit 9466">
                <a:extLst>
                  <a:ext uri="{FF2B5EF4-FFF2-40B4-BE49-F238E27FC236}">
                    <a16:creationId xmlns:a16="http://schemas.microsoft.com/office/drawing/2014/main" id="{50514709-9F9C-2AA7-8EC5-7FFAFF648D84}"/>
                  </a:ext>
                </a:extLst>
              </p:cNvPr>
              <p:cNvCxnSpPr>
                <a:cxnSpLocks/>
              </p:cNvCxnSpPr>
              <p:nvPr/>
            </p:nvCxnSpPr>
            <p:spPr>
              <a:xfrm>
                <a:off x="6306572" y="2597262"/>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68" name="Connecteur droit 9467">
                <a:extLst>
                  <a:ext uri="{FF2B5EF4-FFF2-40B4-BE49-F238E27FC236}">
                    <a16:creationId xmlns:a16="http://schemas.microsoft.com/office/drawing/2014/main" id="{FCA4DCBE-758D-8929-7191-45E4F717D0F5}"/>
                  </a:ext>
                </a:extLst>
              </p:cNvPr>
              <p:cNvCxnSpPr>
                <a:cxnSpLocks/>
              </p:cNvCxnSpPr>
              <p:nvPr/>
            </p:nvCxnSpPr>
            <p:spPr>
              <a:xfrm>
                <a:off x="6309931" y="2826467"/>
                <a:ext cx="0" cy="12113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69" name="Ellipse 9468">
                <a:extLst>
                  <a:ext uri="{FF2B5EF4-FFF2-40B4-BE49-F238E27FC236}">
                    <a16:creationId xmlns:a16="http://schemas.microsoft.com/office/drawing/2014/main" id="{225E33BB-D361-ED51-5E31-CE7E23150572}"/>
                  </a:ext>
                </a:extLst>
              </p:cNvPr>
              <p:cNvSpPr/>
              <p:nvPr/>
            </p:nvSpPr>
            <p:spPr>
              <a:xfrm>
                <a:off x="6027303" y="2346259"/>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70" name="ZoneTexte 9469">
                <a:extLst>
                  <a:ext uri="{FF2B5EF4-FFF2-40B4-BE49-F238E27FC236}">
                    <a16:creationId xmlns:a16="http://schemas.microsoft.com/office/drawing/2014/main" id="{A799CBFF-035F-9694-E547-F22F3D98C366}"/>
                  </a:ext>
                </a:extLst>
              </p:cNvPr>
              <p:cNvSpPr txBox="1"/>
              <p:nvPr/>
            </p:nvSpPr>
            <p:spPr>
              <a:xfrm>
                <a:off x="6153785" y="2053793"/>
                <a:ext cx="327660" cy="185068"/>
              </a:xfrm>
              <a:prstGeom prst="rect">
                <a:avLst/>
              </a:prstGeom>
              <a:noFill/>
            </p:spPr>
            <p:txBody>
              <a:bodyPr wrap="square" rtlCol="0">
                <a:spAutoFit/>
              </a:bodyPr>
              <a:lstStyle/>
              <a:p>
                <a:r>
                  <a:rPr lang="fr-FR" sz="700" dirty="0"/>
                  <a:t>1-1</a:t>
                </a:r>
                <a:endParaRPr lang="es-ES" sz="700" dirty="0"/>
              </a:p>
            </p:txBody>
          </p:sp>
          <p:sp>
            <p:nvSpPr>
              <p:cNvPr id="9471" name="ZoneTexte 9470">
                <a:extLst>
                  <a:ext uri="{FF2B5EF4-FFF2-40B4-BE49-F238E27FC236}">
                    <a16:creationId xmlns:a16="http://schemas.microsoft.com/office/drawing/2014/main" id="{849C1AE4-F74D-2E30-A660-C9D005E2CBDA}"/>
                  </a:ext>
                </a:extLst>
              </p:cNvPr>
              <p:cNvSpPr txBox="1"/>
              <p:nvPr/>
            </p:nvSpPr>
            <p:spPr>
              <a:xfrm>
                <a:off x="6161405" y="2665933"/>
                <a:ext cx="327660" cy="200055"/>
              </a:xfrm>
              <a:prstGeom prst="rect">
                <a:avLst/>
              </a:prstGeom>
              <a:noFill/>
            </p:spPr>
            <p:txBody>
              <a:bodyPr wrap="square" rtlCol="0">
                <a:spAutoFit/>
              </a:bodyPr>
              <a:lstStyle/>
              <a:p>
                <a:r>
                  <a:rPr lang="fr-FR" sz="700" dirty="0"/>
                  <a:t>1-1</a:t>
                </a:r>
                <a:endParaRPr lang="es-ES" sz="700" dirty="0"/>
              </a:p>
            </p:txBody>
          </p:sp>
          <p:sp>
            <p:nvSpPr>
              <p:cNvPr id="9472" name="ZoneTexte 9471">
                <a:extLst>
                  <a:ext uri="{FF2B5EF4-FFF2-40B4-BE49-F238E27FC236}">
                    <a16:creationId xmlns:a16="http://schemas.microsoft.com/office/drawing/2014/main" id="{F99102C8-23E8-4E95-32D9-2A782BDB2434}"/>
                  </a:ext>
                </a:extLst>
              </p:cNvPr>
              <p:cNvSpPr txBox="1"/>
              <p:nvPr/>
            </p:nvSpPr>
            <p:spPr>
              <a:xfrm>
                <a:off x="6049644" y="2380692"/>
                <a:ext cx="554356" cy="185068"/>
              </a:xfrm>
              <a:prstGeom prst="rect">
                <a:avLst/>
              </a:prstGeom>
              <a:noFill/>
            </p:spPr>
            <p:txBody>
              <a:bodyPr wrap="square" rtlCol="0">
                <a:spAutoFit/>
              </a:bodyPr>
              <a:lstStyle/>
              <a:p>
                <a:r>
                  <a:rPr lang="fr-FR" sz="700" dirty="0"/>
                  <a:t>Concerne</a:t>
                </a:r>
                <a:endParaRPr lang="es-ES" sz="700" dirty="0"/>
              </a:p>
            </p:txBody>
          </p:sp>
        </p:grpSp>
        <p:grpSp>
          <p:nvGrpSpPr>
            <p:cNvPr id="9478" name="Groupe 9477">
              <a:extLst>
                <a:ext uri="{FF2B5EF4-FFF2-40B4-BE49-F238E27FC236}">
                  <a16:creationId xmlns:a16="http://schemas.microsoft.com/office/drawing/2014/main" id="{38965F48-246E-A0A8-2770-75F257E888A3}"/>
                </a:ext>
              </a:extLst>
            </p:cNvPr>
            <p:cNvGrpSpPr/>
            <p:nvPr/>
          </p:nvGrpSpPr>
          <p:grpSpPr>
            <a:xfrm rot="20079008">
              <a:off x="2727349" y="4439177"/>
              <a:ext cx="2971515" cy="422873"/>
              <a:chOff x="2533935" y="1674115"/>
              <a:chExt cx="2971515" cy="422873"/>
            </a:xfrm>
          </p:grpSpPr>
          <p:cxnSp>
            <p:nvCxnSpPr>
              <p:cNvPr id="9479" name="Connecteur droit 9478">
                <a:extLst>
                  <a:ext uri="{FF2B5EF4-FFF2-40B4-BE49-F238E27FC236}">
                    <a16:creationId xmlns:a16="http://schemas.microsoft.com/office/drawing/2014/main" id="{16AF72F9-01E5-2475-6E11-4783352EE8D2}"/>
                  </a:ext>
                </a:extLst>
              </p:cNvPr>
              <p:cNvCxnSpPr>
                <a:cxnSpLocks/>
              </p:cNvCxnSpPr>
              <p:nvPr/>
            </p:nvCxnSpPr>
            <p:spPr>
              <a:xfrm rot="1520992" flipV="1">
                <a:off x="2533935" y="1674115"/>
                <a:ext cx="743164" cy="422873"/>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81" name="Connecteur droit 9480">
                <a:extLst>
                  <a:ext uri="{FF2B5EF4-FFF2-40B4-BE49-F238E27FC236}">
                    <a16:creationId xmlns:a16="http://schemas.microsoft.com/office/drawing/2014/main" id="{662FE17D-A6D6-C99A-297F-90FC0CF47F7D}"/>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483" name="Ellipse 9482">
                <a:extLst>
                  <a:ext uri="{FF2B5EF4-FFF2-40B4-BE49-F238E27FC236}">
                    <a16:creationId xmlns:a16="http://schemas.microsoft.com/office/drawing/2014/main" id="{3B0A07B8-0B1E-A5D6-0955-C597656184F0}"/>
                  </a:ext>
                </a:extLst>
              </p:cNvPr>
              <p:cNvSpPr/>
              <p:nvPr/>
            </p:nvSpPr>
            <p:spPr>
              <a:xfrm rot="1520992">
                <a:off x="3954158" y="1710296"/>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484" name="ZoneTexte 9483">
                <a:extLst>
                  <a:ext uri="{FF2B5EF4-FFF2-40B4-BE49-F238E27FC236}">
                    <a16:creationId xmlns:a16="http://schemas.microsoft.com/office/drawing/2014/main" id="{ACF6E61C-6D98-4C0D-D2DA-4F46F76F6F13}"/>
                  </a:ext>
                </a:extLst>
              </p:cNvPr>
              <p:cNvSpPr txBox="1"/>
              <p:nvPr/>
            </p:nvSpPr>
            <p:spPr>
              <a:xfrm rot="1520992">
                <a:off x="3262695" y="1758248"/>
                <a:ext cx="327660" cy="200055"/>
              </a:xfrm>
              <a:prstGeom prst="rect">
                <a:avLst/>
              </a:prstGeom>
              <a:noFill/>
            </p:spPr>
            <p:txBody>
              <a:bodyPr wrap="square" rtlCol="0">
                <a:spAutoFit/>
              </a:bodyPr>
              <a:lstStyle/>
              <a:p>
                <a:r>
                  <a:rPr lang="fr-FR" sz="700" dirty="0"/>
                  <a:t>0-N</a:t>
                </a:r>
                <a:endParaRPr lang="es-ES" sz="700" dirty="0"/>
              </a:p>
            </p:txBody>
          </p:sp>
          <p:sp>
            <p:nvSpPr>
              <p:cNvPr id="9485" name="ZoneTexte 9484">
                <a:extLst>
                  <a:ext uri="{FF2B5EF4-FFF2-40B4-BE49-F238E27FC236}">
                    <a16:creationId xmlns:a16="http://schemas.microsoft.com/office/drawing/2014/main" id="{19E3D265-8894-9775-F4E4-7E324AE83CD8}"/>
                  </a:ext>
                </a:extLst>
              </p:cNvPr>
              <p:cNvSpPr txBox="1"/>
              <p:nvPr/>
            </p:nvSpPr>
            <p:spPr>
              <a:xfrm rot="1520992">
                <a:off x="4825263" y="1755387"/>
                <a:ext cx="327660" cy="200055"/>
              </a:xfrm>
              <a:prstGeom prst="rect">
                <a:avLst/>
              </a:prstGeom>
              <a:noFill/>
            </p:spPr>
            <p:txBody>
              <a:bodyPr wrap="square" rtlCol="0">
                <a:spAutoFit/>
              </a:bodyPr>
              <a:lstStyle/>
              <a:p>
                <a:r>
                  <a:rPr lang="fr-FR" sz="700" dirty="0"/>
                  <a:t>0-N</a:t>
                </a:r>
                <a:endParaRPr lang="es-ES" sz="700" dirty="0"/>
              </a:p>
            </p:txBody>
          </p:sp>
          <p:cxnSp>
            <p:nvCxnSpPr>
              <p:cNvPr id="9491" name="Connecteur droit 9490">
                <a:extLst>
                  <a:ext uri="{FF2B5EF4-FFF2-40B4-BE49-F238E27FC236}">
                    <a16:creationId xmlns:a16="http://schemas.microsoft.com/office/drawing/2014/main" id="{58E93C91-0FDB-8DE6-D770-4201EB15D9C2}"/>
                  </a:ext>
                </a:extLst>
              </p:cNvPr>
              <p:cNvCxnSpPr/>
              <p:nvPr/>
            </p:nvCxnSpPr>
            <p:spPr>
              <a:xfrm flipV="1">
                <a:off x="4452740" y="1852981"/>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494" name="Connecteur droit 9493">
                <a:extLst>
                  <a:ext uri="{FF2B5EF4-FFF2-40B4-BE49-F238E27FC236}">
                    <a16:creationId xmlns:a16="http://schemas.microsoft.com/office/drawing/2014/main" id="{E3779AAD-A600-A4A8-329C-3EAC3DFFD74A}"/>
                  </a:ext>
                </a:extLst>
              </p:cNvPr>
              <p:cNvCxnSpPr>
                <a:cxnSpLocks/>
              </p:cNvCxnSpPr>
              <p:nvPr/>
            </p:nvCxnSpPr>
            <p:spPr>
              <a:xfrm rot="1520992" flipV="1">
                <a:off x="3527149" y="1691071"/>
                <a:ext cx="426723" cy="25399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grpSp>
        <p:sp>
          <p:nvSpPr>
            <p:cNvPr id="9499" name="ZoneTexte 9498">
              <a:extLst>
                <a:ext uri="{FF2B5EF4-FFF2-40B4-BE49-F238E27FC236}">
                  <a16:creationId xmlns:a16="http://schemas.microsoft.com/office/drawing/2014/main" id="{FD853BE4-1FC5-4713-6739-36690A2D78B3}"/>
                </a:ext>
              </a:extLst>
            </p:cNvPr>
            <p:cNvSpPr txBox="1"/>
            <p:nvPr/>
          </p:nvSpPr>
          <p:spPr>
            <a:xfrm>
              <a:off x="4154804" y="4406218"/>
              <a:ext cx="554356" cy="200055"/>
            </a:xfrm>
            <a:prstGeom prst="rect">
              <a:avLst/>
            </a:prstGeom>
            <a:noFill/>
          </p:spPr>
          <p:txBody>
            <a:bodyPr wrap="square" rtlCol="0">
              <a:spAutoFit/>
            </a:bodyPr>
            <a:lstStyle/>
            <a:p>
              <a:r>
                <a:rPr lang="fr-FR" sz="700" dirty="0"/>
                <a:t>Installés</a:t>
              </a:r>
              <a:endParaRPr lang="es-ES" sz="700" dirty="0"/>
            </a:p>
          </p:txBody>
        </p:sp>
        <p:grpSp>
          <p:nvGrpSpPr>
            <p:cNvPr id="9500" name="Groupe 9499">
              <a:extLst>
                <a:ext uri="{FF2B5EF4-FFF2-40B4-BE49-F238E27FC236}">
                  <a16:creationId xmlns:a16="http://schemas.microsoft.com/office/drawing/2014/main" id="{4B993253-5895-6D5F-8D9B-2BAD7DB62C93}"/>
                </a:ext>
              </a:extLst>
            </p:cNvPr>
            <p:cNvGrpSpPr/>
            <p:nvPr/>
          </p:nvGrpSpPr>
          <p:grpSpPr>
            <a:xfrm rot="1520992" flipV="1">
              <a:off x="6986364" y="4407801"/>
              <a:ext cx="2824951" cy="422873"/>
              <a:chOff x="2533935" y="1674115"/>
              <a:chExt cx="2795690" cy="422873"/>
            </a:xfrm>
          </p:grpSpPr>
          <p:cxnSp>
            <p:nvCxnSpPr>
              <p:cNvPr id="9501" name="Connecteur droit 9500">
                <a:extLst>
                  <a:ext uri="{FF2B5EF4-FFF2-40B4-BE49-F238E27FC236}">
                    <a16:creationId xmlns:a16="http://schemas.microsoft.com/office/drawing/2014/main" id="{97A6B154-DF42-8E56-5791-E094FEEF8399}"/>
                  </a:ext>
                </a:extLst>
              </p:cNvPr>
              <p:cNvCxnSpPr>
                <a:cxnSpLocks/>
              </p:cNvCxnSpPr>
              <p:nvPr/>
            </p:nvCxnSpPr>
            <p:spPr>
              <a:xfrm rot="1520992" flipV="1">
                <a:off x="2533935" y="1674115"/>
                <a:ext cx="743164" cy="422873"/>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502" name="Connecteur droit 9501">
                <a:extLst>
                  <a:ext uri="{FF2B5EF4-FFF2-40B4-BE49-F238E27FC236}">
                    <a16:creationId xmlns:a16="http://schemas.microsoft.com/office/drawing/2014/main" id="{5F204E74-B75B-E142-9407-25079F2047A6}"/>
                  </a:ext>
                </a:extLst>
              </p:cNvPr>
              <p:cNvCxnSpPr>
                <a:cxnSpLocks/>
              </p:cNvCxnSpPr>
              <p:nvPr/>
            </p:nvCxnSpPr>
            <p:spPr>
              <a:xfrm rot="1520992" flipV="1">
                <a:off x="5108847" y="1830405"/>
                <a:ext cx="220778" cy="78246"/>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503" name="Ellipse 9502">
                <a:extLst>
                  <a:ext uri="{FF2B5EF4-FFF2-40B4-BE49-F238E27FC236}">
                    <a16:creationId xmlns:a16="http://schemas.microsoft.com/office/drawing/2014/main" id="{7C6F6F49-86FB-8993-EFBF-44210913627C}"/>
                  </a:ext>
                </a:extLst>
              </p:cNvPr>
              <p:cNvSpPr/>
              <p:nvPr/>
            </p:nvSpPr>
            <p:spPr>
              <a:xfrm rot="1520992">
                <a:off x="3954158" y="1710296"/>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504" name="ZoneTexte 9503">
                <a:extLst>
                  <a:ext uri="{FF2B5EF4-FFF2-40B4-BE49-F238E27FC236}">
                    <a16:creationId xmlns:a16="http://schemas.microsoft.com/office/drawing/2014/main" id="{0180D12A-3FE0-A19E-0B45-EE90C0FEC9E5}"/>
                  </a:ext>
                </a:extLst>
              </p:cNvPr>
              <p:cNvSpPr txBox="1"/>
              <p:nvPr/>
            </p:nvSpPr>
            <p:spPr>
              <a:xfrm rot="12320992">
                <a:off x="3262695" y="1758248"/>
                <a:ext cx="327660" cy="200055"/>
              </a:xfrm>
              <a:prstGeom prst="rect">
                <a:avLst/>
              </a:prstGeom>
              <a:noFill/>
            </p:spPr>
            <p:txBody>
              <a:bodyPr wrap="square" rtlCol="0">
                <a:spAutoFit/>
              </a:bodyPr>
              <a:lstStyle/>
              <a:p>
                <a:r>
                  <a:rPr lang="fr-FR" sz="700" dirty="0"/>
                  <a:t>0-N</a:t>
                </a:r>
                <a:endParaRPr lang="es-ES" sz="700" dirty="0"/>
              </a:p>
            </p:txBody>
          </p:sp>
          <p:sp>
            <p:nvSpPr>
              <p:cNvPr id="9505" name="ZoneTexte 9504">
                <a:extLst>
                  <a:ext uri="{FF2B5EF4-FFF2-40B4-BE49-F238E27FC236}">
                    <a16:creationId xmlns:a16="http://schemas.microsoft.com/office/drawing/2014/main" id="{5F534189-F7F0-3E96-A2B0-CA1CD8294FCE}"/>
                  </a:ext>
                </a:extLst>
              </p:cNvPr>
              <p:cNvSpPr txBox="1"/>
              <p:nvPr/>
            </p:nvSpPr>
            <p:spPr>
              <a:xfrm rot="12320992">
                <a:off x="4825263" y="1755388"/>
                <a:ext cx="327660" cy="200055"/>
              </a:xfrm>
              <a:prstGeom prst="rect">
                <a:avLst/>
              </a:prstGeom>
              <a:noFill/>
            </p:spPr>
            <p:txBody>
              <a:bodyPr wrap="square" rtlCol="0">
                <a:spAutoFit/>
              </a:bodyPr>
              <a:lstStyle/>
              <a:p>
                <a:r>
                  <a:rPr lang="fr-FR" sz="700" dirty="0"/>
                  <a:t>1-1</a:t>
                </a:r>
                <a:endParaRPr lang="es-ES" sz="700" dirty="0"/>
              </a:p>
            </p:txBody>
          </p:sp>
          <p:cxnSp>
            <p:nvCxnSpPr>
              <p:cNvPr id="9506" name="Connecteur droit 9505">
                <a:extLst>
                  <a:ext uri="{FF2B5EF4-FFF2-40B4-BE49-F238E27FC236}">
                    <a16:creationId xmlns:a16="http://schemas.microsoft.com/office/drawing/2014/main" id="{EB5C7235-FC27-B9FC-1C87-D2BF12693FB2}"/>
                  </a:ext>
                </a:extLst>
              </p:cNvPr>
              <p:cNvCxnSpPr/>
              <p:nvPr/>
            </p:nvCxnSpPr>
            <p:spPr>
              <a:xfrm flipV="1">
                <a:off x="4480000" y="186603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9507" name="Connecteur droit 9506">
                <a:extLst>
                  <a:ext uri="{FF2B5EF4-FFF2-40B4-BE49-F238E27FC236}">
                    <a16:creationId xmlns:a16="http://schemas.microsoft.com/office/drawing/2014/main" id="{D8AD45A6-0548-C6D3-7968-2A41C732D7B4}"/>
                  </a:ext>
                </a:extLst>
              </p:cNvPr>
              <p:cNvCxnSpPr>
                <a:cxnSpLocks/>
              </p:cNvCxnSpPr>
              <p:nvPr/>
            </p:nvCxnSpPr>
            <p:spPr>
              <a:xfrm rot="1520992" flipV="1">
                <a:off x="3527149" y="1691071"/>
                <a:ext cx="426723" cy="25399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9514" name="ZoneTexte 9513">
                <a:extLst>
                  <a:ext uri="{FF2B5EF4-FFF2-40B4-BE49-F238E27FC236}">
                    <a16:creationId xmlns:a16="http://schemas.microsoft.com/office/drawing/2014/main" id="{6BE6F878-18F0-7B13-4301-D80E0103C7F6}"/>
                  </a:ext>
                </a:extLst>
              </p:cNvPr>
              <p:cNvSpPr txBox="1"/>
              <p:nvPr/>
            </p:nvSpPr>
            <p:spPr>
              <a:xfrm rot="12320992">
                <a:off x="3917781" y="1746991"/>
                <a:ext cx="673144" cy="200055"/>
              </a:xfrm>
              <a:prstGeom prst="rect">
                <a:avLst/>
              </a:prstGeom>
              <a:noFill/>
            </p:spPr>
            <p:txBody>
              <a:bodyPr wrap="square" rtlCol="0">
                <a:spAutoFit/>
              </a:bodyPr>
              <a:lstStyle/>
              <a:p>
                <a:r>
                  <a:rPr lang="fr-FR" sz="700" dirty="0"/>
                  <a:t>Est réservée</a:t>
                </a:r>
                <a:endParaRPr lang="es-ES" sz="700" dirty="0"/>
              </a:p>
            </p:txBody>
          </p:sp>
        </p:grpSp>
      </p:grpSp>
      <p:sp>
        <p:nvSpPr>
          <p:cNvPr id="9512" name="ZoneTexte 9511">
            <a:extLst>
              <a:ext uri="{FF2B5EF4-FFF2-40B4-BE49-F238E27FC236}">
                <a16:creationId xmlns:a16="http://schemas.microsoft.com/office/drawing/2014/main" id="{3C68E8A2-1EDC-11E2-2C48-9940EE6CC5F9}"/>
              </a:ext>
            </a:extLst>
          </p:cNvPr>
          <p:cNvSpPr txBox="1"/>
          <p:nvPr/>
        </p:nvSpPr>
        <p:spPr>
          <a:xfrm>
            <a:off x="2415540" y="213360"/>
            <a:ext cx="7360920" cy="584775"/>
          </a:xfrm>
          <a:prstGeom prst="rect">
            <a:avLst/>
          </a:prstGeom>
          <a:noFill/>
        </p:spPr>
        <p:txBody>
          <a:bodyPr wrap="square" rtlCol="0">
            <a:spAutoFit/>
          </a:bodyPr>
          <a:lstStyle/>
          <a:p>
            <a:pPr algn="ctr"/>
            <a:r>
              <a:rPr lang="fr-FR" sz="3200" b="1" dirty="0">
                <a:solidFill>
                  <a:srgbClr val="3F5B78"/>
                </a:solidFill>
                <a:latin typeface="Poppins" panose="00000500000000000000" pitchFamily="2" charset="0"/>
                <a:cs typeface="Poppins" panose="00000500000000000000" pitchFamily="2" charset="0"/>
              </a:rPr>
              <a:t>MODELE CONCEPTUEL DES DONNEES</a:t>
            </a:r>
            <a:endParaRPr lang="es-ES" sz="3200" b="1" dirty="0">
              <a:solidFill>
                <a:srgbClr val="3F5B78"/>
              </a:solidFill>
              <a:latin typeface="Poppins" panose="00000500000000000000" pitchFamily="2" charset="0"/>
              <a:cs typeface="Poppins" panose="00000500000000000000" pitchFamily="2" charset="0"/>
            </a:endParaRPr>
          </a:p>
        </p:txBody>
      </p:sp>
      <p:grpSp>
        <p:nvGrpSpPr>
          <p:cNvPr id="9515" name="Groupe 9514">
            <a:extLst>
              <a:ext uri="{FF2B5EF4-FFF2-40B4-BE49-F238E27FC236}">
                <a16:creationId xmlns:a16="http://schemas.microsoft.com/office/drawing/2014/main" id="{FB00A2D3-9DF7-C8A5-B18F-2CD8FEE351CC}"/>
              </a:ext>
            </a:extLst>
          </p:cNvPr>
          <p:cNvGrpSpPr/>
          <p:nvPr/>
        </p:nvGrpSpPr>
        <p:grpSpPr>
          <a:xfrm>
            <a:off x="12736203" y="1270000"/>
            <a:ext cx="9946076" cy="4516250"/>
            <a:chOff x="1341685" y="1304360"/>
            <a:chExt cx="9596390" cy="4481890"/>
          </a:xfrm>
        </p:grpSpPr>
        <p:grpSp>
          <p:nvGrpSpPr>
            <p:cNvPr id="9516" name="Groupe 9515">
              <a:extLst>
                <a:ext uri="{FF2B5EF4-FFF2-40B4-BE49-F238E27FC236}">
                  <a16:creationId xmlns:a16="http://schemas.microsoft.com/office/drawing/2014/main" id="{FCDC5CA1-C448-3973-6010-AAF0A2953F35}"/>
                </a:ext>
              </a:extLst>
            </p:cNvPr>
            <p:cNvGrpSpPr/>
            <p:nvPr/>
          </p:nvGrpSpPr>
          <p:grpSpPr>
            <a:xfrm>
              <a:off x="1341685" y="1331088"/>
              <a:ext cx="9596390" cy="4439286"/>
              <a:chOff x="219758" y="1108415"/>
              <a:chExt cx="11434270" cy="5078648"/>
            </a:xfrm>
          </p:grpSpPr>
          <p:grpSp>
            <p:nvGrpSpPr>
              <p:cNvPr id="9591" name="Groupe 9590">
                <a:extLst>
                  <a:ext uri="{FF2B5EF4-FFF2-40B4-BE49-F238E27FC236}">
                    <a16:creationId xmlns:a16="http://schemas.microsoft.com/office/drawing/2014/main" id="{212C9B98-FBEF-EACD-FB14-D87BA7201490}"/>
                  </a:ext>
                </a:extLst>
              </p:cNvPr>
              <p:cNvGrpSpPr/>
              <p:nvPr/>
            </p:nvGrpSpPr>
            <p:grpSpPr>
              <a:xfrm>
                <a:off x="1093413" y="1108415"/>
                <a:ext cx="1757938" cy="1264470"/>
                <a:chOff x="527355" y="1064870"/>
                <a:chExt cx="1757938" cy="1632597"/>
              </a:xfrm>
            </p:grpSpPr>
            <p:sp>
              <p:nvSpPr>
                <p:cNvPr id="9683" name="Rectangle 9682">
                  <a:extLst>
                    <a:ext uri="{FF2B5EF4-FFF2-40B4-BE49-F238E27FC236}">
                      <a16:creationId xmlns:a16="http://schemas.microsoft.com/office/drawing/2014/main" id="{C241BC76-1AFE-2100-30E5-BF8714BCA0E7}"/>
                    </a:ext>
                  </a:extLst>
                </p:cNvPr>
                <p:cNvSpPr/>
                <p:nvPr/>
              </p:nvSpPr>
              <p:spPr>
                <a:xfrm>
                  <a:off x="53243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84" name="Connecteur droit 9683">
                  <a:extLst>
                    <a:ext uri="{FF2B5EF4-FFF2-40B4-BE49-F238E27FC236}">
                      <a16:creationId xmlns:a16="http://schemas.microsoft.com/office/drawing/2014/main" id="{AF38E1AB-A613-F7B5-DEB9-FC1403DBFF2C}"/>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85" name="Connecteur droit 9684">
                  <a:extLst>
                    <a:ext uri="{FF2B5EF4-FFF2-40B4-BE49-F238E27FC236}">
                      <a16:creationId xmlns:a16="http://schemas.microsoft.com/office/drawing/2014/main" id="{E0B0F229-DD32-BB37-33A4-B3B81A2CB879}"/>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686" name="Connecteur droit 9685">
                  <a:extLst>
                    <a:ext uri="{FF2B5EF4-FFF2-40B4-BE49-F238E27FC236}">
                      <a16:creationId xmlns:a16="http://schemas.microsoft.com/office/drawing/2014/main" id="{96A8966D-29CE-C293-F6CE-DF59F8B46843}"/>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87" name="Connecteur droit 9686">
                  <a:extLst>
                    <a:ext uri="{FF2B5EF4-FFF2-40B4-BE49-F238E27FC236}">
                      <a16:creationId xmlns:a16="http://schemas.microsoft.com/office/drawing/2014/main" id="{77022F92-4870-AB96-22FD-821934C1A9C7}"/>
                    </a:ext>
                  </a:extLst>
                </p:cNvPr>
                <p:cNvCxnSpPr/>
                <p:nvPr/>
              </p:nvCxnSpPr>
              <p:spPr>
                <a:xfrm>
                  <a:off x="537515" y="17322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88" name="Connecteur droit 9687">
                  <a:extLst>
                    <a:ext uri="{FF2B5EF4-FFF2-40B4-BE49-F238E27FC236}">
                      <a16:creationId xmlns:a16="http://schemas.microsoft.com/office/drawing/2014/main" id="{918EF370-DBA9-73F8-B2DE-7FBCBBDC6F38}"/>
                    </a:ext>
                  </a:extLst>
                </p:cNvPr>
                <p:cNvCxnSpPr/>
                <p:nvPr/>
              </p:nvCxnSpPr>
              <p:spPr>
                <a:xfrm>
                  <a:off x="537515" y="197104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89" name="Connecteur droit 9688">
                  <a:extLst>
                    <a:ext uri="{FF2B5EF4-FFF2-40B4-BE49-F238E27FC236}">
                      <a16:creationId xmlns:a16="http://schemas.microsoft.com/office/drawing/2014/main" id="{04C26B72-CF03-2A48-6601-2900652AE634}"/>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90" name="Connecteur droit 9689">
                  <a:extLst>
                    <a:ext uri="{FF2B5EF4-FFF2-40B4-BE49-F238E27FC236}">
                      <a16:creationId xmlns:a16="http://schemas.microsoft.com/office/drawing/2014/main" id="{9F647C50-E62B-4035-4BBB-40AF2A072D68}"/>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2" name="Groupe 9591">
                <a:extLst>
                  <a:ext uri="{FF2B5EF4-FFF2-40B4-BE49-F238E27FC236}">
                    <a16:creationId xmlns:a16="http://schemas.microsoft.com/office/drawing/2014/main" id="{9FF69A4F-36EC-F75E-4C44-E1B9D773FEFD}"/>
                  </a:ext>
                </a:extLst>
              </p:cNvPr>
              <p:cNvGrpSpPr/>
              <p:nvPr/>
            </p:nvGrpSpPr>
            <p:grpSpPr>
              <a:xfrm>
                <a:off x="219758" y="3619340"/>
                <a:ext cx="1757938" cy="1283210"/>
                <a:chOff x="532435" y="1285240"/>
                <a:chExt cx="1757938" cy="1632597"/>
              </a:xfrm>
            </p:grpSpPr>
            <p:sp>
              <p:nvSpPr>
                <p:cNvPr id="9674" name="Rectangle 9673">
                  <a:extLst>
                    <a:ext uri="{FF2B5EF4-FFF2-40B4-BE49-F238E27FC236}">
                      <a16:creationId xmlns:a16="http://schemas.microsoft.com/office/drawing/2014/main" id="{7D6E7B1C-7A33-BBBC-C5A5-B0AB6EA765B3}"/>
                    </a:ext>
                  </a:extLst>
                </p:cNvPr>
                <p:cNvSpPr/>
                <p:nvPr/>
              </p:nvSpPr>
              <p:spPr>
                <a:xfrm>
                  <a:off x="542595" y="128524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675" name="Connecteur droit 9674">
                  <a:extLst>
                    <a:ext uri="{FF2B5EF4-FFF2-40B4-BE49-F238E27FC236}">
                      <a16:creationId xmlns:a16="http://schemas.microsoft.com/office/drawing/2014/main" id="{AB0D9D2A-C1C6-BDB8-4D03-7A20B7BDC5F7}"/>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76" name="Connecteur droit 9675">
                  <a:extLst>
                    <a:ext uri="{FF2B5EF4-FFF2-40B4-BE49-F238E27FC236}">
                      <a16:creationId xmlns:a16="http://schemas.microsoft.com/office/drawing/2014/main" id="{188286B8-7955-FA8D-A94C-8F8252030DE0}"/>
                    </a:ext>
                  </a:extLst>
                </p:cNvPr>
                <p:cNvCxnSpPr>
                  <a:cxnSpLocks/>
                </p:cNvCxnSpPr>
                <p:nvPr/>
              </p:nvCxnSpPr>
              <p:spPr>
                <a:xfrm>
                  <a:off x="913563" y="1510194"/>
                  <a:ext cx="0" cy="1407643"/>
                </a:xfrm>
                <a:prstGeom prst="line">
                  <a:avLst/>
                </a:prstGeom>
                <a:ln w="9525"/>
              </p:spPr>
              <p:style>
                <a:lnRef idx="1">
                  <a:schemeClr val="dk1"/>
                </a:lnRef>
                <a:fillRef idx="0">
                  <a:schemeClr val="dk1"/>
                </a:fillRef>
                <a:effectRef idx="0">
                  <a:schemeClr val="dk1"/>
                </a:effectRef>
                <a:fontRef idx="minor">
                  <a:schemeClr val="tx1"/>
                </a:fontRef>
              </p:style>
            </p:cxnSp>
            <p:cxnSp>
              <p:nvCxnSpPr>
                <p:cNvPr id="9677" name="Connecteur droit 9676">
                  <a:extLst>
                    <a:ext uri="{FF2B5EF4-FFF2-40B4-BE49-F238E27FC236}">
                      <a16:creationId xmlns:a16="http://schemas.microsoft.com/office/drawing/2014/main" id="{085D3A40-1750-C3B3-32EB-D0B18469223C}"/>
                    </a:ext>
                  </a:extLst>
                </p:cNvPr>
                <p:cNvCxnSpPr/>
                <p:nvPr/>
              </p:nvCxnSpPr>
              <p:spPr>
                <a:xfrm>
                  <a:off x="536435" y="1503681"/>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78" name="Connecteur droit 9677">
                  <a:extLst>
                    <a:ext uri="{FF2B5EF4-FFF2-40B4-BE49-F238E27FC236}">
                      <a16:creationId xmlns:a16="http://schemas.microsoft.com/office/drawing/2014/main" id="{81837EF0-2E18-8A01-D2C0-CD11C366373C}"/>
                    </a:ext>
                  </a:extLst>
                </p:cNvPr>
                <p:cNvCxnSpPr>
                  <a:cxnSpLocks/>
                </p:cNvCxnSpPr>
                <p:nvPr/>
              </p:nvCxnSpPr>
              <p:spPr>
                <a:xfrm>
                  <a:off x="544324" y="1732281"/>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79" name="Connecteur droit 9678">
                  <a:extLst>
                    <a:ext uri="{FF2B5EF4-FFF2-40B4-BE49-F238E27FC236}">
                      <a16:creationId xmlns:a16="http://schemas.microsoft.com/office/drawing/2014/main" id="{5C3DCCA0-A7BB-C402-8771-5B8BF5237427}"/>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80" name="Connecteur droit 9679">
                  <a:extLst>
                    <a:ext uri="{FF2B5EF4-FFF2-40B4-BE49-F238E27FC236}">
                      <a16:creationId xmlns:a16="http://schemas.microsoft.com/office/drawing/2014/main" id="{C653E65D-BF09-5E89-EFA8-4C3129EB4994}"/>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81" name="Connecteur droit 9680">
                  <a:extLst>
                    <a:ext uri="{FF2B5EF4-FFF2-40B4-BE49-F238E27FC236}">
                      <a16:creationId xmlns:a16="http://schemas.microsoft.com/office/drawing/2014/main" id="{95234B1A-235C-DAC2-26D4-5EBAD4BE2DB2}"/>
                    </a:ext>
                  </a:extLst>
                </p:cNvPr>
                <p:cNvCxnSpPr>
                  <a:cxnSpLocks/>
                </p:cNvCxnSpPr>
                <p:nvPr/>
              </p:nvCxnSpPr>
              <p:spPr>
                <a:xfrm>
                  <a:off x="544690" y="196850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82" name="Connecteur droit 9681">
                  <a:extLst>
                    <a:ext uri="{FF2B5EF4-FFF2-40B4-BE49-F238E27FC236}">
                      <a16:creationId xmlns:a16="http://schemas.microsoft.com/office/drawing/2014/main" id="{4AB9EAAF-9AF4-A877-B697-C4E6B5AA90B9}"/>
                    </a:ext>
                  </a:extLst>
                </p:cNvPr>
                <p:cNvCxnSpPr/>
                <p:nvPr/>
              </p:nvCxnSpPr>
              <p:spPr>
                <a:xfrm>
                  <a:off x="539420" y="2667635"/>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3" name="Groupe 9592">
                <a:extLst>
                  <a:ext uri="{FF2B5EF4-FFF2-40B4-BE49-F238E27FC236}">
                    <a16:creationId xmlns:a16="http://schemas.microsoft.com/office/drawing/2014/main" id="{ED2EC651-B6B3-9422-BD88-BF1223B481C0}"/>
                  </a:ext>
                </a:extLst>
              </p:cNvPr>
              <p:cNvGrpSpPr/>
              <p:nvPr/>
            </p:nvGrpSpPr>
            <p:grpSpPr>
              <a:xfrm>
                <a:off x="4521201" y="1228467"/>
                <a:ext cx="1752858" cy="660855"/>
                <a:chOff x="4455885" y="1195809"/>
                <a:chExt cx="1752858" cy="917472"/>
              </a:xfrm>
            </p:grpSpPr>
            <p:sp>
              <p:nvSpPr>
                <p:cNvPr id="9669" name="Rectangle 9668">
                  <a:extLst>
                    <a:ext uri="{FF2B5EF4-FFF2-40B4-BE49-F238E27FC236}">
                      <a16:creationId xmlns:a16="http://schemas.microsoft.com/office/drawing/2014/main" id="{18AC3F16-7296-1490-BB11-4E4B6438FF18}"/>
                    </a:ext>
                  </a:extLst>
                </p:cNvPr>
                <p:cNvSpPr/>
                <p:nvPr/>
              </p:nvSpPr>
              <p:spPr>
                <a:xfrm>
                  <a:off x="4460965" y="1195809"/>
                  <a:ext cx="1747778" cy="91747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670" name="Connecteur droit 9669">
                  <a:extLst>
                    <a:ext uri="{FF2B5EF4-FFF2-40B4-BE49-F238E27FC236}">
                      <a16:creationId xmlns:a16="http://schemas.microsoft.com/office/drawing/2014/main" id="{ADF3EBE2-7715-DF60-6A87-57BADF0DDC70}"/>
                    </a:ext>
                  </a:extLst>
                </p:cNvPr>
                <p:cNvCxnSpPr/>
                <p:nvPr/>
              </p:nvCxnSpPr>
              <p:spPr>
                <a:xfrm>
                  <a:off x="4460965" y="1416178"/>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71" name="Connecteur droit 9670">
                  <a:extLst>
                    <a:ext uri="{FF2B5EF4-FFF2-40B4-BE49-F238E27FC236}">
                      <a16:creationId xmlns:a16="http://schemas.microsoft.com/office/drawing/2014/main" id="{AEFE3312-EAFC-5B65-40DA-86186DDB4732}"/>
                    </a:ext>
                  </a:extLst>
                </p:cNvPr>
                <p:cNvCxnSpPr>
                  <a:cxnSpLocks/>
                </p:cNvCxnSpPr>
                <p:nvPr/>
              </p:nvCxnSpPr>
              <p:spPr>
                <a:xfrm>
                  <a:off x="4842094" y="1421129"/>
                  <a:ext cx="0" cy="692152"/>
                </a:xfrm>
                <a:prstGeom prst="line">
                  <a:avLst/>
                </a:prstGeom>
                <a:ln w="9525"/>
              </p:spPr>
              <p:style>
                <a:lnRef idx="1">
                  <a:schemeClr val="dk1"/>
                </a:lnRef>
                <a:fillRef idx="0">
                  <a:schemeClr val="dk1"/>
                </a:fillRef>
                <a:effectRef idx="0">
                  <a:schemeClr val="dk1"/>
                </a:effectRef>
                <a:fontRef idx="minor">
                  <a:schemeClr val="tx1"/>
                </a:fontRef>
              </p:style>
            </p:cxnSp>
            <p:cxnSp>
              <p:nvCxnSpPr>
                <p:cNvPr id="9672" name="Connecteur droit 9671">
                  <a:extLst>
                    <a:ext uri="{FF2B5EF4-FFF2-40B4-BE49-F238E27FC236}">
                      <a16:creationId xmlns:a16="http://schemas.microsoft.com/office/drawing/2014/main" id="{0FAAD91A-1A09-CBD6-EC4C-88EF66E8A650}"/>
                    </a:ext>
                  </a:extLst>
                </p:cNvPr>
                <p:cNvCxnSpPr/>
                <p:nvPr/>
              </p:nvCxnSpPr>
              <p:spPr>
                <a:xfrm>
                  <a:off x="4455885" y="1634618"/>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73" name="Connecteur droit 9672">
                  <a:extLst>
                    <a:ext uri="{FF2B5EF4-FFF2-40B4-BE49-F238E27FC236}">
                      <a16:creationId xmlns:a16="http://schemas.microsoft.com/office/drawing/2014/main" id="{36220DCE-C4BA-64A4-970C-49E95F5A6C46}"/>
                    </a:ext>
                  </a:extLst>
                </p:cNvPr>
                <p:cNvCxnSpPr/>
                <p:nvPr/>
              </p:nvCxnSpPr>
              <p:spPr>
                <a:xfrm>
                  <a:off x="4455885" y="1868298"/>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4" name="Groupe 9593">
                <a:extLst>
                  <a:ext uri="{FF2B5EF4-FFF2-40B4-BE49-F238E27FC236}">
                    <a16:creationId xmlns:a16="http://schemas.microsoft.com/office/drawing/2014/main" id="{028C708D-FD0C-41C7-9293-B33303205CB2}"/>
                  </a:ext>
                </a:extLst>
              </p:cNvPr>
              <p:cNvGrpSpPr/>
              <p:nvPr/>
            </p:nvGrpSpPr>
            <p:grpSpPr>
              <a:xfrm>
                <a:off x="4556811" y="2718411"/>
                <a:ext cx="1747778" cy="1152550"/>
                <a:chOff x="527355" y="1064870"/>
                <a:chExt cx="1747778" cy="1632597"/>
              </a:xfrm>
            </p:grpSpPr>
            <p:sp>
              <p:nvSpPr>
                <p:cNvPr id="9661" name="Rectangle 9660">
                  <a:extLst>
                    <a:ext uri="{FF2B5EF4-FFF2-40B4-BE49-F238E27FC236}">
                      <a16:creationId xmlns:a16="http://schemas.microsoft.com/office/drawing/2014/main" id="{F859F067-288C-0AF2-7B11-6BE330BCF297}"/>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62" name="Connecteur droit 9661">
                  <a:extLst>
                    <a:ext uri="{FF2B5EF4-FFF2-40B4-BE49-F238E27FC236}">
                      <a16:creationId xmlns:a16="http://schemas.microsoft.com/office/drawing/2014/main" id="{A6A67357-E8A8-7CFE-624E-F9A03966EE06}"/>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63" name="Connecteur droit 9662">
                  <a:extLst>
                    <a:ext uri="{FF2B5EF4-FFF2-40B4-BE49-F238E27FC236}">
                      <a16:creationId xmlns:a16="http://schemas.microsoft.com/office/drawing/2014/main" id="{CCBEAF44-3552-2F94-4F07-244CFAC8C872}"/>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664" name="Connecteur droit 9663">
                  <a:extLst>
                    <a:ext uri="{FF2B5EF4-FFF2-40B4-BE49-F238E27FC236}">
                      <a16:creationId xmlns:a16="http://schemas.microsoft.com/office/drawing/2014/main" id="{C6157661-A57D-C1D4-F6A4-BF50E7B1EBA4}"/>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65" name="Connecteur droit 9664">
                  <a:extLst>
                    <a:ext uri="{FF2B5EF4-FFF2-40B4-BE49-F238E27FC236}">
                      <a16:creationId xmlns:a16="http://schemas.microsoft.com/office/drawing/2014/main" id="{8C0CFF71-6AE1-2AD9-4F5C-179110CDF3E7}"/>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66" name="Connecteur droit 9665">
                  <a:extLst>
                    <a:ext uri="{FF2B5EF4-FFF2-40B4-BE49-F238E27FC236}">
                      <a16:creationId xmlns:a16="http://schemas.microsoft.com/office/drawing/2014/main" id="{F5AE4CC0-A24D-6C24-8299-DB051693C765}"/>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67" name="Connecteur droit 9666">
                  <a:extLst>
                    <a:ext uri="{FF2B5EF4-FFF2-40B4-BE49-F238E27FC236}">
                      <a16:creationId xmlns:a16="http://schemas.microsoft.com/office/drawing/2014/main" id="{38793260-8D57-612A-1549-4B05E48CF215}"/>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68" name="Connecteur droit 9667">
                  <a:extLst>
                    <a:ext uri="{FF2B5EF4-FFF2-40B4-BE49-F238E27FC236}">
                      <a16:creationId xmlns:a16="http://schemas.microsoft.com/office/drawing/2014/main" id="{4A2E04C3-74F8-8C4E-A828-07EDC8E52F31}"/>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5" name="Groupe 9594">
                <a:extLst>
                  <a:ext uri="{FF2B5EF4-FFF2-40B4-BE49-F238E27FC236}">
                    <a16:creationId xmlns:a16="http://schemas.microsoft.com/office/drawing/2014/main" id="{0BAA4B73-997F-57D7-9231-F48B9CFC7B1C}"/>
                  </a:ext>
                </a:extLst>
              </p:cNvPr>
              <p:cNvGrpSpPr/>
              <p:nvPr/>
            </p:nvGrpSpPr>
            <p:grpSpPr>
              <a:xfrm>
                <a:off x="4569003" y="4431387"/>
                <a:ext cx="1747778" cy="1405526"/>
                <a:chOff x="527355" y="1064869"/>
                <a:chExt cx="1747778" cy="2046882"/>
              </a:xfrm>
            </p:grpSpPr>
            <p:sp>
              <p:nvSpPr>
                <p:cNvPr id="9651" name="Rectangle 9650">
                  <a:extLst>
                    <a:ext uri="{FF2B5EF4-FFF2-40B4-BE49-F238E27FC236}">
                      <a16:creationId xmlns:a16="http://schemas.microsoft.com/office/drawing/2014/main" id="{3CF61E00-2185-86B6-011C-398B2CE557ED}"/>
                    </a:ext>
                  </a:extLst>
                </p:cNvPr>
                <p:cNvSpPr/>
                <p:nvPr/>
              </p:nvSpPr>
              <p:spPr>
                <a:xfrm>
                  <a:off x="527355" y="1064869"/>
                  <a:ext cx="1747778" cy="204688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52" name="Connecteur droit 9651">
                  <a:extLst>
                    <a:ext uri="{FF2B5EF4-FFF2-40B4-BE49-F238E27FC236}">
                      <a16:creationId xmlns:a16="http://schemas.microsoft.com/office/drawing/2014/main" id="{AAEF5E69-090C-66A7-7C3E-B159BAF378F5}"/>
                    </a:ext>
                  </a:extLst>
                </p:cNvPr>
                <p:cNvCxnSpPr/>
                <p:nvPr/>
              </p:nvCxnSpPr>
              <p:spPr>
                <a:xfrm>
                  <a:off x="527355" y="132585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53" name="Connecteur droit 9652">
                  <a:extLst>
                    <a:ext uri="{FF2B5EF4-FFF2-40B4-BE49-F238E27FC236}">
                      <a16:creationId xmlns:a16="http://schemas.microsoft.com/office/drawing/2014/main" id="{4648F960-F9E7-9F62-B528-1B81C3BB28C6}"/>
                    </a:ext>
                  </a:extLst>
                </p:cNvPr>
                <p:cNvCxnSpPr>
                  <a:cxnSpLocks/>
                </p:cNvCxnSpPr>
                <p:nvPr/>
              </p:nvCxnSpPr>
              <p:spPr>
                <a:xfrm>
                  <a:off x="913564" y="1326783"/>
                  <a:ext cx="0" cy="1784968"/>
                </a:xfrm>
                <a:prstGeom prst="line">
                  <a:avLst/>
                </a:prstGeom>
                <a:ln w="9525"/>
              </p:spPr>
              <p:style>
                <a:lnRef idx="1">
                  <a:schemeClr val="dk1"/>
                </a:lnRef>
                <a:fillRef idx="0">
                  <a:schemeClr val="dk1"/>
                </a:fillRef>
                <a:effectRef idx="0">
                  <a:schemeClr val="dk1"/>
                </a:effectRef>
                <a:fontRef idx="minor">
                  <a:schemeClr val="tx1"/>
                </a:fontRef>
              </p:style>
            </p:cxnSp>
            <p:cxnSp>
              <p:nvCxnSpPr>
                <p:cNvPr id="9654" name="Connecteur droit 9653">
                  <a:extLst>
                    <a:ext uri="{FF2B5EF4-FFF2-40B4-BE49-F238E27FC236}">
                      <a16:creationId xmlns:a16="http://schemas.microsoft.com/office/drawing/2014/main" id="{949C708F-EBC0-C601-876B-23BEA8F09752}"/>
                    </a:ext>
                  </a:extLst>
                </p:cNvPr>
                <p:cNvCxnSpPr/>
                <p:nvPr/>
              </p:nvCxnSpPr>
              <p:spPr>
                <a:xfrm>
                  <a:off x="527355" y="152907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55" name="Connecteur droit 9654">
                  <a:extLst>
                    <a:ext uri="{FF2B5EF4-FFF2-40B4-BE49-F238E27FC236}">
                      <a16:creationId xmlns:a16="http://schemas.microsoft.com/office/drawing/2014/main" id="{4B40B95A-6FD0-BB66-D97E-C6EE3D38B892}"/>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56" name="Connecteur droit 9655">
                  <a:extLst>
                    <a:ext uri="{FF2B5EF4-FFF2-40B4-BE49-F238E27FC236}">
                      <a16:creationId xmlns:a16="http://schemas.microsoft.com/office/drawing/2014/main" id="{1C724E5C-63AA-95CA-014A-8A60DC169CA6}"/>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57" name="Connecteur droit 9656">
                  <a:extLst>
                    <a:ext uri="{FF2B5EF4-FFF2-40B4-BE49-F238E27FC236}">
                      <a16:creationId xmlns:a16="http://schemas.microsoft.com/office/drawing/2014/main" id="{205C4F31-115B-908B-0DD3-3AE0020540FB}"/>
                    </a:ext>
                  </a:extLst>
                </p:cNvPr>
                <p:cNvCxnSpPr>
                  <a:cxnSpLocks/>
                </p:cNvCxnSpPr>
                <p:nvPr/>
              </p:nvCxnSpPr>
              <p:spPr>
                <a:xfrm>
                  <a:off x="535610"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58" name="Connecteur droit 9657">
                  <a:extLst>
                    <a:ext uri="{FF2B5EF4-FFF2-40B4-BE49-F238E27FC236}">
                      <a16:creationId xmlns:a16="http://schemas.microsoft.com/office/drawing/2014/main" id="{A1FB91E3-AE1A-7A55-DC79-A5F9BFAD46D9}"/>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59" name="Connecteur droit 9658">
                  <a:extLst>
                    <a:ext uri="{FF2B5EF4-FFF2-40B4-BE49-F238E27FC236}">
                      <a16:creationId xmlns:a16="http://schemas.microsoft.com/office/drawing/2014/main" id="{04B7A08B-FA7F-18E2-F993-CC8CE4C58621}"/>
                    </a:ext>
                  </a:extLst>
                </p:cNvPr>
                <p:cNvCxnSpPr>
                  <a:cxnSpLocks/>
                </p:cNvCxnSpPr>
                <p:nvPr/>
              </p:nvCxnSpPr>
              <p:spPr>
                <a:xfrm>
                  <a:off x="527355" y="2648347"/>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60" name="Connecteur droit 9659">
                  <a:extLst>
                    <a:ext uri="{FF2B5EF4-FFF2-40B4-BE49-F238E27FC236}">
                      <a16:creationId xmlns:a16="http://schemas.microsoft.com/office/drawing/2014/main" id="{A5C5619F-CEEF-B700-1943-86B5E4D45C6D}"/>
                    </a:ext>
                  </a:extLst>
                </p:cNvPr>
                <p:cNvCxnSpPr>
                  <a:cxnSpLocks/>
                </p:cNvCxnSpPr>
                <p:nvPr/>
              </p:nvCxnSpPr>
              <p:spPr>
                <a:xfrm>
                  <a:off x="527355" y="2878615"/>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6" name="Groupe 9595">
                <a:extLst>
                  <a:ext uri="{FF2B5EF4-FFF2-40B4-BE49-F238E27FC236}">
                    <a16:creationId xmlns:a16="http://schemas.microsoft.com/office/drawing/2014/main" id="{A8CD0279-E857-6008-D75C-86BE39C3E1CE}"/>
                  </a:ext>
                </a:extLst>
              </p:cNvPr>
              <p:cNvGrpSpPr/>
              <p:nvPr/>
            </p:nvGrpSpPr>
            <p:grpSpPr>
              <a:xfrm>
                <a:off x="2447595" y="4636908"/>
                <a:ext cx="1747778" cy="483355"/>
                <a:chOff x="527355" y="1064870"/>
                <a:chExt cx="1747778" cy="684677"/>
              </a:xfrm>
            </p:grpSpPr>
            <p:sp>
              <p:nvSpPr>
                <p:cNvPr id="9647" name="Rectangle 9646">
                  <a:extLst>
                    <a:ext uri="{FF2B5EF4-FFF2-40B4-BE49-F238E27FC236}">
                      <a16:creationId xmlns:a16="http://schemas.microsoft.com/office/drawing/2014/main" id="{03AC4D05-56C5-27A6-136F-6DACDB3F011F}"/>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48" name="Connecteur droit 9647">
                  <a:extLst>
                    <a:ext uri="{FF2B5EF4-FFF2-40B4-BE49-F238E27FC236}">
                      <a16:creationId xmlns:a16="http://schemas.microsoft.com/office/drawing/2014/main" id="{6C753637-BD48-0958-9662-0EFABB45D2D6}"/>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49" name="Connecteur droit 9648">
                  <a:extLst>
                    <a:ext uri="{FF2B5EF4-FFF2-40B4-BE49-F238E27FC236}">
                      <a16:creationId xmlns:a16="http://schemas.microsoft.com/office/drawing/2014/main" id="{05EDD276-98F0-3C58-E562-D9A9D5E3C229}"/>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650" name="Connecteur droit 9649">
                  <a:extLst>
                    <a:ext uri="{FF2B5EF4-FFF2-40B4-BE49-F238E27FC236}">
                      <a16:creationId xmlns:a16="http://schemas.microsoft.com/office/drawing/2014/main" id="{5FF20038-0A5B-4ADA-2490-7A4DD514F466}"/>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7" name="Groupe 9596">
                <a:extLst>
                  <a:ext uri="{FF2B5EF4-FFF2-40B4-BE49-F238E27FC236}">
                    <a16:creationId xmlns:a16="http://schemas.microsoft.com/office/drawing/2014/main" id="{361B8F82-5FC4-F1A9-46A8-2B68635E20DD}"/>
                  </a:ext>
                </a:extLst>
              </p:cNvPr>
              <p:cNvGrpSpPr/>
              <p:nvPr/>
            </p:nvGrpSpPr>
            <p:grpSpPr>
              <a:xfrm>
                <a:off x="1713171" y="5703708"/>
                <a:ext cx="1747778" cy="483355"/>
                <a:chOff x="527355" y="1064870"/>
                <a:chExt cx="1747778" cy="684677"/>
              </a:xfrm>
            </p:grpSpPr>
            <p:sp>
              <p:nvSpPr>
                <p:cNvPr id="9643" name="Rectangle 9642">
                  <a:extLst>
                    <a:ext uri="{FF2B5EF4-FFF2-40B4-BE49-F238E27FC236}">
                      <a16:creationId xmlns:a16="http://schemas.microsoft.com/office/drawing/2014/main" id="{2324411C-5B2D-B683-A1E0-5F985BE44FCF}"/>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44" name="Connecteur droit 9643">
                  <a:extLst>
                    <a:ext uri="{FF2B5EF4-FFF2-40B4-BE49-F238E27FC236}">
                      <a16:creationId xmlns:a16="http://schemas.microsoft.com/office/drawing/2014/main" id="{71798F65-BAE0-A1E4-C552-57C128893D27}"/>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45" name="Connecteur droit 9644">
                  <a:extLst>
                    <a:ext uri="{FF2B5EF4-FFF2-40B4-BE49-F238E27FC236}">
                      <a16:creationId xmlns:a16="http://schemas.microsoft.com/office/drawing/2014/main" id="{1A99EA0C-CFAA-0DE1-155B-9BB7AE75B058}"/>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646" name="Connecteur droit 9645">
                  <a:extLst>
                    <a:ext uri="{FF2B5EF4-FFF2-40B4-BE49-F238E27FC236}">
                      <a16:creationId xmlns:a16="http://schemas.microsoft.com/office/drawing/2014/main" id="{5DEA2314-A5A7-B328-5F6C-FD2A6898118E}"/>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8" name="Groupe 9597">
                <a:extLst>
                  <a:ext uri="{FF2B5EF4-FFF2-40B4-BE49-F238E27FC236}">
                    <a16:creationId xmlns:a16="http://schemas.microsoft.com/office/drawing/2014/main" id="{53F6AE08-E400-693D-6BC1-7B9A31BE5858}"/>
                  </a:ext>
                </a:extLst>
              </p:cNvPr>
              <p:cNvGrpSpPr/>
              <p:nvPr/>
            </p:nvGrpSpPr>
            <p:grpSpPr>
              <a:xfrm>
                <a:off x="7403491" y="2094613"/>
                <a:ext cx="1747778" cy="483355"/>
                <a:chOff x="527355" y="1064870"/>
                <a:chExt cx="1747778" cy="684677"/>
              </a:xfrm>
            </p:grpSpPr>
            <p:sp>
              <p:nvSpPr>
                <p:cNvPr id="9639" name="Rectangle 9638">
                  <a:extLst>
                    <a:ext uri="{FF2B5EF4-FFF2-40B4-BE49-F238E27FC236}">
                      <a16:creationId xmlns:a16="http://schemas.microsoft.com/office/drawing/2014/main" id="{173CF382-75EE-C487-5122-4D477B2FFAF0}"/>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40" name="Connecteur droit 9639">
                  <a:extLst>
                    <a:ext uri="{FF2B5EF4-FFF2-40B4-BE49-F238E27FC236}">
                      <a16:creationId xmlns:a16="http://schemas.microsoft.com/office/drawing/2014/main" id="{8251EFC7-D6E8-378E-B399-1746338771B4}"/>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41" name="Connecteur droit 9640">
                  <a:extLst>
                    <a:ext uri="{FF2B5EF4-FFF2-40B4-BE49-F238E27FC236}">
                      <a16:creationId xmlns:a16="http://schemas.microsoft.com/office/drawing/2014/main" id="{ADED4609-55D7-7B6E-D880-FC9E9696D4F0}"/>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642" name="Connecteur droit 9641">
                  <a:extLst>
                    <a:ext uri="{FF2B5EF4-FFF2-40B4-BE49-F238E27FC236}">
                      <a16:creationId xmlns:a16="http://schemas.microsoft.com/office/drawing/2014/main" id="{BB941A3E-715B-8713-4DEF-9B312A7B1806}"/>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599" name="Groupe 9598">
                <a:extLst>
                  <a:ext uri="{FF2B5EF4-FFF2-40B4-BE49-F238E27FC236}">
                    <a16:creationId xmlns:a16="http://schemas.microsoft.com/office/drawing/2014/main" id="{333676DC-3E84-50C6-9FC7-05405883ED27}"/>
                  </a:ext>
                </a:extLst>
              </p:cNvPr>
              <p:cNvGrpSpPr/>
              <p:nvPr/>
            </p:nvGrpSpPr>
            <p:grpSpPr>
              <a:xfrm>
                <a:off x="7382270" y="3612825"/>
                <a:ext cx="1747778" cy="488201"/>
                <a:chOff x="527355" y="1064870"/>
                <a:chExt cx="1747778" cy="691542"/>
              </a:xfrm>
            </p:grpSpPr>
            <p:sp>
              <p:nvSpPr>
                <p:cNvPr id="9635" name="Rectangle 9634">
                  <a:extLst>
                    <a:ext uri="{FF2B5EF4-FFF2-40B4-BE49-F238E27FC236}">
                      <a16:creationId xmlns:a16="http://schemas.microsoft.com/office/drawing/2014/main" id="{28553B18-ED31-FAB0-FCB5-39FC28DAF2FF}"/>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36" name="Connecteur droit 9635">
                  <a:extLst>
                    <a:ext uri="{FF2B5EF4-FFF2-40B4-BE49-F238E27FC236}">
                      <a16:creationId xmlns:a16="http://schemas.microsoft.com/office/drawing/2014/main" id="{F138BC75-38CF-7C59-39B4-DFFDCA92C209}"/>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37" name="Connecteur droit 9636">
                  <a:extLst>
                    <a:ext uri="{FF2B5EF4-FFF2-40B4-BE49-F238E27FC236}">
                      <a16:creationId xmlns:a16="http://schemas.microsoft.com/office/drawing/2014/main" id="{7D9215E1-7E53-BD5C-5F15-ED1920DC967D}"/>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38" name="Connecteur droit 9637">
                  <a:extLst>
                    <a:ext uri="{FF2B5EF4-FFF2-40B4-BE49-F238E27FC236}">
                      <a16:creationId xmlns:a16="http://schemas.microsoft.com/office/drawing/2014/main" id="{0B396C6D-0A40-2268-3165-DC38701CAD15}"/>
                    </a:ext>
                  </a:extLst>
                </p:cNvPr>
                <p:cNvCxnSpPr>
                  <a:cxnSpLocks/>
                </p:cNvCxnSpPr>
                <p:nvPr/>
              </p:nvCxnSpPr>
              <p:spPr>
                <a:xfrm>
                  <a:off x="870535" y="1297546"/>
                  <a:ext cx="0" cy="458866"/>
                </a:xfrm>
                <a:prstGeom prst="line">
                  <a:avLst/>
                </a:prstGeom>
                <a:ln w="9525"/>
              </p:spPr>
              <p:style>
                <a:lnRef idx="1">
                  <a:schemeClr val="dk1"/>
                </a:lnRef>
                <a:fillRef idx="0">
                  <a:schemeClr val="dk1"/>
                </a:fillRef>
                <a:effectRef idx="0">
                  <a:schemeClr val="dk1"/>
                </a:effectRef>
                <a:fontRef idx="minor">
                  <a:schemeClr val="tx1"/>
                </a:fontRef>
              </p:style>
            </p:cxnSp>
          </p:grpSp>
          <p:grpSp>
            <p:nvGrpSpPr>
              <p:cNvPr id="9600" name="Groupe 9599">
                <a:extLst>
                  <a:ext uri="{FF2B5EF4-FFF2-40B4-BE49-F238E27FC236}">
                    <a16:creationId xmlns:a16="http://schemas.microsoft.com/office/drawing/2014/main" id="{FBE00BF4-A1AA-9D25-BCC4-5E6772B0BF32}"/>
                  </a:ext>
                </a:extLst>
              </p:cNvPr>
              <p:cNvGrpSpPr/>
              <p:nvPr/>
            </p:nvGrpSpPr>
            <p:grpSpPr>
              <a:xfrm>
                <a:off x="9871523" y="1794367"/>
                <a:ext cx="1747778" cy="1152550"/>
                <a:chOff x="527355" y="1064870"/>
                <a:chExt cx="1747778" cy="1632597"/>
              </a:xfrm>
            </p:grpSpPr>
            <p:sp>
              <p:nvSpPr>
                <p:cNvPr id="9627" name="Rectangle 9626">
                  <a:extLst>
                    <a:ext uri="{FF2B5EF4-FFF2-40B4-BE49-F238E27FC236}">
                      <a16:creationId xmlns:a16="http://schemas.microsoft.com/office/drawing/2014/main" id="{E0567CAB-3B53-7176-A2AD-78862AED9B24}"/>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28" name="Connecteur droit 9627">
                  <a:extLst>
                    <a:ext uri="{FF2B5EF4-FFF2-40B4-BE49-F238E27FC236}">
                      <a16:creationId xmlns:a16="http://schemas.microsoft.com/office/drawing/2014/main" id="{6DB10DF6-BF30-173F-E2F4-E070CF1BC2CD}"/>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29" name="Connecteur droit 9628">
                  <a:extLst>
                    <a:ext uri="{FF2B5EF4-FFF2-40B4-BE49-F238E27FC236}">
                      <a16:creationId xmlns:a16="http://schemas.microsoft.com/office/drawing/2014/main" id="{285C9E96-A24C-B906-0428-C874C82A7276}"/>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9630" name="Connecteur droit 9629">
                  <a:extLst>
                    <a:ext uri="{FF2B5EF4-FFF2-40B4-BE49-F238E27FC236}">
                      <a16:creationId xmlns:a16="http://schemas.microsoft.com/office/drawing/2014/main" id="{6D8D147E-FA47-458D-66FE-8A2993D19473}"/>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31" name="Connecteur droit 9630">
                  <a:extLst>
                    <a:ext uri="{FF2B5EF4-FFF2-40B4-BE49-F238E27FC236}">
                      <a16:creationId xmlns:a16="http://schemas.microsoft.com/office/drawing/2014/main" id="{A8DE969D-892B-AB75-867C-FC71DCE9AC22}"/>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32" name="Connecteur droit 9631">
                  <a:extLst>
                    <a:ext uri="{FF2B5EF4-FFF2-40B4-BE49-F238E27FC236}">
                      <a16:creationId xmlns:a16="http://schemas.microsoft.com/office/drawing/2014/main" id="{2ACEEECC-5D78-E416-1091-49BD28E8E481}"/>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33" name="Connecteur droit 9632">
                  <a:extLst>
                    <a:ext uri="{FF2B5EF4-FFF2-40B4-BE49-F238E27FC236}">
                      <a16:creationId xmlns:a16="http://schemas.microsoft.com/office/drawing/2014/main" id="{799C367F-C49D-CBAA-0B98-58D90D0B9EB2}"/>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34" name="Connecteur droit 9633">
                  <a:extLst>
                    <a:ext uri="{FF2B5EF4-FFF2-40B4-BE49-F238E27FC236}">
                      <a16:creationId xmlns:a16="http://schemas.microsoft.com/office/drawing/2014/main" id="{BFBCBEA6-8694-F128-8789-0A1430E48F15}"/>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9601" name="Groupe 9600">
                <a:extLst>
                  <a:ext uri="{FF2B5EF4-FFF2-40B4-BE49-F238E27FC236}">
                    <a16:creationId xmlns:a16="http://schemas.microsoft.com/office/drawing/2014/main" id="{EF657AA0-1B35-B193-C10B-6ADA6A9E0FB2}"/>
                  </a:ext>
                </a:extLst>
              </p:cNvPr>
              <p:cNvGrpSpPr/>
              <p:nvPr/>
            </p:nvGrpSpPr>
            <p:grpSpPr>
              <a:xfrm>
                <a:off x="9906250" y="4120875"/>
                <a:ext cx="1747778" cy="1152550"/>
                <a:chOff x="527355" y="1064870"/>
                <a:chExt cx="1747778" cy="1632597"/>
              </a:xfrm>
            </p:grpSpPr>
            <p:sp>
              <p:nvSpPr>
                <p:cNvPr id="9619" name="Rectangle 9618">
                  <a:extLst>
                    <a:ext uri="{FF2B5EF4-FFF2-40B4-BE49-F238E27FC236}">
                      <a16:creationId xmlns:a16="http://schemas.microsoft.com/office/drawing/2014/main" id="{C9F9D7DF-3796-CAE1-59E1-BA7BB4DFC7BB}"/>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620" name="Connecteur droit 9619">
                  <a:extLst>
                    <a:ext uri="{FF2B5EF4-FFF2-40B4-BE49-F238E27FC236}">
                      <a16:creationId xmlns:a16="http://schemas.microsoft.com/office/drawing/2014/main" id="{E584D5B7-DBB8-7EA9-DCBB-5E1F8AFB7F6B}"/>
                    </a:ext>
                  </a:extLst>
                </p:cNvPr>
                <p:cNvCxnSpPr/>
                <p:nvPr/>
              </p:nvCxnSpPr>
              <p:spPr>
                <a:xfrm>
                  <a:off x="527355" y="1300286"/>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21" name="Connecteur droit 9620">
                  <a:extLst>
                    <a:ext uri="{FF2B5EF4-FFF2-40B4-BE49-F238E27FC236}">
                      <a16:creationId xmlns:a16="http://schemas.microsoft.com/office/drawing/2014/main" id="{DE4D7CD7-3E8E-1414-8EEF-D546FDBE76AC}"/>
                    </a:ext>
                  </a:extLst>
                </p:cNvPr>
                <p:cNvCxnSpPr>
                  <a:cxnSpLocks/>
                </p:cNvCxnSpPr>
                <p:nvPr/>
              </p:nvCxnSpPr>
              <p:spPr>
                <a:xfrm>
                  <a:off x="913564" y="1302579"/>
                  <a:ext cx="0" cy="1394888"/>
                </a:xfrm>
                <a:prstGeom prst="line">
                  <a:avLst/>
                </a:prstGeom>
                <a:ln w="9525"/>
              </p:spPr>
              <p:style>
                <a:lnRef idx="1">
                  <a:schemeClr val="dk1"/>
                </a:lnRef>
                <a:fillRef idx="0">
                  <a:schemeClr val="dk1"/>
                </a:fillRef>
                <a:effectRef idx="0">
                  <a:schemeClr val="dk1"/>
                </a:effectRef>
                <a:fontRef idx="minor">
                  <a:schemeClr val="tx1"/>
                </a:fontRef>
              </p:style>
            </p:cxnSp>
            <p:cxnSp>
              <p:nvCxnSpPr>
                <p:cNvPr id="9622" name="Connecteur droit 9621">
                  <a:extLst>
                    <a:ext uri="{FF2B5EF4-FFF2-40B4-BE49-F238E27FC236}">
                      <a16:creationId xmlns:a16="http://schemas.microsoft.com/office/drawing/2014/main" id="{1BD61B9C-57E2-EF1B-B8E3-7444288C6CAB}"/>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9623" name="Connecteur droit 9622">
                  <a:extLst>
                    <a:ext uri="{FF2B5EF4-FFF2-40B4-BE49-F238E27FC236}">
                      <a16:creationId xmlns:a16="http://schemas.microsoft.com/office/drawing/2014/main" id="{E2BEDAE9-DFC5-13DA-C067-46C1B90FF0DC}"/>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24" name="Connecteur droit 9623">
                  <a:extLst>
                    <a:ext uri="{FF2B5EF4-FFF2-40B4-BE49-F238E27FC236}">
                      <a16:creationId xmlns:a16="http://schemas.microsoft.com/office/drawing/2014/main" id="{8320696F-B8C1-1D4D-7657-4420F9214457}"/>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25" name="Connecteur droit 9624">
                  <a:extLst>
                    <a:ext uri="{FF2B5EF4-FFF2-40B4-BE49-F238E27FC236}">
                      <a16:creationId xmlns:a16="http://schemas.microsoft.com/office/drawing/2014/main" id="{A10380EB-85C2-3C0C-90EE-6EA3E33A4B97}"/>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9626" name="Connecteur droit 9625">
                  <a:extLst>
                    <a:ext uri="{FF2B5EF4-FFF2-40B4-BE49-F238E27FC236}">
                      <a16:creationId xmlns:a16="http://schemas.microsoft.com/office/drawing/2014/main" id="{E9BD1F88-EC82-2366-B11F-41D62AAF0D22}"/>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cxnSp>
            <p:nvCxnSpPr>
              <p:cNvPr id="9602" name="Connecteur droit avec flèche 9601">
                <a:extLst>
                  <a:ext uri="{FF2B5EF4-FFF2-40B4-BE49-F238E27FC236}">
                    <a16:creationId xmlns:a16="http://schemas.microsoft.com/office/drawing/2014/main" id="{47182A9D-2A79-8B1A-CE0A-99164BEB9D02}"/>
                  </a:ext>
                </a:extLst>
              </p:cNvPr>
              <p:cNvCxnSpPr>
                <a:cxnSpLocks/>
              </p:cNvCxnSpPr>
              <p:nvPr/>
            </p:nvCxnSpPr>
            <p:spPr>
              <a:xfrm>
                <a:off x="5418640" y="1889322"/>
                <a:ext cx="3751" cy="829089"/>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03" name="Connecteur droit avec flèche 9602">
                <a:extLst>
                  <a:ext uri="{FF2B5EF4-FFF2-40B4-BE49-F238E27FC236}">
                    <a16:creationId xmlns:a16="http://schemas.microsoft.com/office/drawing/2014/main" id="{B1B72482-ED96-3C1B-926E-938CE2C54DE7}"/>
                  </a:ext>
                </a:extLst>
              </p:cNvPr>
              <p:cNvCxnSpPr>
                <a:cxnSpLocks/>
                <a:endCxn id="9683" idx="3"/>
              </p:cNvCxnSpPr>
              <p:nvPr/>
            </p:nvCxnSpPr>
            <p:spPr>
              <a:xfrm flipH="1">
                <a:off x="2846271" y="1689119"/>
                <a:ext cx="1683230" cy="730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04" name="Connecteur droit avec flèche 9603">
                <a:extLst>
                  <a:ext uri="{FF2B5EF4-FFF2-40B4-BE49-F238E27FC236}">
                    <a16:creationId xmlns:a16="http://schemas.microsoft.com/office/drawing/2014/main" id="{03BB7FD0-239B-09A3-B662-8644F3AC12E9}"/>
                  </a:ext>
                </a:extLst>
              </p:cNvPr>
              <p:cNvCxnSpPr>
                <a:cxnSpLocks/>
              </p:cNvCxnSpPr>
              <p:nvPr/>
            </p:nvCxnSpPr>
            <p:spPr>
              <a:xfrm flipH="1">
                <a:off x="1974543" y="4103135"/>
                <a:ext cx="1683230" cy="730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05" name="Connecteur droit 9604">
                <a:extLst>
                  <a:ext uri="{FF2B5EF4-FFF2-40B4-BE49-F238E27FC236}">
                    <a16:creationId xmlns:a16="http://schemas.microsoft.com/office/drawing/2014/main" id="{976114FB-8DAC-FB5D-7B3F-FEA427DB011E}"/>
                  </a:ext>
                </a:extLst>
              </p:cNvPr>
              <p:cNvCxnSpPr>
                <a:cxnSpLocks/>
              </p:cNvCxnSpPr>
              <p:nvPr/>
            </p:nvCxnSpPr>
            <p:spPr>
              <a:xfrm flipV="1">
                <a:off x="3657773" y="3673725"/>
                <a:ext cx="0" cy="42941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06" name="Connecteur droit 9605">
                <a:extLst>
                  <a:ext uri="{FF2B5EF4-FFF2-40B4-BE49-F238E27FC236}">
                    <a16:creationId xmlns:a16="http://schemas.microsoft.com/office/drawing/2014/main" id="{585BF13F-5F71-D077-2728-43995BFC37A9}"/>
                  </a:ext>
                </a:extLst>
              </p:cNvPr>
              <p:cNvCxnSpPr>
                <a:cxnSpLocks/>
              </p:cNvCxnSpPr>
              <p:nvPr/>
            </p:nvCxnSpPr>
            <p:spPr>
              <a:xfrm flipH="1">
                <a:off x="3653963" y="3667125"/>
                <a:ext cx="902848" cy="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07" name="Connecteur droit avec flèche 9606">
                <a:extLst>
                  <a:ext uri="{FF2B5EF4-FFF2-40B4-BE49-F238E27FC236}">
                    <a16:creationId xmlns:a16="http://schemas.microsoft.com/office/drawing/2014/main" id="{AFA56248-7E07-D854-5126-B7FDE7B654C1}"/>
                  </a:ext>
                </a:extLst>
              </p:cNvPr>
              <p:cNvCxnSpPr>
                <a:cxnSpLocks/>
              </p:cNvCxnSpPr>
              <p:nvPr/>
            </p:nvCxnSpPr>
            <p:spPr>
              <a:xfrm flipH="1">
                <a:off x="6307201" y="3035368"/>
                <a:ext cx="132295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08" name="Connecteur droit 9607">
                <a:extLst>
                  <a:ext uri="{FF2B5EF4-FFF2-40B4-BE49-F238E27FC236}">
                    <a16:creationId xmlns:a16="http://schemas.microsoft.com/office/drawing/2014/main" id="{F29DA8FD-F764-AF6B-55AE-F9CC9FA633E8}"/>
                  </a:ext>
                </a:extLst>
              </p:cNvPr>
              <p:cNvCxnSpPr>
                <a:cxnSpLocks/>
              </p:cNvCxnSpPr>
              <p:nvPr/>
            </p:nvCxnSpPr>
            <p:spPr>
              <a:xfrm flipH="1" flipV="1">
                <a:off x="7630160" y="2583180"/>
                <a:ext cx="173" cy="453155"/>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09" name="Connecteur droit avec flèche 9608">
                <a:extLst>
                  <a:ext uri="{FF2B5EF4-FFF2-40B4-BE49-F238E27FC236}">
                    <a16:creationId xmlns:a16="http://schemas.microsoft.com/office/drawing/2014/main" id="{32A75545-DE81-DDD9-F7B1-BB87FAB6B966}"/>
                  </a:ext>
                </a:extLst>
              </p:cNvPr>
              <p:cNvCxnSpPr>
                <a:cxnSpLocks/>
              </p:cNvCxnSpPr>
              <p:nvPr/>
            </p:nvCxnSpPr>
            <p:spPr>
              <a:xfrm flipH="1">
                <a:off x="6301105" y="3382840"/>
                <a:ext cx="204431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10" name="Connecteur droit 9609">
                <a:extLst>
                  <a:ext uri="{FF2B5EF4-FFF2-40B4-BE49-F238E27FC236}">
                    <a16:creationId xmlns:a16="http://schemas.microsoft.com/office/drawing/2014/main" id="{3D2CCE13-86BA-2E32-0927-E8C77D98D80B}"/>
                  </a:ext>
                </a:extLst>
              </p:cNvPr>
              <p:cNvCxnSpPr>
                <a:cxnSpLocks/>
              </p:cNvCxnSpPr>
              <p:nvPr/>
            </p:nvCxnSpPr>
            <p:spPr>
              <a:xfrm flipV="1">
                <a:off x="8345424" y="3382840"/>
                <a:ext cx="0" cy="230945"/>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11" name="Connecteur droit avec flèche 9610">
                <a:extLst>
                  <a:ext uri="{FF2B5EF4-FFF2-40B4-BE49-F238E27FC236}">
                    <a16:creationId xmlns:a16="http://schemas.microsoft.com/office/drawing/2014/main" id="{5087FA5A-DBEF-20BA-DE13-8FFB6A3E2A07}"/>
                  </a:ext>
                </a:extLst>
              </p:cNvPr>
              <p:cNvCxnSpPr>
                <a:cxnSpLocks/>
              </p:cNvCxnSpPr>
              <p:nvPr/>
            </p:nvCxnSpPr>
            <p:spPr>
              <a:xfrm>
                <a:off x="8360664" y="4754185"/>
                <a:ext cx="154228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12" name="Connecteur droit 9611">
                <a:extLst>
                  <a:ext uri="{FF2B5EF4-FFF2-40B4-BE49-F238E27FC236}">
                    <a16:creationId xmlns:a16="http://schemas.microsoft.com/office/drawing/2014/main" id="{730C5B18-9E2E-6948-A493-F934AD09BC71}"/>
                  </a:ext>
                </a:extLst>
              </p:cNvPr>
              <p:cNvCxnSpPr>
                <a:cxnSpLocks/>
              </p:cNvCxnSpPr>
              <p:nvPr/>
            </p:nvCxnSpPr>
            <p:spPr>
              <a:xfrm flipV="1">
                <a:off x="8360664" y="4101025"/>
                <a:ext cx="0" cy="65316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13" name="Connecteur droit avec flèche 9612">
                <a:extLst>
                  <a:ext uri="{FF2B5EF4-FFF2-40B4-BE49-F238E27FC236}">
                    <a16:creationId xmlns:a16="http://schemas.microsoft.com/office/drawing/2014/main" id="{08F4FA2C-EF72-1BE5-9E0D-C41683FA5737}"/>
                  </a:ext>
                </a:extLst>
              </p:cNvPr>
              <p:cNvCxnSpPr>
                <a:cxnSpLocks/>
              </p:cNvCxnSpPr>
              <p:nvPr/>
            </p:nvCxnSpPr>
            <p:spPr>
              <a:xfrm>
                <a:off x="9155430" y="2371030"/>
                <a:ext cx="711328"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14" name="Connecteur droit avec flèche 9613">
                <a:extLst>
                  <a:ext uri="{FF2B5EF4-FFF2-40B4-BE49-F238E27FC236}">
                    <a16:creationId xmlns:a16="http://schemas.microsoft.com/office/drawing/2014/main" id="{DADE92B0-B320-361F-CD55-B511E309E0AF}"/>
                  </a:ext>
                </a:extLst>
              </p:cNvPr>
              <p:cNvCxnSpPr>
                <a:cxnSpLocks/>
              </p:cNvCxnSpPr>
              <p:nvPr/>
            </p:nvCxnSpPr>
            <p:spPr>
              <a:xfrm>
                <a:off x="2964906" y="5124450"/>
                <a:ext cx="0" cy="578332"/>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15" name="Connecteur droit 9614">
                <a:extLst>
                  <a:ext uri="{FF2B5EF4-FFF2-40B4-BE49-F238E27FC236}">
                    <a16:creationId xmlns:a16="http://schemas.microsoft.com/office/drawing/2014/main" id="{6C187D6B-CC46-7629-5683-B2314A85D26E}"/>
                  </a:ext>
                </a:extLst>
              </p:cNvPr>
              <p:cNvCxnSpPr>
                <a:cxnSpLocks/>
              </p:cNvCxnSpPr>
              <p:nvPr/>
            </p:nvCxnSpPr>
            <p:spPr>
              <a:xfrm flipV="1">
                <a:off x="3813983" y="4190450"/>
                <a:ext cx="0" cy="43870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16" name="Connecteur droit 9615">
                <a:extLst>
                  <a:ext uri="{FF2B5EF4-FFF2-40B4-BE49-F238E27FC236}">
                    <a16:creationId xmlns:a16="http://schemas.microsoft.com/office/drawing/2014/main" id="{0FACFECD-035F-D69D-5410-C4D0FCA32875}"/>
                  </a:ext>
                </a:extLst>
              </p:cNvPr>
              <p:cNvCxnSpPr>
                <a:cxnSpLocks/>
              </p:cNvCxnSpPr>
              <p:nvPr/>
            </p:nvCxnSpPr>
            <p:spPr>
              <a:xfrm>
                <a:off x="3819423" y="4196440"/>
                <a:ext cx="1659357" cy="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9617" name="Connecteur droit avec flèche 9616">
                <a:extLst>
                  <a:ext uri="{FF2B5EF4-FFF2-40B4-BE49-F238E27FC236}">
                    <a16:creationId xmlns:a16="http://schemas.microsoft.com/office/drawing/2014/main" id="{4D6EA070-1524-5EDE-FA01-73D504EB5955}"/>
                  </a:ext>
                </a:extLst>
              </p:cNvPr>
              <p:cNvCxnSpPr>
                <a:cxnSpLocks/>
              </p:cNvCxnSpPr>
              <p:nvPr/>
            </p:nvCxnSpPr>
            <p:spPr>
              <a:xfrm flipV="1">
                <a:off x="5474426" y="3878665"/>
                <a:ext cx="0" cy="31178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9618" name="Connecteur droit avec flèche 9617">
                <a:extLst>
                  <a:ext uri="{FF2B5EF4-FFF2-40B4-BE49-F238E27FC236}">
                    <a16:creationId xmlns:a16="http://schemas.microsoft.com/office/drawing/2014/main" id="{66198FE2-F4D2-0942-2486-575D4EE748EC}"/>
                  </a:ext>
                </a:extLst>
              </p:cNvPr>
              <p:cNvCxnSpPr>
                <a:cxnSpLocks/>
              </p:cNvCxnSpPr>
              <p:nvPr/>
            </p:nvCxnSpPr>
            <p:spPr>
              <a:xfrm>
                <a:off x="5791418" y="3878665"/>
                <a:ext cx="0" cy="54546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grpSp>
        <p:sp>
          <p:nvSpPr>
            <p:cNvPr id="9517" name="ZoneTexte 9516">
              <a:extLst>
                <a:ext uri="{FF2B5EF4-FFF2-40B4-BE49-F238E27FC236}">
                  <a16:creationId xmlns:a16="http://schemas.microsoft.com/office/drawing/2014/main" id="{23D8DB7D-264C-E9F7-C746-AF93C11CC169}"/>
                </a:ext>
              </a:extLst>
            </p:cNvPr>
            <p:cNvSpPr txBox="1"/>
            <p:nvPr/>
          </p:nvSpPr>
          <p:spPr>
            <a:xfrm>
              <a:off x="2560320" y="1304360"/>
              <a:ext cx="6172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Stock</a:t>
              </a:r>
              <a:endParaRPr lang="es-ES" sz="800" b="1" dirty="0">
                <a:solidFill>
                  <a:srgbClr val="3F5B78"/>
                </a:solidFill>
                <a:latin typeface="Poppins" panose="00000500000000000000" pitchFamily="2" charset="0"/>
                <a:cs typeface="Poppins" panose="00000500000000000000" pitchFamily="2" charset="0"/>
              </a:endParaRPr>
            </a:p>
          </p:txBody>
        </p:sp>
        <p:sp>
          <p:nvSpPr>
            <p:cNvPr id="9518" name="ZoneTexte 9517">
              <a:extLst>
                <a:ext uri="{FF2B5EF4-FFF2-40B4-BE49-F238E27FC236}">
                  <a16:creationId xmlns:a16="http://schemas.microsoft.com/office/drawing/2014/main" id="{AB8397FF-B228-77D7-610A-71CA13C42A41}"/>
                </a:ext>
              </a:extLst>
            </p:cNvPr>
            <p:cNvSpPr txBox="1"/>
            <p:nvPr/>
          </p:nvSpPr>
          <p:spPr>
            <a:xfrm>
              <a:off x="5368290" y="140723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Utilisateur</a:t>
              </a:r>
              <a:endParaRPr lang="es-ES" sz="800" b="1" dirty="0">
                <a:solidFill>
                  <a:srgbClr val="3F5B78"/>
                </a:solidFill>
                <a:latin typeface="Poppins" panose="00000500000000000000" pitchFamily="2" charset="0"/>
                <a:cs typeface="Poppins" panose="00000500000000000000" pitchFamily="2" charset="0"/>
              </a:endParaRPr>
            </a:p>
          </p:txBody>
        </p:sp>
        <p:sp>
          <p:nvSpPr>
            <p:cNvPr id="9519" name="ZoneTexte 9518">
              <a:extLst>
                <a:ext uri="{FF2B5EF4-FFF2-40B4-BE49-F238E27FC236}">
                  <a16:creationId xmlns:a16="http://schemas.microsoft.com/office/drawing/2014/main" id="{C75F447E-CCE5-6DCB-859E-3856625FDE52}"/>
                </a:ext>
              </a:extLst>
            </p:cNvPr>
            <p:cNvSpPr txBox="1"/>
            <p:nvPr/>
          </p:nvSpPr>
          <p:spPr>
            <a:xfrm>
              <a:off x="7860030" y="216923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Subit</a:t>
              </a:r>
              <a:endParaRPr lang="es-ES" sz="800" b="1" dirty="0">
                <a:solidFill>
                  <a:srgbClr val="3F5B78"/>
                </a:solidFill>
                <a:latin typeface="Poppins" panose="00000500000000000000" pitchFamily="2" charset="0"/>
                <a:cs typeface="Poppins" panose="00000500000000000000" pitchFamily="2" charset="0"/>
              </a:endParaRPr>
            </a:p>
          </p:txBody>
        </p:sp>
        <p:sp>
          <p:nvSpPr>
            <p:cNvPr id="9520" name="ZoneTexte 9519">
              <a:extLst>
                <a:ext uri="{FF2B5EF4-FFF2-40B4-BE49-F238E27FC236}">
                  <a16:creationId xmlns:a16="http://schemas.microsoft.com/office/drawing/2014/main" id="{C48583AB-ADDC-F1BF-B2A2-4C9A70B22948}"/>
                </a:ext>
              </a:extLst>
            </p:cNvPr>
            <p:cNvSpPr txBox="1"/>
            <p:nvPr/>
          </p:nvSpPr>
          <p:spPr>
            <a:xfrm>
              <a:off x="9940290" y="189491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Panne</a:t>
              </a:r>
              <a:endParaRPr lang="es-ES" sz="800" b="1" dirty="0">
                <a:solidFill>
                  <a:srgbClr val="3F5B78"/>
                </a:solidFill>
                <a:latin typeface="Poppins" panose="00000500000000000000" pitchFamily="2" charset="0"/>
                <a:cs typeface="Poppins" panose="00000500000000000000" pitchFamily="2" charset="0"/>
              </a:endParaRPr>
            </a:p>
          </p:txBody>
        </p:sp>
        <p:sp>
          <p:nvSpPr>
            <p:cNvPr id="9521" name="ZoneTexte 9520">
              <a:extLst>
                <a:ext uri="{FF2B5EF4-FFF2-40B4-BE49-F238E27FC236}">
                  <a16:creationId xmlns:a16="http://schemas.microsoft.com/office/drawing/2014/main" id="{30D91B21-BF85-A47F-545D-7F0686D163EA}"/>
                </a:ext>
              </a:extLst>
            </p:cNvPr>
            <p:cNvSpPr txBox="1"/>
            <p:nvPr/>
          </p:nvSpPr>
          <p:spPr>
            <a:xfrm>
              <a:off x="7677149" y="3495110"/>
              <a:ext cx="973437"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Est réservée</a:t>
              </a:r>
              <a:endParaRPr lang="es-ES" sz="800" b="1" dirty="0">
                <a:solidFill>
                  <a:srgbClr val="3F5B78"/>
                </a:solidFill>
                <a:latin typeface="Poppins" panose="00000500000000000000" pitchFamily="2" charset="0"/>
                <a:cs typeface="Poppins" panose="00000500000000000000" pitchFamily="2" charset="0"/>
              </a:endParaRPr>
            </a:p>
          </p:txBody>
        </p:sp>
        <p:sp>
          <p:nvSpPr>
            <p:cNvPr id="9522" name="ZoneTexte 9521">
              <a:extLst>
                <a:ext uri="{FF2B5EF4-FFF2-40B4-BE49-F238E27FC236}">
                  <a16:creationId xmlns:a16="http://schemas.microsoft.com/office/drawing/2014/main" id="{042824E9-70F6-61E7-2223-A5AF97BDABD9}"/>
                </a:ext>
              </a:extLst>
            </p:cNvPr>
            <p:cNvSpPr txBox="1"/>
            <p:nvPr/>
          </p:nvSpPr>
          <p:spPr>
            <a:xfrm>
              <a:off x="9845039" y="3929450"/>
              <a:ext cx="973437"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Réservation</a:t>
              </a:r>
              <a:endParaRPr lang="es-ES" sz="800" b="1" dirty="0">
                <a:solidFill>
                  <a:srgbClr val="3F5B78"/>
                </a:solidFill>
                <a:latin typeface="Poppins" panose="00000500000000000000" pitchFamily="2" charset="0"/>
                <a:cs typeface="Poppins" panose="00000500000000000000" pitchFamily="2" charset="0"/>
              </a:endParaRPr>
            </a:p>
          </p:txBody>
        </p:sp>
        <p:sp>
          <p:nvSpPr>
            <p:cNvPr id="9523" name="ZoneTexte 9522">
              <a:extLst>
                <a:ext uri="{FF2B5EF4-FFF2-40B4-BE49-F238E27FC236}">
                  <a16:creationId xmlns:a16="http://schemas.microsoft.com/office/drawing/2014/main" id="{42845D90-8298-8719-A85B-5EC9366821E1}"/>
                </a:ext>
              </a:extLst>
            </p:cNvPr>
            <p:cNvSpPr txBox="1"/>
            <p:nvPr/>
          </p:nvSpPr>
          <p:spPr>
            <a:xfrm>
              <a:off x="5380482" y="2711774"/>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Salle de TP</a:t>
              </a:r>
              <a:endParaRPr lang="es-ES" sz="800" b="1" dirty="0">
                <a:solidFill>
                  <a:srgbClr val="3F5B78"/>
                </a:solidFill>
                <a:latin typeface="Poppins" panose="00000500000000000000" pitchFamily="2" charset="0"/>
                <a:cs typeface="Poppins" panose="00000500000000000000" pitchFamily="2" charset="0"/>
              </a:endParaRPr>
            </a:p>
          </p:txBody>
        </p:sp>
        <p:sp>
          <p:nvSpPr>
            <p:cNvPr id="9524" name="ZoneTexte 9523">
              <a:extLst>
                <a:ext uri="{FF2B5EF4-FFF2-40B4-BE49-F238E27FC236}">
                  <a16:creationId xmlns:a16="http://schemas.microsoft.com/office/drawing/2014/main" id="{51B66BD5-3CC7-AD1C-8A5B-E12AD4026DD0}"/>
                </a:ext>
              </a:extLst>
            </p:cNvPr>
            <p:cNvSpPr txBox="1"/>
            <p:nvPr/>
          </p:nvSpPr>
          <p:spPr>
            <a:xfrm>
              <a:off x="5172456" y="421558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Emploi du temps</a:t>
              </a:r>
              <a:endParaRPr lang="es-ES" sz="800" b="1" dirty="0">
                <a:solidFill>
                  <a:srgbClr val="3F5B78"/>
                </a:solidFill>
                <a:latin typeface="Poppins" panose="00000500000000000000" pitchFamily="2" charset="0"/>
                <a:cs typeface="Poppins" panose="00000500000000000000" pitchFamily="2" charset="0"/>
              </a:endParaRPr>
            </a:p>
          </p:txBody>
        </p:sp>
        <p:sp>
          <p:nvSpPr>
            <p:cNvPr id="9525" name="ZoneTexte 9524">
              <a:extLst>
                <a:ext uri="{FF2B5EF4-FFF2-40B4-BE49-F238E27FC236}">
                  <a16:creationId xmlns:a16="http://schemas.microsoft.com/office/drawing/2014/main" id="{43DA49F4-27EC-82B0-ACD7-072D18F28404}"/>
                </a:ext>
              </a:extLst>
            </p:cNvPr>
            <p:cNvSpPr txBox="1"/>
            <p:nvPr/>
          </p:nvSpPr>
          <p:spPr>
            <a:xfrm>
              <a:off x="1665351" y="349930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Ordinateurs</a:t>
              </a:r>
              <a:endParaRPr lang="es-ES" sz="800" b="1" dirty="0">
                <a:solidFill>
                  <a:srgbClr val="3F5B78"/>
                </a:solidFill>
                <a:latin typeface="Poppins" panose="00000500000000000000" pitchFamily="2" charset="0"/>
                <a:cs typeface="Poppins" panose="00000500000000000000" pitchFamily="2" charset="0"/>
              </a:endParaRPr>
            </a:p>
          </p:txBody>
        </p:sp>
        <p:sp>
          <p:nvSpPr>
            <p:cNvPr id="9526" name="ZoneTexte 9525">
              <a:extLst>
                <a:ext uri="{FF2B5EF4-FFF2-40B4-BE49-F238E27FC236}">
                  <a16:creationId xmlns:a16="http://schemas.microsoft.com/office/drawing/2014/main" id="{5B43E8A4-B46D-5F0E-4655-44ED7B70C419}"/>
                </a:ext>
              </a:extLst>
            </p:cNvPr>
            <p:cNvSpPr txBox="1"/>
            <p:nvPr/>
          </p:nvSpPr>
          <p:spPr>
            <a:xfrm>
              <a:off x="3660648" y="4386269"/>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Installés</a:t>
              </a:r>
              <a:endParaRPr lang="es-ES" sz="800" b="1" dirty="0">
                <a:solidFill>
                  <a:srgbClr val="3F5B78"/>
                </a:solidFill>
                <a:latin typeface="Poppins" panose="00000500000000000000" pitchFamily="2" charset="0"/>
                <a:cs typeface="Poppins" panose="00000500000000000000" pitchFamily="2" charset="0"/>
              </a:endParaRPr>
            </a:p>
          </p:txBody>
        </p:sp>
        <p:sp>
          <p:nvSpPr>
            <p:cNvPr id="9527" name="ZoneTexte 9526">
              <a:extLst>
                <a:ext uri="{FF2B5EF4-FFF2-40B4-BE49-F238E27FC236}">
                  <a16:creationId xmlns:a16="http://schemas.microsoft.com/office/drawing/2014/main" id="{369AE174-0485-CEBB-FA10-78E95C280222}"/>
                </a:ext>
              </a:extLst>
            </p:cNvPr>
            <p:cNvSpPr txBox="1"/>
            <p:nvPr/>
          </p:nvSpPr>
          <p:spPr>
            <a:xfrm>
              <a:off x="3051048" y="531286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Logiciels</a:t>
              </a:r>
              <a:endParaRPr lang="es-ES" sz="800" b="1" dirty="0">
                <a:solidFill>
                  <a:srgbClr val="3F5B78"/>
                </a:solidFill>
                <a:latin typeface="Poppins" panose="00000500000000000000" pitchFamily="2" charset="0"/>
                <a:cs typeface="Poppins" panose="00000500000000000000" pitchFamily="2" charset="0"/>
              </a:endParaRPr>
            </a:p>
          </p:txBody>
        </p:sp>
        <p:sp>
          <p:nvSpPr>
            <p:cNvPr id="9528" name="ZoneTexte 9527">
              <a:extLst>
                <a:ext uri="{FF2B5EF4-FFF2-40B4-BE49-F238E27FC236}">
                  <a16:creationId xmlns:a16="http://schemas.microsoft.com/office/drawing/2014/main" id="{A8C96B73-9C82-B332-871B-3F7E756EA1EB}"/>
                </a:ext>
              </a:extLst>
            </p:cNvPr>
            <p:cNvSpPr txBox="1"/>
            <p:nvPr/>
          </p:nvSpPr>
          <p:spPr>
            <a:xfrm>
              <a:off x="2097404" y="1460749"/>
              <a:ext cx="386715" cy="200055"/>
            </a:xfrm>
            <a:prstGeom prst="rect">
              <a:avLst/>
            </a:prstGeom>
            <a:noFill/>
          </p:spPr>
          <p:txBody>
            <a:bodyPr wrap="square" rtlCol="0">
              <a:spAutoFit/>
            </a:bodyPr>
            <a:lstStyle/>
            <a:p>
              <a:r>
                <a:rPr lang="fr-FR" sz="700" dirty="0"/>
                <a:t>PK</a:t>
              </a:r>
              <a:endParaRPr lang="es-ES" sz="700" dirty="0"/>
            </a:p>
          </p:txBody>
        </p:sp>
        <p:sp>
          <p:nvSpPr>
            <p:cNvPr id="9529" name="ZoneTexte 9528">
              <a:extLst>
                <a:ext uri="{FF2B5EF4-FFF2-40B4-BE49-F238E27FC236}">
                  <a16:creationId xmlns:a16="http://schemas.microsoft.com/office/drawing/2014/main" id="{2EA1A64F-F9FF-42A3-6A78-EA5F237BA433}"/>
                </a:ext>
              </a:extLst>
            </p:cNvPr>
            <p:cNvSpPr txBox="1"/>
            <p:nvPr/>
          </p:nvSpPr>
          <p:spPr>
            <a:xfrm>
              <a:off x="4977764" y="1552189"/>
              <a:ext cx="386715" cy="200055"/>
            </a:xfrm>
            <a:prstGeom prst="rect">
              <a:avLst/>
            </a:prstGeom>
            <a:noFill/>
          </p:spPr>
          <p:txBody>
            <a:bodyPr wrap="square" rtlCol="0">
              <a:spAutoFit/>
            </a:bodyPr>
            <a:lstStyle/>
            <a:p>
              <a:r>
                <a:rPr lang="fr-FR" sz="700" dirty="0"/>
                <a:t>PK</a:t>
              </a:r>
              <a:endParaRPr lang="es-ES" sz="700" dirty="0"/>
            </a:p>
          </p:txBody>
        </p:sp>
        <p:sp>
          <p:nvSpPr>
            <p:cNvPr id="9530" name="ZoneTexte 9529">
              <a:extLst>
                <a:ext uri="{FF2B5EF4-FFF2-40B4-BE49-F238E27FC236}">
                  <a16:creationId xmlns:a16="http://schemas.microsoft.com/office/drawing/2014/main" id="{976FAC24-997C-6BA7-F35F-7A7113C3B160}"/>
                </a:ext>
              </a:extLst>
            </p:cNvPr>
            <p:cNvSpPr txBox="1"/>
            <p:nvPr/>
          </p:nvSpPr>
          <p:spPr>
            <a:xfrm>
              <a:off x="7395844" y="2309109"/>
              <a:ext cx="386715" cy="200055"/>
            </a:xfrm>
            <a:prstGeom prst="rect">
              <a:avLst/>
            </a:prstGeom>
            <a:noFill/>
          </p:spPr>
          <p:txBody>
            <a:bodyPr wrap="square" rtlCol="0">
              <a:spAutoFit/>
            </a:bodyPr>
            <a:lstStyle/>
            <a:p>
              <a:r>
                <a:rPr lang="fr-FR" sz="700" dirty="0"/>
                <a:t>PK</a:t>
              </a:r>
              <a:endParaRPr lang="es-ES" sz="700" dirty="0"/>
            </a:p>
          </p:txBody>
        </p:sp>
        <p:sp>
          <p:nvSpPr>
            <p:cNvPr id="9531" name="ZoneTexte 9530">
              <a:extLst>
                <a:ext uri="{FF2B5EF4-FFF2-40B4-BE49-F238E27FC236}">
                  <a16:creationId xmlns:a16="http://schemas.microsoft.com/office/drawing/2014/main" id="{E0913BEB-2547-6E0C-34C3-7DC59002FD48}"/>
                </a:ext>
              </a:extLst>
            </p:cNvPr>
            <p:cNvSpPr txBox="1"/>
            <p:nvPr/>
          </p:nvSpPr>
          <p:spPr>
            <a:xfrm>
              <a:off x="9458324" y="2039869"/>
              <a:ext cx="386715" cy="200055"/>
            </a:xfrm>
            <a:prstGeom prst="rect">
              <a:avLst/>
            </a:prstGeom>
            <a:noFill/>
          </p:spPr>
          <p:txBody>
            <a:bodyPr wrap="square" rtlCol="0">
              <a:spAutoFit/>
            </a:bodyPr>
            <a:lstStyle/>
            <a:p>
              <a:r>
                <a:rPr lang="fr-FR" sz="700" dirty="0"/>
                <a:t>PK</a:t>
              </a:r>
              <a:endParaRPr lang="es-ES" sz="700" dirty="0"/>
            </a:p>
          </p:txBody>
        </p:sp>
        <p:sp>
          <p:nvSpPr>
            <p:cNvPr id="9532" name="ZoneTexte 9531">
              <a:extLst>
                <a:ext uri="{FF2B5EF4-FFF2-40B4-BE49-F238E27FC236}">
                  <a16:creationId xmlns:a16="http://schemas.microsoft.com/office/drawing/2014/main" id="{E2F6EFBE-A141-E980-2380-3D8E686F940B}"/>
                </a:ext>
              </a:extLst>
            </p:cNvPr>
            <p:cNvSpPr txBox="1"/>
            <p:nvPr/>
          </p:nvSpPr>
          <p:spPr>
            <a:xfrm>
              <a:off x="9493884" y="4082029"/>
              <a:ext cx="386715" cy="200055"/>
            </a:xfrm>
            <a:prstGeom prst="rect">
              <a:avLst/>
            </a:prstGeom>
            <a:noFill/>
          </p:spPr>
          <p:txBody>
            <a:bodyPr wrap="square" rtlCol="0">
              <a:spAutoFit/>
            </a:bodyPr>
            <a:lstStyle/>
            <a:p>
              <a:r>
                <a:rPr lang="fr-FR" sz="700" dirty="0"/>
                <a:t>PK</a:t>
              </a:r>
              <a:endParaRPr lang="es-ES" sz="700" dirty="0"/>
            </a:p>
          </p:txBody>
        </p:sp>
        <p:sp>
          <p:nvSpPr>
            <p:cNvPr id="9533" name="ZoneTexte 9532">
              <a:extLst>
                <a:ext uri="{FF2B5EF4-FFF2-40B4-BE49-F238E27FC236}">
                  <a16:creationId xmlns:a16="http://schemas.microsoft.com/office/drawing/2014/main" id="{BC0C6977-C9AB-ED57-BFA8-18B18F3BD6C6}"/>
                </a:ext>
              </a:extLst>
            </p:cNvPr>
            <p:cNvSpPr txBox="1"/>
            <p:nvPr/>
          </p:nvSpPr>
          <p:spPr>
            <a:xfrm>
              <a:off x="7355204" y="3634989"/>
              <a:ext cx="386715" cy="200055"/>
            </a:xfrm>
            <a:prstGeom prst="rect">
              <a:avLst/>
            </a:prstGeom>
            <a:noFill/>
          </p:spPr>
          <p:txBody>
            <a:bodyPr wrap="square" rtlCol="0">
              <a:spAutoFit/>
            </a:bodyPr>
            <a:lstStyle/>
            <a:p>
              <a:r>
                <a:rPr lang="fr-FR" sz="700" dirty="0"/>
                <a:t>PK</a:t>
              </a:r>
              <a:endParaRPr lang="es-ES" sz="700" dirty="0"/>
            </a:p>
          </p:txBody>
        </p:sp>
        <p:sp>
          <p:nvSpPr>
            <p:cNvPr id="9534" name="ZoneTexte 9533">
              <a:extLst>
                <a:ext uri="{FF2B5EF4-FFF2-40B4-BE49-F238E27FC236}">
                  <a16:creationId xmlns:a16="http://schemas.microsoft.com/office/drawing/2014/main" id="{DFBC8F44-733C-FD93-9EB4-9041FB022EE8}"/>
                </a:ext>
              </a:extLst>
            </p:cNvPr>
            <p:cNvSpPr txBox="1"/>
            <p:nvPr/>
          </p:nvSpPr>
          <p:spPr>
            <a:xfrm>
              <a:off x="5003164" y="2842509"/>
              <a:ext cx="386715" cy="200055"/>
            </a:xfrm>
            <a:prstGeom prst="rect">
              <a:avLst/>
            </a:prstGeom>
            <a:noFill/>
          </p:spPr>
          <p:txBody>
            <a:bodyPr wrap="square" rtlCol="0">
              <a:spAutoFit/>
            </a:bodyPr>
            <a:lstStyle/>
            <a:p>
              <a:r>
                <a:rPr lang="fr-FR" sz="700" dirty="0"/>
                <a:t>PK</a:t>
              </a:r>
              <a:endParaRPr lang="es-ES" sz="700" dirty="0"/>
            </a:p>
          </p:txBody>
        </p:sp>
        <p:sp>
          <p:nvSpPr>
            <p:cNvPr id="9535" name="ZoneTexte 9534">
              <a:extLst>
                <a:ext uri="{FF2B5EF4-FFF2-40B4-BE49-F238E27FC236}">
                  <a16:creationId xmlns:a16="http://schemas.microsoft.com/office/drawing/2014/main" id="{D769941A-FCF8-8F07-E500-ECB1B16F89E0}"/>
                </a:ext>
              </a:extLst>
            </p:cNvPr>
            <p:cNvSpPr txBox="1"/>
            <p:nvPr/>
          </p:nvSpPr>
          <p:spPr>
            <a:xfrm>
              <a:off x="1365884" y="3660389"/>
              <a:ext cx="386715" cy="200055"/>
            </a:xfrm>
            <a:prstGeom prst="rect">
              <a:avLst/>
            </a:prstGeom>
            <a:noFill/>
          </p:spPr>
          <p:txBody>
            <a:bodyPr wrap="square" rtlCol="0">
              <a:spAutoFit/>
            </a:bodyPr>
            <a:lstStyle/>
            <a:p>
              <a:r>
                <a:rPr lang="fr-FR" sz="700" dirty="0"/>
                <a:t>PK</a:t>
              </a:r>
              <a:endParaRPr lang="es-ES" sz="700" dirty="0"/>
            </a:p>
          </p:txBody>
        </p:sp>
        <p:sp>
          <p:nvSpPr>
            <p:cNvPr id="9536" name="ZoneTexte 9535">
              <a:extLst>
                <a:ext uri="{FF2B5EF4-FFF2-40B4-BE49-F238E27FC236}">
                  <a16:creationId xmlns:a16="http://schemas.microsoft.com/office/drawing/2014/main" id="{FB7813FC-19C6-F3AC-AC9A-8F9EF2E9D1A4}"/>
                </a:ext>
              </a:extLst>
            </p:cNvPr>
            <p:cNvSpPr txBox="1"/>
            <p:nvPr/>
          </p:nvSpPr>
          <p:spPr>
            <a:xfrm>
              <a:off x="2615564" y="5463789"/>
              <a:ext cx="386715" cy="200055"/>
            </a:xfrm>
            <a:prstGeom prst="rect">
              <a:avLst/>
            </a:prstGeom>
            <a:noFill/>
          </p:spPr>
          <p:txBody>
            <a:bodyPr wrap="square" rtlCol="0">
              <a:spAutoFit/>
            </a:bodyPr>
            <a:lstStyle/>
            <a:p>
              <a:r>
                <a:rPr lang="fr-FR" sz="700" dirty="0"/>
                <a:t>PK</a:t>
              </a:r>
              <a:endParaRPr lang="es-ES" sz="700" dirty="0"/>
            </a:p>
          </p:txBody>
        </p:sp>
        <p:sp>
          <p:nvSpPr>
            <p:cNvPr id="9537" name="ZoneTexte 9536">
              <a:extLst>
                <a:ext uri="{FF2B5EF4-FFF2-40B4-BE49-F238E27FC236}">
                  <a16:creationId xmlns:a16="http://schemas.microsoft.com/office/drawing/2014/main" id="{F9EA43D0-8D95-6259-0658-2D031187ACCA}"/>
                </a:ext>
              </a:extLst>
            </p:cNvPr>
            <p:cNvSpPr txBox="1"/>
            <p:nvPr/>
          </p:nvSpPr>
          <p:spPr>
            <a:xfrm>
              <a:off x="3230244" y="4523989"/>
              <a:ext cx="386715" cy="200055"/>
            </a:xfrm>
            <a:prstGeom prst="rect">
              <a:avLst/>
            </a:prstGeom>
            <a:noFill/>
          </p:spPr>
          <p:txBody>
            <a:bodyPr wrap="square" rtlCol="0">
              <a:spAutoFit/>
            </a:bodyPr>
            <a:lstStyle/>
            <a:p>
              <a:r>
                <a:rPr lang="fr-FR" sz="700" dirty="0"/>
                <a:t>PK</a:t>
              </a:r>
              <a:endParaRPr lang="es-ES" sz="700" dirty="0"/>
            </a:p>
          </p:txBody>
        </p:sp>
        <p:sp>
          <p:nvSpPr>
            <p:cNvPr id="9538" name="ZoneTexte 9537">
              <a:extLst>
                <a:ext uri="{FF2B5EF4-FFF2-40B4-BE49-F238E27FC236}">
                  <a16:creationId xmlns:a16="http://schemas.microsoft.com/office/drawing/2014/main" id="{A8606C77-40BA-5583-5441-35C22CDD7F05}"/>
                </a:ext>
              </a:extLst>
            </p:cNvPr>
            <p:cNvSpPr txBox="1"/>
            <p:nvPr/>
          </p:nvSpPr>
          <p:spPr>
            <a:xfrm>
              <a:off x="5012054" y="4358889"/>
              <a:ext cx="386715" cy="200055"/>
            </a:xfrm>
            <a:prstGeom prst="rect">
              <a:avLst/>
            </a:prstGeom>
            <a:noFill/>
          </p:spPr>
          <p:txBody>
            <a:bodyPr wrap="square" rtlCol="0">
              <a:spAutoFit/>
            </a:bodyPr>
            <a:lstStyle/>
            <a:p>
              <a:r>
                <a:rPr lang="fr-FR" sz="700" dirty="0"/>
                <a:t>PK</a:t>
              </a:r>
              <a:endParaRPr lang="es-ES" sz="700" dirty="0"/>
            </a:p>
          </p:txBody>
        </p:sp>
        <p:sp>
          <p:nvSpPr>
            <p:cNvPr id="9539" name="ZoneTexte 9538">
              <a:extLst>
                <a:ext uri="{FF2B5EF4-FFF2-40B4-BE49-F238E27FC236}">
                  <a16:creationId xmlns:a16="http://schemas.microsoft.com/office/drawing/2014/main" id="{8A3A59EB-A3BC-1EA6-90D1-591612112CDF}"/>
                </a:ext>
              </a:extLst>
            </p:cNvPr>
            <p:cNvSpPr txBox="1"/>
            <p:nvPr/>
          </p:nvSpPr>
          <p:spPr>
            <a:xfrm>
              <a:off x="2097406" y="2244521"/>
              <a:ext cx="386715" cy="200055"/>
            </a:xfrm>
            <a:prstGeom prst="rect">
              <a:avLst/>
            </a:prstGeom>
            <a:noFill/>
          </p:spPr>
          <p:txBody>
            <a:bodyPr wrap="square" rtlCol="0">
              <a:spAutoFit/>
            </a:bodyPr>
            <a:lstStyle/>
            <a:p>
              <a:r>
                <a:rPr lang="fr-FR" sz="700" dirty="0"/>
                <a:t>FK</a:t>
              </a:r>
              <a:endParaRPr lang="es-ES" sz="700" dirty="0"/>
            </a:p>
          </p:txBody>
        </p:sp>
        <p:sp>
          <p:nvSpPr>
            <p:cNvPr id="9540" name="ZoneTexte 9539">
              <a:extLst>
                <a:ext uri="{FF2B5EF4-FFF2-40B4-BE49-F238E27FC236}">
                  <a16:creationId xmlns:a16="http://schemas.microsoft.com/office/drawing/2014/main" id="{183123BC-535C-E9C2-7847-ABFD1061096D}"/>
                </a:ext>
              </a:extLst>
            </p:cNvPr>
            <p:cNvSpPr txBox="1"/>
            <p:nvPr/>
          </p:nvSpPr>
          <p:spPr>
            <a:xfrm>
              <a:off x="5014782" y="5303406"/>
              <a:ext cx="386715" cy="200055"/>
            </a:xfrm>
            <a:prstGeom prst="rect">
              <a:avLst/>
            </a:prstGeom>
            <a:noFill/>
          </p:spPr>
          <p:txBody>
            <a:bodyPr wrap="square" rtlCol="0">
              <a:spAutoFit/>
            </a:bodyPr>
            <a:lstStyle/>
            <a:p>
              <a:r>
                <a:rPr lang="fr-FR" sz="700" dirty="0"/>
                <a:t>FK</a:t>
              </a:r>
              <a:endParaRPr lang="es-ES" sz="700" dirty="0"/>
            </a:p>
          </p:txBody>
        </p:sp>
        <p:sp>
          <p:nvSpPr>
            <p:cNvPr id="9541" name="ZoneTexte 9540">
              <a:extLst>
                <a:ext uri="{FF2B5EF4-FFF2-40B4-BE49-F238E27FC236}">
                  <a16:creationId xmlns:a16="http://schemas.microsoft.com/office/drawing/2014/main" id="{84433E8E-871F-4D65-14C4-CF6A45A2B152}"/>
                </a:ext>
              </a:extLst>
            </p:cNvPr>
            <p:cNvSpPr txBox="1"/>
            <p:nvPr/>
          </p:nvSpPr>
          <p:spPr>
            <a:xfrm>
              <a:off x="7355212" y="3768525"/>
              <a:ext cx="386715" cy="200055"/>
            </a:xfrm>
            <a:prstGeom prst="rect">
              <a:avLst/>
            </a:prstGeom>
            <a:noFill/>
          </p:spPr>
          <p:txBody>
            <a:bodyPr wrap="square" rtlCol="0">
              <a:spAutoFit/>
            </a:bodyPr>
            <a:lstStyle/>
            <a:p>
              <a:r>
                <a:rPr lang="fr-FR" sz="700" dirty="0"/>
                <a:t>FK</a:t>
              </a:r>
              <a:endParaRPr lang="es-ES" sz="700" dirty="0"/>
            </a:p>
          </p:txBody>
        </p:sp>
        <p:sp>
          <p:nvSpPr>
            <p:cNvPr id="9542" name="ZoneTexte 9541">
              <a:extLst>
                <a:ext uri="{FF2B5EF4-FFF2-40B4-BE49-F238E27FC236}">
                  <a16:creationId xmlns:a16="http://schemas.microsoft.com/office/drawing/2014/main" id="{3E31DEE9-7C2D-C02C-12F3-C9A978A9132F}"/>
                </a:ext>
              </a:extLst>
            </p:cNvPr>
            <p:cNvSpPr txBox="1"/>
            <p:nvPr/>
          </p:nvSpPr>
          <p:spPr>
            <a:xfrm>
              <a:off x="5025670" y="3561698"/>
              <a:ext cx="386715" cy="200055"/>
            </a:xfrm>
            <a:prstGeom prst="rect">
              <a:avLst/>
            </a:prstGeom>
            <a:noFill/>
          </p:spPr>
          <p:txBody>
            <a:bodyPr wrap="square" rtlCol="0">
              <a:spAutoFit/>
            </a:bodyPr>
            <a:lstStyle/>
            <a:p>
              <a:r>
                <a:rPr lang="fr-FR" sz="700" dirty="0"/>
                <a:t>FK</a:t>
              </a:r>
              <a:endParaRPr lang="es-ES" sz="700" dirty="0"/>
            </a:p>
          </p:txBody>
        </p:sp>
        <p:sp>
          <p:nvSpPr>
            <p:cNvPr id="9543" name="ZoneTexte 9542">
              <a:extLst>
                <a:ext uri="{FF2B5EF4-FFF2-40B4-BE49-F238E27FC236}">
                  <a16:creationId xmlns:a16="http://schemas.microsoft.com/office/drawing/2014/main" id="{C0421B9F-450A-577E-2627-7103B5363FC9}"/>
                </a:ext>
              </a:extLst>
            </p:cNvPr>
            <p:cNvSpPr txBox="1"/>
            <p:nvPr/>
          </p:nvSpPr>
          <p:spPr>
            <a:xfrm>
              <a:off x="1368072" y="4454329"/>
              <a:ext cx="386715" cy="200055"/>
            </a:xfrm>
            <a:prstGeom prst="rect">
              <a:avLst/>
            </a:prstGeom>
            <a:noFill/>
          </p:spPr>
          <p:txBody>
            <a:bodyPr wrap="square" rtlCol="0">
              <a:spAutoFit/>
            </a:bodyPr>
            <a:lstStyle/>
            <a:p>
              <a:r>
                <a:rPr lang="fr-FR" sz="700" dirty="0"/>
                <a:t>FK</a:t>
              </a:r>
              <a:endParaRPr lang="es-ES" sz="700" dirty="0"/>
            </a:p>
          </p:txBody>
        </p:sp>
        <p:sp>
          <p:nvSpPr>
            <p:cNvPr id="9544" name="ZoneTexte 9543">
              <a:extLst>
                <a:ext uri="{FF2B5EF4-FFF2-40B4-BE49-F238E27FC236}">
                  <a16:creationId xmlns:a16="http://schemas.microsoft.com/office/drawing/2014/main" id="{1F64F6A8-0C08-AC78-7C82-0F6B57277566}"/>
                </a:ext>
              </a:extLst>
            </p:cNvPr>
            <p:cNvSpPr txBox="1"/>
            <p:nvPr/>
          </p:nvSpPr>
          <p:spPr>
            <a:xfrm>
              <a:off x="2521584" y="146963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Id_equipement</a:t>
              </a:r>
              <a:endParaRPr lang="es-ES" sz="600" dirty="0">
                <a:latin typeface="Poppins" panose="00000500000000000000" pitchFamily="2" charset="0"/>
                <a:cs typeface="Poppins" panose="00000500000000000000" pitchFamily="2" charset="0"/>
              </a:endParaRPr>
            </a:p>
          </p:txBody>
        </p:sp>
        <p:sp>
          <p:nvSpPr>
            <p:cNvPr id="9545" name="ZoneTexte 9544">
              <a:extLst>
                <a:ext uri="{FF2B5EF4-FFF2-40B4-BE49-F238E27FC236}">
                  <a16:creationId xmlns:a16="http://schemas.microsoft.com/office/drawing/2014/main" id="{599AC9D6-20B4-79C1-A80E-DC430E220E58}"/>
                </a:ext>
              </a:extLst>
            </p:cNvPr>
            <p:cNvSpPr txBox="1"/>
            <p:nvPr/>
          </p:nvSpPr>
          <p:spPr>
            <a:xfrm>
              <a:off x="2533649" y="16169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Nom_equipement</a:t>
              </a:r>
              <a:endParaRPr lang="es-ES" sz="600" dirty="0">
                <a:latin typeface="Poppins" panose="00000500000000000000" pitchFamily="2" charset="0"/>
                <a:cs typeface="Poppins" panose="00000500000000000000" pitchFamily="2" charset="0"/>
              </a:endParaRPr>
            </a:p>
          </p:txBody>
        </p:sp>
        <p:sp>
          <p:nvSpPr>
            <p:cNvPr id="9546" name="ZoneTexte 9545">
              <a:extLst>
                <a:ext uri="{FF2B5EF4-FFF2-40B4-BE49-F238E27FC236}">
                  <a16:creationId xmlns:a16="http://schemas.microsoft.com/office/drawing/2014/main" id="{2D972A9A-96F0-EADA-0361-49BFBCBA1D45}"/>
                </a:ext>
              </a:extLst>
            </p:cNvPr>
            <p:cNvSpPr txBox="1"/>
            <p:nvPr/>
          </p:nvSpPr>
          <p:spPr>
            <a:xfrm>
              <a:off x="2535554" y="17693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Equipement_neuf</a:t>
              </a:r>
              <a:endParaRPr lang="es-ES" sz="600" dirty="0">
                <a:latin typeface="Poppins" panose="00000500000000000000" pitchFamily="2" charset="0"/>
                <a:cs typeface="Poppins" panose="00000500000000000000" pitchFamily="2" charset="0"/>
              </a:endParaRPr>
            </a:p>
          </p:txBody>
        </p:sp>
        <p:sp>
          <p:nvSpPr>
            <p:cNvPr id="9547" name="ZoneTexte 9546">
              <a:extLst>
                <a:ext uri="{FF2B5EF4-FFF2-40B4-BE49-F238E27FC236}">
                  <a16:creationId xmlns:a16="http://schemas.microsoft.com/office/drawing/2014/main" id="{2458FE50-5D85-6A9B-3759-067979AB927C}"/>
                </a:ext>
              </a:extLst>
            </p:cNvPr>
            <p:cNvSpPr txBox="1"/>
            <p:nvPr/>
          </p:nvSpPr>
          <p:spPr>
            <a:xfrm>
              <a:off x="2537459" y="1921759"/>
              <a:ext cx="899161" cy="276999"/>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Equipement_utilisé</a:t>
              </a:r>
              <a:endParaRPr lang="es-ES" sz="600" dirty="0">
                <a:latin typeface="Poppins" panose="00000500000000000000" pitchFamily="2" charset="0"/>
                <a:cs typeface="Poppins" panose="00000500000000000000" pitchFamily="2" charset="0"/>
              </a:endParaRPr>
            </a:p>
          </p:txBody>
        </p:sp>
        <p:sp>
          <p:nvSpPr>
            <p:cNvPr id="9548" name="ZoneTexte 9547">
              <a:extLst>
                <a:ext uri="{FF2B5EF4-FFF2-40B4-BE49-F238E27FC236}">
                  <a16:creationId xmlns:a16="http://schemas.microsoft.com/office/drawing/2014/main" id="{F6E5B832-FBD3-7480-50D8-B91AF3DD9132}"/>
                </a:ext>
              </a:extLst>
            </p:cNvPr>
            <p:cNvSpPr txBox="1"/>
            <p:nvPr/>
          </p:nvSpPr>
          <p:spPr>
            <a:xfrm>
              <a:off x="2539364" y="207415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Caractéristique</a:t>
              </a:r>
              <a:endParaRPr lang="es-ES" sz="600" dirty="0">
                <a:latin typeface="Poppins" panose="00000500000000000000" pitchFamily="2" charset="0"/>
                <a:cs typeface="Poppins" panose="00000500000000000000" pitchFamily="2" charset="0"/>
              </a:endParaRPr>
            </a:p>
          </p:txBody>
        </p:sp>
        <p:sp>
          <p:nvSpPr>
            <p:cNvPr id="9549" name="ZoneTexte 9548">
              <a:extLst>
                <a:ext uri="{FF2B5EF4-FFF2-40B4-BE49-F238E27FC236}">
                  <a16:creationId xmlns:a16="http://schemas.microsoft.com/office/drawing/2014/main" id="{3D05452D-B896-7E63-0558-0194E0CF7170}"/>
                </a:ext>
              </a:extLst>
            </p:cNvPr>
            <p:cNvSpPr txBox="1"/>
            <p:nvPr/>
          </p:nvSpPr>
          <p:spPr>
            <a:xfrm>
              <a:off x="2541269" y="22456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9550" name="ZoneTexte 9549">
              <a:extLst>
                <a:ext uri="{FF2B5EF4-FFF2-40B4-BE49-F238E27FC236}">
                  <a16:creationId xmlns:a16="http://schemas.microsoft.com/office/drawing/2014/main" id="{48227048-7108-945C-5203-29FAB6692D05}"/>
                </a:ext>
              </a:extLst>
            </p:cNvPr>
            <p:cNvSpPr txBox="1"/>
            <p:nvPr/>
          </p:nvSpPr>
          <p:spPr>
            <a:xfrm>
              <a:off x="5391530" y="15445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9551" name="ZoneTexte 9550">
              <a:extLst>
                <a:ext uri="{FF2B5EF4-FFF2-40B4-BE49-F238E27FC236}">
                  <a16:creationId xmlns:a16="http://schemas.microsoft.com/office/drawing/2014/main" id="{E1AC7CBD-2955-C9B3-A1F6-3104BA2129AE}"/>
                </a:ext>
              </a:extLst>
            </p:cNvPr>
            <p:cNvSpPr txBox="1"/>
            <p:nvPr/>
          </p:nvSpPr>
          <p:spPr>
            <a:xfrm>
              <a:off x="5384291" y="168363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Nom_utilisateur</a:t>
              </a:r>
              <a:endParaRPr lang="es-ES" sz="600" dirty="0">
                <a:latin typeface="Poppins" panose="00000500000000000000" pitchFamily="2" charset="0"/>
                <a:cs typeface="Poppins" panose="00000500000000000000" pitchFamily="2" charset="0"/>
              </a:endParaRPr>
            </a:p>
          </p:txBody>
        </p:sp>
        <p:sp>
          <p:nvSpPr>
            <p:cNvPr id="9552" name="ZoneTexte 9551">
              <a:extLst>
                <a:ext uri="{FF2B5EF4-FFF2-40B4-BE49-F238E27FC236}">
                  <a16:creationId xmlns:a16="http://schemas.microsoft.com/office/drawing/2014/main" id="{FBE4159D-2045-396F-10B4-BB8B7EEDA14A}"/>
                </a:ext>
              </a:extLst>
            </p:cNvPr>
            <p:cNvSpPr txBox="1"/>
            <p:nvPr/>
          </p:nvSpPr>
          <p:spPr>
            <a:xfrm>
              <a:off x="5377052" y="183031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Mot de passe</a:t>
              </a:r>
              <a:endParaRPr lang="es-ES" sz="600" dirty="0">
                <a:latin typeface="Poppins" panose="00000500000000000000" pitchFamily="2" charset="0"/>
                <a:cs typeface="Poppins" panose="00000500000000000000" pitchFamily="2" charset="0"/>
              </a:endParaRPr>
            </a:p>
          </p:txBody>
        </p:sp>
        <p:sp>
          <p:nvSpPr>
            <p:cNvPr id="9553" name="ZoneTexte 9552">
              <a:extLst>
                <a:ext uri="{FF2B5EF4-FFF2-40B4-BE49-F238E27FC236}">
                  <a16:creationId xmlns:a16="http://schemas.microsoft.com/office/drawing/2014/main" id="{B1DEEE29-3719-7EB2-A89C-4BAF67E8B46B}"/>
                </a:ext>
              </a:extLst>
            </p:cNvPr>
            <p:cNvSpPr txBox="1"/>
            <p:nvPr/>
          </p:nvSpPr>
          <p:spPr>
            <a:xfrm>
              <a:off x="5356097" y="28488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9554" name="ZoneTexte 9553">
              <a:extLst>
                <a:ext uri="{FF2B5EF4-FFF2-40B4-BE49-F238E27FC236}">
                  <a16:creationId xmlns:a16="http://schemas.microsoft.com/office/drawing/2014/main" id="{A1CA5F6B-E365-F5BF-6642-68DE7AF0738B}"/>
                </a:ext>
              </a:extLst>
            </p:cNvPr>
            <p:cNvSpPr txBox="1"/>
            <p:nvPr/>
          </p:nvSpPr>
          <p:spPr>
            <a:xfrm>
              <a:off x="5386577" y="298411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Nombre_posts</a:t>
              </a:r>
              <a:endParaRPr lang="es-ES" sz="600" dirty="0">
                <a:latin typeface="Poppins" panose="00000500000000000000" pitchFamily="2" charset="0"/>
                <a:cs typeface="Poppins" panose="00000500000000000000" pitchFamily="2" charset="0"/>
              </a:endParaRPr>
            </a:p>
          </p:txBody>
        </p:sp>
        <p:sp>
          <p:nvSpPr>
            <p:cNvPr id="9555" name="ZoneTexte 9554">
              <a:extLst>
                <a:ext uri="{FF2B5EF4-FFF2-40B4-BE49-F238E27FC236}">
                  <a16:creationId xmlns:a16="http://schemas.microsoft.com/office/drawing/2014/main" id="{82F256DC-C092-B69E-DDEC-DA51F1EA99A2}"/>
                </a:ext>
              </a:extLst>
            </p:cNvPr>
            <p:cNvSpPr txBox="1"/>
            <p:nvPr/>
          </p:nvSpPr>
          <p:spPr>
            <a:xfrm>
              <a:off x="5380862" y="311936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Capacite</a:t>
              </a:r>
              <a:endParaRPr lang="es-ES" sz="600" dirty="0">
                <a:latin typeface="Poppins" panose="00000500000000000000" pitchFamily="2" charset="0"/>
                <a:cs typeface="Poppins" panose="00000500000000000000" pitchFamily="2" charset="0"/>
              </a:endParaRPr>
            </a:p>
          </p:txBody>
        </p:sp>
        <p:sp>
          <p:nvSpPr>
            <p:cNvPr id="9556" name="ZoneTexte 9555">
              <a:extLst>
                <a:ext uri="{FF2B5EF4-FFF2-40B4-BE49-F238E27FC236}">
                  <a16:creationId xmlns:a16="http://schemas.microsoft.com/office/drawing/2014/main" id="{6DDDE99D-F8D3-6300-A538-C87684E6DF96}"/>
                </a:ext>
              </a:extLst>
            </p:cNvPr>
            <p:cNvSpPr txBox="1"/>
            <p:nvPr/>
          </p:nvSpPr>
          <p:spPr>
            <a:xfrm>
              <a:off x="5375147" y="325462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Nombre total</a:t>
              </a:r>
              <a:endParaRPr lang="es-ES" sz="600" dirty="0">
                <a:latin typeface="Poppins" panose="00000500000000000000" pitchFamily="2" charset="0"/>
                <a:cs typeface="Poppins" panose="00000500000000000000" pitchFamily="2" charset="0"/>
              </a:endParaRPr>
            </a:p>
          </p:txBody>
        </p:sp>
        <p:sp>
          <p:nvSpPr>
            <p:cNvPr id="9557" name="ZoneTexte 9556">
              <a:extLst>
                <a:ext uri="{FF2B5EF4-FFF2-40B4-BE49-F238E27FC236}">
                  <a16:creationId xmlns:a16="http://schemas.microsoft.com/office/drawing/2014/main" id="{0B83ABF7-712E-5F7E-9072-6A7FD5738E6F}"/>
                </a:ext>
              </a:extLst>
            </p:cNvPr>
            <p:cNvSpPr txBox="1"/>
            <p:nvPr/>
          </p:nvSpPr>
          <p:spPr>
            <a:xfrm>
              <a:off x="5369432" y="33898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Internet</a:t>
              </a:r>
              <a:endParaRPr lang="es-ES" sz="600" dirty="0">
                <a:latin typeface="Poppins" panose="00000500000000000000" pitchFamily="2" charset="0"/>
                <a:cs typeface="Poppins" panose="00000500000000000000" pitchFamily="2" charset="0"/>
              </a:endParaRPr>
            </a:p>
          </p:txBody>
        </p:sp>
        <p:sp>
          <p:nvSpPr>
            <p:cNvPr id="9558" name="ZoneTexte 9557">
              <a:extLst>
                <a:ext uri="{FF2B5EF4-FFF2-40B4-BE49-F238E27FC236}">
                  <a16:creationId xmlns:a16="http://schemas.microsoft.com/office/drawing/2014/main" id="{42AC3A25-7F6A-B13F-A740-7D462EAD30E1}"/>
                </a:ext>
              </a:extLst>
            </p:cNvPr>
            <p:cNvSpPr txBox="1"/>
            <p:nvPr/>
          </p:nvSpPr>
          <p:spPr>
            <a:xfrm>
              <a:off x="5377052" y="35460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9559" name="ZoneTexte 9558">
              <a:extLst>
                <a:ext uri="{FF2B5EF4-FFF2-40B4-BE49-F238E27FC236}">
                  <a16:creationId xmlns:a16="http://schemas.microsoft.com/office/drawing/2014/main" id="{B231A233-BBEF-D836-3B9F-9488E2717421}"/>
                </a:ext>
              </a:extLst>
            </p:cNvPr>
            <p:cNvSpPr txBox="1"/>
            <p:nvPr/>
          </p:nvSpPr>
          <p:spPr>
            <a:xfrm>
              <a:off x="5384672" y="434809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Id_emploi</a:t>
              </a:r>
              <a:endParaRPr lang="es-ES" sz="600" dirty="0">
                <a:latin typeface="Poppins" panose="00000500000000000000" pitchFamily="2" charset="0"/>
                <a:cs typeface="Poppins" panose="00000500000000000000" pitchFamily="2" charset="0"/>
              </a:endParaRPr>
            </a:p>
          </p:txBody>
        </p:sp>
        <p:sp>
          <p:nvSpPr>
            <p:cNvPr id="9560" name="ZoneTexte 9559">
              <a:extLst>
                <a:ext uri="{FF2B5EF4-FFF2-40B4-BE49-F238E27FC236}">
                  <a16:creationId xmlns:a16="http://schemas.microsoft.com/office/drawing/2014/main" id="{F5939B5F-F450-BD33-6617-B3C957802C7E}"/>
                </a:ext>
              </a:extLst>
            </p:cNvPr>
            <p:cNvSpPr txBox="1"/>
            <p:nvPr/>
          </p:nvSpPr>
          <p:spPr>
            <a:xfrm>
              <a:off x="5380862" y="447382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9561" name="ZoneTexte 9560">
              <a:extLst>
                <a:ext uri="{FF2B5EF4-FFF2-40B4-BE49-F238E27FC236}">
                  <a16:creationId xmlns:a16="http://schemas.microsoft.com/office/drawing/2014/main" id="{77E438C4-6788-C78F-649D-8E4801CFBD78}"/>
                </a:ext>
              </a:extLst>
            </p:cNvPr>
            <p:cNvSpPr txBox="1"/>
            <p:nvPr/>
          </p:nvSpPr>
          <p:spPr>
            <a:xfrm>
              <a:off x="5377052" y="459955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9562" name="ZoneTexte 9561">
              <a:extLst>
                <a:ext uri="{FF2B5EF4-FFF2-40B4-BE49-F238E27FC236}">
                  <a16:creationId xmlns:a16="http://schemas.microsoft.com/office/drawing/2014/main" id="{4AA4DCB8-C3C5-5B9C-B0F7-447C5C6886BE}"/>
                </a:ext>
              </a:extLst>
            </p:cNvPr>
            <p:cNvSpPr txBox="1"/>
            <p:nvPr/>
          </p:nvSpPr>
          <p:spPr>
            <a:xfrm>
              <a:off x="5373242" y="472528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9563" name="ZoneTexte 9562">
              <a:extLst>
                <a:ext uri="{FF2B5EF4-FFF2-40B4-BE49-F238E27FC236}">
                  <a16:creationId xmlns:a16="http://schemas.microsoft.com/office/drawing/2014/main" id="{0B0A196E-1BC2-5325-74A2-D6308759CCB8}"/>
                </a:ext>
              </a:extLst>
            </p:cNvPr>
            <p:cNvSpPr txBox="1"/>
            <p:nvPr/>
          </p:nvSpPr>
          <p:spPr>
            <a:xfrm>
              <a:off x="5388482" y="48681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Nom_enseignant</a:t>
              </a:r>
              <a:endParaRPr lang="es-ES" sz="600" dirty="0">
                <a:latin typeface="Poppins" panose="00000500000000000000" pitchFamily="2" charset="0"/>
                <a:cs typeface="Poppins" panose="00000500000000000000" pitchFamily="2" charset="0"/>
              </a:endParaRPr>
            </a:p>
          </p:txBody>
        </p:sp>
        <p:sp>
          <p:nvSpPr>
            <p:cNvPr id="9564" name="ZoneTexte 9563">
              <a:extLst>
                <a:ext uri="{FF2B5EF4-FFF2-40B4-BE49-F238E27FC236}">
                  <a16:creationId xmlns:a16="http://schemas.microsoft.com/office/drawing/2014/main" id="{1FF4088E-CF1F-9CAD-542F-44646136C438}"/>
                </a:ext>
              </a:extLst>
            </p:cNvPr>
            <p:cNvSpPr txBox="1"/>
            <p:nvPr/>
          </p:nvSpPr>
          <p:spPr>
            <a:xfrm>
              <a:off x="5380862" y="500341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Groupe</a:t>
              </a:r>
              <a:endParaRPr lang="es-ES" sz="600" dirty="0">
                <a:latin typeface="Poppins" panose="00000500000000000000" pitchFamily="2" charset="0"/>
                <a:cs typeface="Poppins" panose="00000500000000000000" pitchFamily="2" charset="0"/>
              </a:endParaRPr>
            </a:p>
          </p:txBody>
        </p:sp>
        <p:sp>
          <p:nvSpPr>
            <p:cNvPr id="9565" name="ZoneTexte 9564">
              <a:extLst>
                <a:ext uri="{FF2B5EF4-FFF2-40B4-BE49-F238E27FC236}">
                  <a16:creationId xmlns:a16="http://schemas.microsoft.com/office/drawing/2014/main" id="{618EBA69-C3EA-B62B-F9A8-20DB21B559F3}"/>
                </a:ext>
              </a:extLst>
            </p:cNvPr>
            <p:cNvSpPr txBox="1"/>
            <p:nvPr/>
          </p:nvSpPr>
          <p:spPr>
            <a:xfrm>
              <a:off x="5369432" y="51462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Nom_module</a:t>
              </a:r>
              <a:endParaRPr lang="es-ES" sz="600" dirty="0">
                <a:latin typeface="Poppins" panose="00000500000000000000" pitchFamily="2" charset="0"/>
                <a:cs typeface="Poppins" panose="00000500000000000000" pitchFamily="2" charset="0"/>
              </a:endParaRPr>
            </a:p>
          </p:txBody>
        </p:sp>
        <p:sp>
          <p:nvSpPr>
            <p:cNvPr id="9566" name="ZoneTexte 9565">
              <a:extLst>
                <a:ext uri="{FF2B5EF4-FFF2-40B4-BE49-F238E27FC236}">
                  <a16:creationId xmlns:a16="http://schemas.microsoft.com/office/drawing/2014/main" id="{A8601B77-2404-2EF7-FEE4-6EF78ECA8C62}"/>
                </a:ext>
              </a:extLst>
            </p:cNvPr>
            <p:cNvSpPr txBox="1"/>
            <p:nvPr/>
          </p:nvSpPr>
          <p:spPr>
            <a:xfrm>
              <a:off x="5382767" y="528916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9567" name="ZoneTexte 9566">
              <a:extLst>
                <a:ext uri="{FF2B5EF4-FFF2-40B4-BE49-F238E27FC236}">
                  <a16:creationId xmlns:a16="http://schemas.microsoft.com/office/drawing/2014/main" id="{9BCC04CA-038C-D473-BB7F-350B78EDADD8}"/>
                </a:ext>
              </a:extLst>
            </p:cNvPr>
            <p:cNvSpPr txBox="1"/>
            <p:nvPr/>
          </p:nvSpPr>
          <p:spPr>
            <a:xfrm>
              <a:off x="2995167" y="545172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Id_logiciel</a:t>
              </a:r>
              <a:endParaRPr lang="es-ES" sz="600" dirty="0">
                <a:latin typeface="Poppins" panose="00000500000000000000" pitchFamily="2" charset="0"/>
                <a:cs typeface="Poppins" panose="00000500000000000000" pitchFamily="2" charset="0"/>
              </a:endParaRPr>
            </a:p>
          </p:txBody>
        </p:sp>
        <p:sp>
          <p:nvSpPr>
            <p:cNvPr id="9568" name="ZoneTexte 9567">
              <a:extLst>
                <a:ext uri="{FF2B5EF4-FFF2-40B4-BE49-F238E27FC236}">
                  <a16:creationId xmlns:a16="http://schemas.microsoft.com/office/drawing/2014/main" id="{838A4BB3-E175-5009-306D-5556EEF29700}"/>
                </a:ext>
              </a:extLst>
            </p:cNvPr>
            <p:cNvSpPr txBox="1"/>
            <p:nvPr/>
          </p:nvSpPr>
          <p:spPr>
            <a:xfrm>
              <a:off x="2995167" y="560158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Nom_logiciel</a:t>
              </a:r>
              <a:endParaRPr lang="es-ES" sz="600" dirty="0">
                <a:latin typeface="Poppins" panose="00000500000000000000" pitchFamily="2" charset="0"/>
                <a:cs typeface="Poppins" panose="00000500000000000000" pitchFamily="2" charset="0"/>
              </a:endParaRPr>
            </a:p>
          </p:txBody>
        </p:sp>
        <p:sp>
          <p:nvSpPr>
            <p:cNvPr id="9569" name="ZoneTexte 9568">
              <a:extLst>
                <a:ext uri="{FF2B5EF4-FFF2-40B4-BE49-F238E27FC236}">
                  <a16:creationId xmlns:a16="http://schemas.microsoft.com/office/drawing/2014/main" id="{CCD58F15-B097-DC97-264B-3938EE12F6FA}"/>
                </a:ext>
              </a:extLst>
            </p:cNvPr>
            <p:cNvSpPr txBox="1"/>
            <p:nvPr/>
          </p:nvSpPr>
          <p:spPr>
            <a:xfrm>
              <a:off x="1764537" y="365657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Code_pc</a:t>
              </a:r>
              <a:endParaRPr lang="es-ES" sz="600" dirty="0">
                <a:latin typeface="Poppins" panose="00000500000000000000" pitchFamily="2" charset="0"/>
                <a:cs typeface="Poppins" panose="00000500000000000000" pitchFamily="2" charset="0"/>
              </a:endParaRPr>
            </a:p>
          </p:txBody>
        </p:sp>
        <p:sp>
          <p:nvSpPr>
            <p:cNvPr id="9570" name="ZoneTexte 9569">
              <a:extLst>
                <a:ext uri="{FF2B5EF4-FFF2-40B4-BE49-F238E27FC236}">
                  <a16:creationId xmlns:a16="http://schemas.microsoft.com/office/drawing/2014/main" id="{949CC961-A13E-21E4-B65A-5858277EF92D}"/>
                </a:ext>
              </a:extLst>
            </p:cNvPr>
            <p:cNvSpPr txBox="1"/>
            <p:nvPr/>
          </p:nvSpPr>
          <p:spPr>
            <a:xfrm>
              <a:off x="1768347" y="38089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Marque</a:t>
              </a:r>
              <a:endParaRPr lang="es-ES" sz="600" dirty="0">
                <a:latin typeface="Poppins" panose="00000500000000000000" pitchFamily="2" charset="0"/>
                <a:cs typeface="Poppins" panose="00000500000000000000" pitchFamily="2" charset="0"/>
              </a:endParaRPr>
            </a:p>
          </p:txBody>
        </p:sp>
        <p:sp>
          <p:nvSpPr>
            <p:cNvPr id="9571" name="ZoneTexte 9570">
              <a:extLst>
                <a:ext uri="{FF2B5EF4-FFF2-40B4-BE49-F238E27FC236}">
                  <a16:creationId xmlns:a16="http://schemas.microsoft.com/office/drawing/2014/main" id="{AAD0469E-978D-5944-05AB-040405408555}"/>
                </a:ext>
              </a:extLst>
            </p:cNvPr>
            <p:cNvSpPr txBox="1"/>
            <p:nvPr/>
          </p:nvSpPr>
          <p:spPr>
            <a:xfrm>
              <a:off x="1772157" y="396137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Type_SE</a:t>
              </a:r>
              <a:endParaRPr lang="es-ES" sz="600" dirty="0">
                <a:latin typeface="Poppins" panose="00000500000000000000" pitchFamily="2" charset="0"/>
                <a:cs typeface="Poppins" panose="00000500000000000000" pitchFamily="2" charset="0"/>
              </a:endParaRPr>
            </a:p>
          </p:txBody>
        </p:sp>
        <p:sp>
          <p:nvSpPr>
            <p:cNvPr id="9572" name="ZoneTexte 9571">
              <a:extLst>
                <a:ext uri="{FF2B5EF4-FFF2-40B4-BE49-F238E27FC236}">
                  <a16:creationId xmlns:a16="http://schemas.microsoft.com/office/drawing/2014/main" id="{1B2FA5F8-7B5A-AF6F-7243-01EB835914E6}"/>
                </a:ext>
              </a:extLst>
            </p:cNvPr>
            <p:cNvSpPr txBox="1"/>
            <p:nvPr/>
          </p:nvSpPr>
          <p:spPr>
            <a:xfrm>
              <a:off x="1775967" y="41137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Ram</a:t>
              </a:r>
              <a:endParaRPr lang="es-ES" sz="600" dirty="0">
                <a:latin typeface="Poppins" panose="00000500000000000000" pitchFamily="2" charset="0"/>
                <a:cs typeface="Poppins" panose="00000500000000000000" pitchFamily="2" charset="0"/>
              </a:endParaRPr>
            </a:p>
          </p:txBody>
        </p:sp>
        <p:sp>
          <p:nvSpPr>
            <p:cNvPr id="9573" name="ZoneTexte 9572">
              <a:extLst>
                <a:ext uri="{FF2B5EF4-FFF2-40B4-BE49-F238E27FC236}">
                  <a16:creationId xmlns:a16="http://schemas.microsoft.com/office/drawing/2014/main" id="{5C60A384-74D1-27C3-06EA-DDF35297E025}"/>
                </a:ext>
              </a:extLst>
            </p:cNvPr>
            <p:cNvSpPr txBox="1"/>
            <p:nvPr/>
          </p:nvSpPr>
          <p:spPr>
            <a:xfrm>
              <a:off x="1779777" y="428141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Dique_dur</a:t>
              </a:r>
              <a:endParaRPr lang="es-ES" sz="600" dirty="0">
                <a:latin typeface="Poppins" panose="00000500000000000000" pitchFamily="2" charset="0"/>
                <a:cs typeface="Poppins" panose="00000500000000000000" pitchFamily="2" charset="0"/>
              </a:endParaRPr>
            </a:p>
          </p:txBody>
        </p:sp>
        <p:sp>
          <p:nvSpPr>
            <p:cNvPr id="9574" name="ZoneTexte 9573">
              <a:extLst>
                <a:ext uri="{FF2B5EF4-FFF2-40B4-BE49-F238E27FC236}">
                  <a16:creationId xmlns:a16="http://schemas.microsoft.com/office/drawing/2014/main" id="{D03DE9C1-C50F-73B9-C8EE-BBA8B55BA192}"/>
                </a:ext>
              </a:extLst>
            </p:cNvPr>
            <p:cNvSpPr txBox="1"/>
            <p:nvPr/>
          </p:nvSpPr>
          <p:spPr>
            <a:xfrm>
              <a:off x="1783587" y="44528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9575" name="ZoneTexte 9574">
              <a:extLst>
                <a:ext uri="{FF2B5EF4-FFF2-40B4-BE49-F238E27FC236}">
                  <a16:creationId xmlns:a16="http://schemas.microsoft.com/office/drawing/2014/main" id="{D79FEDBB-CCEB-2762-385F-40614956A4F6}"/>
                </a:ext>
              </a:extLst>
            </p:cNvPr>
            <p:cNvSpPr txBox="1"/>
            <p:nvPr/>
          </p:nvSpPr>
          <p:spPr>
            <a:xfrm>
              <a:off x="9785730" y="203224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Id_panne</a:t>
              </a:r>
              <a:endParaRPr lang="es-ES" sz="600" dirty="0">
                <a:latin typeface="Poppins" panose="00000500000000000000" pitchFamily="2" charset="0"/>
                <a:cs typeface="Poppins" panose="00000500000000000000" pitchFamily="2" charset="0"/>
              </a:endParaRPr>
            </a:p>
          </p:txBody>
        </p:sp>
        <p:sp>
          <p:nvSpPr>
            <p:cNvPr id="9576" name="ZoneTexte 9575">
              <a:extLst>
                <a:ext uri="{FF2B5EF4-FFF2-40B4-BE49-F238E27FC236}">
                  <a16:creationId xmlns:a16="http://schemas.microsoft.com/office/drawing/2014/main" id="{83C3FA74-B9BC-D311-2ED9-318CFEB5A3AE}"/>
                </a:ext>
              </a:extLst>
            </p:cNvPr>
            <p:cNvSpPr txBox="1"/>
            <p:nvPr/>
          </p:nvSpPr>
          <p:spPr>
            <a:xfrm>
              <a:off x="9785730" y="216940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Details</a:t>
              </a:r>
              <a:endParaRPr lang="es-ES" sz="600" dirty="0">
                <a:latin typeface="Poppins" panose="00000500000000000000" pitchFamily="2" charset="0"/>
                <a:cs typeface="Poppins" panose="00000500000000000000" pitchFamily="2" charset="0"/>
              </a:endParaRPr>
            </a:p>
          </p:txBody>
        </p:sp>
        <p:sp>
          <p:nvSpPr>
            <p:cNvPr id="9577" name="ZoneTexte 9576">
              <a:extLst>
                <a:ext uri="{FF2B5EF4-FFF2-40B4-BE49-F238E27FC236}">
                  <a16:creationId xmlns:a16="http://schemas.microsoft.com/office/drawing/2014/main" id="{FDA4B1CA-C11D-CF32-4D72-1DB0EF8F0809}"/>
                </a:ext>
              </a:extLst>
            </p:cNvPr>
            <p:cNvSpPr txBox="1"/>
            <p:nvPr/>
          </p:nvSpPr>
          <p:spPr>
            <a:xfrm>
              <a:off x="9785730" y="23065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Degre_criticité</a:t>
              </a:r>
              <a:endParaRPr lang="es-ES" sz="600" dirty="0">
                <a:latin typeface="Poppins" panose="00000500000000000000" pitchFamily="2" charset="0"/>
                <a:cs typeface="Poppins" panose="00000500000000000000" pitchFamily="2" charset="0"/>
              </a:endParaRPr>
            </a:p>
          </p:txBody>
        </p:sp>
        <p:sp>
          <p:nvSpPr>
            <p:cNvPr id="9578" name="ZoneTexte 9577">
              <a:extLst>
                <a:ext uri="{FF2B5EF4-FFF2-40B4-BE49-F238E27FC236}">
                  <a16:creationId xmlns:a16="http://schemas.microsoft.com/office/drawing/2014/main" id="{14E9F9F4-8988-B4AD-E9F9-943820E9F6B6}"/>
                </a:ext>
              </a:extLst>
            </p:cNvPr>
            <p:cNvSpPr txBox="1"/>
            <p:nvPr/>
          </p:nvSpPr>
          <p:spPr>
            <a:xfrm>
              <a:off x="9810495" y="24538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Type_panne</a:t>
              </a:r>
              <a:endParaRPr lang="es-ES" sz="600" dirty="0">
                <a:latin typeface="Poppins" panose="00000500000000000000" pitchFamily="2" charset="0"/>
                <a:cs typeface="Poppins" panose="00000500000000000000" pitchFamily="2" charset="0"/>
              </a:endParaRPr>
            </a:p>
          </p:txBody>
        </p:sp>
        <p:sp>
          <p:nvSpPr>
            <p:cNvPr id="9579" name="ZoneTexte 9578">
              <a:extLst>
                <a:ext uri="{FF2B5EF4-FFF2-40B4-BE49-F238E27FC236}">
                  <a16:creationId xmlns:a16="http://schemas.microsoft.com/office/drawing/2014/main" id="{BD8928FD-F351-D587-0655-E0B8174D77ED}"/>
                </a:ext>
              </a:extLst>
            </p:cNvPr>
            <p:cNvSpPr txBox="1"/>
            <p:nvPr/>
          </p:nvSpPr>
          <p:spPr>
            <a:xfrm>
              <a:off x="9812400" y="26012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Dete_declaration</a:t>
              </a:r>
              <a:endParaRPr lang="es-ES" sz="600" dirty="0">
                <a:latin typeface="Poppins" panose="00000500000000000000" pitchFamily="2" charset="0"/>
                <a:cs typeface="Poppins" panose="00000500000000000000" pitchFamily="2" charset="0"/>
              </a:endParaRPr>
            </a:p>
          </p:txBody>
        </p:sp>
        <p:sp>
          <p:nvSpPr>
            <p:cNvPr id="9580" name="ZoneTexte 9579">
              <a:extLst>
                <a:ext uri="{FF2B5EF4-FFF2-40B4-BE49-F238E27FC236}">
                  <a16:creationId xmlns:a16="http://schemas.microsoft.com/office/drawing/2014/main" id="{AC890923-4FDF-E781-1C2C-992D0AC3B104}"/>
                </a:ext>
              </a:extLst>
            </p:cNvPr>
            <p:cNvSpPr txBox="1"/>
            <p:nvPr/>
          </p:nvSpPr>
          <p:spPr>
            <a:xfrm>
              <a:off x="9804780" y="274852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Reparée</a:t>
              </a:r>
              <a:endParaRPr lang="es-ES" sz="600" dirty="0">
                <a:latin typeface="Poppins" panose="00000500000000000000" pitchFamily="2" charset="0"/>
                <a:cs typeface="Poppins" panose="00000500000000000000" pitchFamily="2" charset="0"/>
              </a:endParaRPr>
            </a:p>
          </p:txBody>
        </p:sp>
        <p:sp>
          <p:nvSpPr>
            <p:cNvPr id="9581" name="ZoneTexte 9580">
              <a:extLst>
                <a:ext uri="{FF2B5EF4-FFF2-40B4-BE49-F238E27FC236}">
                  <a16:creationId xmlns:a16="http://schemas.microsoft.com/office/drawing/2014/main" id="{5490A97E-BFA8-DEDB-97B8-293DBC618446}"/>
                </a:ext>
              </a:extLst>
            </p:cNvPr>
            <p:cNvSpPr txBox="1"/>
            <p:nvPr/>
          </p:nvSpPr>
          <p:spPr>
            <a:xfrm>
              <a:off x="9877170" y="407123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9582" name="ZoneTexte 9581">
              <a:extLst>
                <a:ext uri="{FF2B5EF4-FFF2-40B4-BE49-F238E27FC236}">
                  <a16:creationId xmlns:a16="http://schemas.microsoft.com/office/drawing/2014/main" id="{D28A4927-727E-463C-09B8-885B351751F6}"/>
                </a:ext>
              </a:extLst>
            </p:cNvPr>
            <p:cNvSpPr txBox="1"/>
            <p:nvPr/>
          </p:nvSpPr>
          <p:spPr>
            <a:xfrm>
              <a:off x="9880980" y="420077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Date_reservation</a:t>
              </a:r>
              <a:endParaRPr lang="es-ES" sz="600" dirty="0">
                <a:latin typeface="Poppins" panose="00000500000000000000" pitchFamily="2" charset="0"/>
                <a:cs typeface="Poppins" panose="00000500000000000000" pitchFamily="2" charset="0"/>
              </a:endParaRPr>
            </a:p>
          </p:txBody>
        </p:sp>
        <p:sp>
          <p:nvSpPr>
            <p:cNvPr id="9583" name="ZoneTexte 9582">
              <a:extLst>
                <a:ext uri="{FF2B5EF4-FFF2-40B4-BE49-F238E27FC236}">
                  <a16:creationId xmlns:a16="http://schemas.microsoft.com/office/drawing/2014/main" id="{A8B5A210-CC22-2F02-DC4E-B1725B299AF8}"/>
                </a:ext>
              </a:extLst>
            </p:cNvPr>
            <p:cNvSpPr txBox="1"/>
            <p:nvPr/>
          </p:nvSpPr>
          <p:spPr>
            <a:xfrm>
              <a:off x="9884790" y="433602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9584" name="ZoneTexte 9583">
              <a:extLst>
                <a:ext uri="{FF2B5EF4-FFF2-40B4-BE49-F238E27FC236}">
                  <a16:creationId xmlns:a16="http://schemas.microsoft.com/office/drawing/2014/main" id="{3F841318-3879-5999-F6A8-8C099D0E7270}"/>
                </a:ext>
              </a:extLst>
            </p:cNvPr>
            <p:cNvSpPr txBox="1"/>
            <p:nvPr/>
          </p:nvSpPr>
          <p:spPr>
            <a:xfrm>
              <a:off x="9888600" y="44808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9585" name="ZoneTexte 9584">
              <a:extLst>
                <a:ext uri="{FF2B5EF4-FFF2-40B4-BE49-F238E27FC236}">
                  <a16:creationId xmlns:a16="http://schemas.microsoft.com/office/drawing/2014/main" id="{04CEBE3A-A8A5-11B8-B909-7B7B6B8DC6A7}"/>
                </a:ext>
              </a:extLst>
            </p:cNvPr>
            <p:cNvSpPr txBox="1"/>
            <p:nvPr/>
          </p:nvSpPr>
          <p:spPr>
            <a:xfrm>
              <a:off x="9892410" y="46255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9586" name="ZoneTexte 9585">
              <a:extLst>
                <a:ext uri="{FF2B5EF4-FFF2-40B4-BE49-F238E27FC236}">
                  <a16:creationId xmlns:a16="http://schemas.microsoft.com/office/drawing/2014/main" id="{099E72EB-D2B3-4987-0821-07DC3567657C}"/>
                </a:ext>
              </a:extLst>
            </p:cNvPr>
            <p:cNvSpPr txBox="1"/>
            <p:nvPr/>
          </p:nvSpPr>
          <p:spPr>
            <a:xfrm>
              <a:off x="9896220" y="477798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Enseignant</a:t>
              </a:r>
              <a:endParaRPr lang="es-ES" sz="600" dirty="0">
                <a:latin typeface="Poppins" panose="00000500000000000000" pitchFamily="2" charset="0"/>
                <a:cs typeface="Poppins" panose="00000500000000000000" pitchFamily="2" charset="0"/>
              </a:endParaRPr>
            </a:p>
          </p:txBody>
        </p:sp>
        <p:sp>
          <p:nvSpPr>
            <p:cNvPr id="9587" name="ZoneTexte 9586">
              <a:extLst>
                <a:ext uri="{FF2B5EF4-FFF2-40B4-BE49-F238E27FC236}">
                  <a16:creationId xmlns:a16="http://schemas.microsoft.com/office/drawing/2014/main" id="{43D02888-0607-937B-140A-F29547429731}"/>
                </a:ext>
              </a:extLst>
            </p:cNvPr>
            <p:cNvSpPr txBox="1"/>
            <p:nvPr/>
          </p:nvSpPr>
          <p:spPr>
            <a:xfrm>
              <a:off x="7745475" y="362165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9588" name="ZoneTexte 9587">
              <a:extLst>
                <a:ext uri="{FF2B5EF4-FFF2-40B4-BE49-F238E27FC236}">
                  <a16:creationId xmlns:a16="http://schemas.microsoft.com/office/drawing/2014/main" id="{BD2C51C0-4F45-A7C6-9DA8-0A90370C11CC}"/>
                </a:ext>
              </a:extLst>
            </p:cNvPr>
            <p:cNvSpPr txBox="1"/>
            <p:nvPr/>
          </p:nvSpPr>
          <p:spPr>
            <a:xfrm>
              <a:off x="7745475" y="376071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9589" name="ZoneTexte 9588">
              <a:extLst>
                <a:ext uri="{FF2B5EF4-FFF2-40B4-BE49-F238E27FC236}">
                  <a16:creationId xmlns:a16="http://schemas.microsoft.com/office/drawing/2014/main" id="{8D6303CF-1F60-F0AA-BDF8-016204AED23A}"/>
                </a:ext>
              </a:extLst>
            </p:cNvPr>
            <p:cNvSpPr txBox="1"/>
            <p:nvPr/>
          </p:nvSpPr>
          <p:spPr>
            <a:xfrm>
              <a:off x="3511676" y="4527164"/>
              <a:ext cx="1159384"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a:t>
              </a:r>
              <a:r>
                <a:rPr lang="fr-FR" sz="600" dirty="0" err="1">
                  <a:latin typeface="Poppins" panose="00000500000000000000" pitchFamily="2" charset="0"/>
                  <a:cs typeface="Poppins" panose="00000500000000000000" pitchFamily="2" charset="0"/>
                </a:rPr>
                <a:t>Id_logiciel,Nom_salle</a:t>
              </a:r>
              <a:r>
                <a:rPr lang="fr-FR" sz="600" dirty="0">
                  <a:latin typeface="Poppins" panose="00000500000000000000" pitchFamily="2" charset="0"/>
                  <a:cs typeface="Poppins" panose="00000500000000000000" pitchFamily="2" charset="0"/>
                </a:rPr>
                <a:t>)</a:t>
              </a:r>
              <a:endParaRPr lang="es-ES" sz="600" dirty="0">
                <a:latin typeface="Poppins" panose="00000500000000000000" pitchFamily="2" charset="0"/>
                <a:cs typeface="Poppins" panose="00000500000000000000" pitchFamily="2" charset="0"/>
              </a:endParaRPr>
            </a:p>
          </p:txBody>
        </p:sp>
        <p:sp>
          <p:nvSpPr>
            <p:cNvPr id="9590" name="ZoneTexte 9589">
              <a:extLst>
                <a:ext uri="{FF2B5EF4-FFF2-40B4-BE49-F238E27FC236}">
                  <a16:creationId xmlns:a16="http://schemas.microsoft.com/office/drawing/2014/main" id="{56FF6909-E0DF-136E-BBFD-34AC71012D35}"/>
                </a:ext>
              </a:extLst>
            </p:cNvPr>
            <p:cNvSpPr txBox="1"/>
            <p:nvPr/>
          </p:nvSpPr>
          <p:spPr>
            <a:xfrm>
              <a:off x="7667370" y="2302759"/>
              <a:ext cx="1133730"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a:t>
              </a:r>
              <a:r>
                <a:rPr lang="fr-FR" sz="600" dirty="0" err="1">
                  <a:latin typeface="Poppins" panose="00000500000000000000" pitchFamily="2" charset="0"/>
                  <a:cs typeface="Poppins" panose="00000500000000000000" pitchFamily="2" charset="0"/>
                </a:rPr>
                <a:t>Nom_salle,Id_panne</a:t>
              </a:r>
              <a:r>
                <a:rPr lang="fr-FR" sz="600" dirty="0">
                  <a:latin typeface="Poppins" panose="00000500000000000000" pitchFamily="2" charset="0"/>
                  <a:cs typeface="Poppins" panose="00000500000000000000" pitchFamily="2" charset="0"/>
                </a:rPr>
                <a:t>)</a:t>
              </a:r>
              <a:endParaRPr lang="es-ES" sz="600" dirty="0">
                <a:latin typeface="Poppins" panose="00000500000000000000" pitchFamily="2" charset="0"/>
                <a:cs typeface="Poppins" panose="00000500000000000000" pitchFamily="2" charset="0"/>
              </a:endParaRPr>
            </a:p>
          </p:txBody>
        </p:sp>
      </p:grpSp>
      <p:sp>
        <p:nvSpPr>
          <p:cNvPr id="9691" name="ZoneTexte 9690">
            <a:extLst>
              <a:ext uri="{FF2B5EF4-FFF2-40B4-BE49-F238E27FC236}">
                <a16:creationId xmlns:a16="http://schemas.microsoft.com/office/drawing/2014/main" id="{5BEF55C6-D3B0-9915-1D10-1154566B00AF}"/>
              </a:ext>
            </a:extLst>
          </p:cNvPr>
          <p:cNvSpPr txBox="1"/>
          <p:nvPr/>
        </p:nvSpPr>
        <p:spPr>
          <a:xfrm>
            <a:off x="12818260" y="365760"/>
            <a:ext cx="7360920" cy="584775"/>
          </a:xfrm>
          <a:prstGeom prst="rect">
            <a:avLst/>
          </a:prstGeom>
          <a:noFill/>
        </p:spPr>
        <p:txBody>
          <a:bodyPr wrap="square" rtlCol="0">
            <a:spAutoFit/>
          </a:bodyPr>
          <a:lstStyle/>
          <a:p>
            <a:pPr algn="ctr"/>
            <a:r>
              <a:rPr lang="fr-FR" sz="3200" b="1" dirty="0">
                <a:solidFill>
                  <a:srgbClr val="3F5B78"/>
                </a:solidFill>
                <a:latin typeface="Poppins" panose="00000500000000000000" pitchFamily="2" charset="0"/>
                <a:cs typeface="Poppins" panose="00000500000000000000" pitchFamily="2" charset="0"/>
              </a:rPr>
              <a:t>MODELE LOGIQUE DES DONNEES</a:t>
            </a:r>
            <a:endParaRPr lang="es-ES" sz="3200" b="1" dirty="0">
              <a:solidFill>
                <a:srgbClr val="3F5B78"/>
              </a:solidFill>
              <a:latin typeface="Poppins" panose="00000500000000000000" pitchFamily="2" charset="0"/>
              <a:cs typeface="Poppins" panose="00000500000000000000" pitchFamily="2" charset="0"/>
            </a:endParaRPr>
          </a:p>
        </p:txBody>
      </p:sp>
      <p:pic>
        <p:nvPicPr>
          <p:cNvPr id="9693" name="Picture 2">
            <a:extLst>
              <a:ext uri="{FF2B5EF4-FFF2-40B4-BE49-F238E27FC236}">
                <a16:creationId xmlns:a16="http://schemas.microsoft.com/office/drawing/2014/main" id="{00F9433A-EA0A-2AFC-7A2A-B61A781E4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162836" y="5695245"/>
            <a:ext cx="931927" cy="1152502"/>
          </a:xfrm>
          <a:prstGeom prst="rect">
            <a:avLst/>
          </a:prstGeom>
          <a:noFill/>
          <a:extLst>
            <a:ext uri="{909E8E84-426E-40DD-AFC4-6F175D3DCCD1}">
              <a14:hiddenFill xmlns:a14="http://schemas.microsoft.com/office/drawing/2010/main">
                <a:solidFill>
                  <a:srgbClr val="FFFFFF"/>
                </a:solidFill>
              </a14:hiddenFill>
            </a:ext>
          </a:extLst>
        </p:spPr>
      </p:pic>
      <p:sp>
        <p:nvSpPr>
          <p:cNvPr id="9694" name="ZoneTexte 9693">
            <a:extLst>
              <a:ext uri="{FF2B5EF4-FFF2-40B4-BE49-F238E27FC236}">
                <a16:creationId xmlns:a16="http://schemas.microsoft.com/office/drawing/2014/main" id="{AB639920-57BA-FB06-CDEA-C272EA51EA88}"/>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15</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165894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53455AA1-3972-4C49-DAA2-0BBC8378301A}"/>
            </a:ext>
          </a:extLst>
        </p:cNvPr>
        <p:cNvGrpSpPr/>
        <p:nvPr/>
      </p:nvGrpSpPr>
      <p:grpSpPr>
        <a:xfrm>
          <a:off x="0" y="0"/>
          <a:ext cx="0" cy="0"/>
          <a:chOff x="0" y="0"/>
          <a:chExt cx="0" cy="0"/>
        </a:xfrm>
      </p:grpSpPr>
      <p:sp>
        <p:nvSpPr>
          <p:cNvPr id="216" name="ZoneTexte 215">
            <a:extLst>
              <a:ext uri="{FF2B5EF4-FFF2-40B4-BE49-F238E27FC236}">
                <a16:creationId xmlns:a16="http://schemas.microsoft.com/office/drawing/2014/main" id="{352A38C4-7D9C-5A9E-AFAE-D970C5CB46BF}"/>
              </a:ext>
            </a:extLst>
          </p:cNvPr>
          <p:cNvSpPr txBox="1"/>
          <p:nvPr/>
        </p:nvSpPr>
        <p:spPr>
          <a:xfrm>
            <a:off x="2415540" y="213360"/>
            <a:ext cx="7360920" cy="584775"/>
          </a:xfrm>
          <a:prstGeom prst="rect">
            <a:avLst/>
          </a:prstGeom>
          <a:noFill/>
        </p:spPr>
        <p:txBody>
          <a:bodyPr wrap="square" rtlCol="0">
            <a:spAutoFit/>
          </a:bodyPr>
          <a:lstStyle/>
          <a:p>
            <a:pPr algn="ctr"/>
            <a:r>
              <a:rPr lang="fr-FR" sz="3200" b="1" dirty="0">
                <a:solidFill>
                  <a:srgbClr val="3F5B78"/>
                </a:solidFill>
                <a:latin typeface="Poppins" panose="00000500000000000000" pitchFamily="2" charset="0"/>
                <a:cs typeface="Poppins" panose="00000500000000000000" pitchFamily="2" charset="0"/>
              </a:rPr>
              <a:t>MODELE LOGIQUE DES DONNEES</a:t>
            </a:r>
            <a:endParaRPr lang="es-ES" sz="3200" b="1" dirty="0">
              <a:solidFill>
                <a:srgbClr val="3F5B78"/>
              </a:solidFill>
              <a:latin typeface="Poppins" panose="00000500000000000000" pitchFamily="2" charset="0"/>
              <a:cs typeface="Poppins" panose="00000500000000000000" pitchFamily="2" charset="0"/>
            </a:endParaRPr>
          </a:p>
        </p:txBody>
      </p:sp>
      <p:grpSp>
        <p:nvGrpSpPr>
          <p:cNvPr id="306" name="Groupe 305">
            <a:extLst>
              <a:ext uri="{FF2B5EF4-FFF2-40B4-BE49-F238E27FC236}">
                <a16:creationId xmlns:a16="http://schemas.microsoft.com/office/drawing/2014/main" id="{2F0EEF1A-480B-2107-3A98-AC7093E973F6}"/>
              </a:ext>
            </a:extLst>
          </p:cNvPr>
          <p:cNvGrpSpPr/>
          <p:nvPr/>
        </p:nvGrpSpPr>
        <p:grpSpPr>
          <a:xfrm>
            <a:off x="1122962" y="1270000"/>
            <a:ext cx="9946076" cy="4516250"/>
            <a:chOff x="1341685" y="1304360"/>
            <a:chExt cx="9596390" cy="4481890"/>
          </a:xfrm>
        </p:grpSpPr>
        <p:grpSp>
          <p:nvGrpSpPr>
            <p:cNvPr id="215" name="Groupe 214">
              <a:extLst>
                <a:ext uri="{FF2B5EF4-FFF2-40B4-BE49-F238E27FC236}">
                  <a16:creationId xmlns:a16="http://schemas.microsoft.com/office/drawing/2014/main" id="{18CD069E-DD22-E313-A707-8016CBD18882}"/>
                </a:ext>
              </a:extLst>
            </p:cNvPr>
            <p:cNvGrpSpPr/>
            <p:nvPr/>
          </p:nvGrpSpPr>
          <p:grpSpPr>
            <a:xfrm>
              <a:off x="1341685" y="1331088"/>
              <a:ext cx="9596390" cy="4439286"/>
              <a:chOff x="219758" y="1108415"/>
              <a:chExt cx="11434270" cy="5078648"/>
            </a:xfrm>
          </p:grpSpPr>
          <p:grpSp>
            <p:nvGrpSpPr>
              <p:cNvPr id="22" name="Groupe 21">
                <a:extLst>
                  <a:ext uri="{FF2B5EF4-FFF2-40B4-BE49-F238E27FC236}">
                    <a16:creationId xmlns:a16="http://schemas.microsoft.com/office/drawing/2014/main" id="{DDC8330D-6316-0426-52D3-E4D93340719D}"/>
                  </a:ext>
                </a:extLst>
              </p:cNvPr>
              <p:cNvGrpSpPr/>
              <p:nvPr/>
            </p:nvGrpSpPr>
            <p:grpSpPr>
              <a:xfrm>
                <a:off x="1093413" y="1108415"/>
                <a:ext cx="1757938" cy="1264470"/>
                <a:chOff x="527355" y="1064870"/>
                <a:chExt cx="1757938" cy="1632597"/>
              </a:xfrm>
            </p:grpSpPr>
            <p:sp>
              <p:nvSpPr>
                <p:cNvPr id="10" name="Rectangle 9">
                  <a:extLst>
                    <a:ext uri="{FF2B5EF4-FFF2-40B4-BE49-F238E27FC236}">
                      <a16:creationId xmlns:a16="http://schemas.microsoft.com/office/drawing/2014/main" id="{454081F5-B1B6-01F7-4412-90228FFFA188}"/>
                    </a:ext>
                  </a:extLst>
                </p:cNvPr>
                <p:cNvSpPr/>
                <p:nvPr/>
              </p:nvSpPr>
              <p:spPr>
                <a:xfrm>
                  <a:off x="53243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12" name="Connecteur droit 11">
                  <a:extLst>
                    <a:ext uri="{FF2B5EF4-FFF2-40B4-BE49-F238E27FC236}">
                      <a16:creationId xmlns:a16="http://schemas.microsoft.com/office/drawing/2014/main" id="{AA57E4D4-BFB8-2EC9-39FD-E3E74C16E34A}"/>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 name="Connecteur droit 12">
                  <a:extLst>
                    <a:ext uri="{FF2B5EF4-FFF2-40B4-BE49-F238E27FC236}">
                      <a16:creationId xmlns:a16="http://schemas.microsoft.com/office/drawing/2014/main" id="{4D1D30AA-9480-5AA8-70B3-020E3283DC07}"/>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15" name="Connecteur droit 14">
                  <a:extLst>
                    <a:ext uri="{FF2B5EF4-FFF2-40B4-BE49-F238E27FC236}">
                      <a16:creationId xmlns:a16="http://schemas.microsoft.com/office/drawing/2014/main" id="{31F38837-EFDF-F23C-D4EE-7868D206FBF1}"/>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6" name="Connecteur droit 15">
                  <a:extLst>
                    <a:ext uri="{FF2B5EF4-FFF2-40B4-BE49-F238E27FC236}">
                      <a16:creationId xmlns:a16="http://schemas.microsoft.com/office/drawing/2014/main" id="{3C121D9D-3FAB-06AB-9B11-F017C29ACC10}"/>
                    </a:ext>
                  </a:extLst>
                </p:cNvPr>
                <p:cNvCxnSpPr/>
                <p:nvPr/>
              </p:nvCxnSpPr>
              <p:spPr>
                <a:xfrm>
                  <a:off x="537515" y="17322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7" name="Connecteur droit 16">
                  <a:extLst>
                    <a:ext uri="{FF2B5EF4-FFF2-40B4-BE49-F238E27FC236}">
                      <a16:creationId xmlns:a16="http://schemas.microsoft.com/office/drawing/2014/main" id="{979FF110-DBDB-E310-1763-86E3B736451F}"/>
                    </a:ext>
                  </a:extLst>
                </p:cNvPr>
                <p:cNvCxnSpPr/>
                <p:nvPr/>
              </p:nvCxnSpPr>
              <p:spPr>
                <a:xfrm>
                  <a:off x="537515" y="197104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8" name="Connecteur droit 17">
                  <a:extLst>
                    <a:ext uri="{FF2B5EF4-FFF2-40B4-BE49-F238E27FC236}">
                      <a16:creationId xmlns:a16="http://schemas.microsoft.com/office/drawing/2014/main" id="{2058C270-472A-85C0-EB9F-73080B2563BB}"/>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9" name="Connecteur droit 18">
                  <a:extLst>
                    <a:ext uri="{FF2B5EF4-FFF2-40B4-BE49-F238E27FC236}">
                      <a16:creationId xmlns:a16="http://schemas.microsoft.com/office/drawing/2014/main" id="{99E77240-16B9-774C-43E6-7822ECE050DF}"/>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23" name="Groupe 22">
                <a:extLst>
                  <a:ext uri="{FF2B5EF4-FFF2-40B4-BE49-F238E27FC236}">
                    <a16:creationId xmlns:a16="http://schemas.microsoft.com/office/drawing/2014/main" id="{FF980D43-D2D9-CBD0-C0C4-61724A76FC03}"/>
                  </a:ext>
                </a:extLst>
              </p:cNvPr>
              <p:cNvGrpSpPr/>
              <p:nvPr/>
            </p:nvGrpSpPr>
            <p:grpSpPr>
              <a:xfrm>
                <a:off x="219758" y="3619340"/>
                <a:ext cx="1757938" cy="1283210"/>
                <a:chOff x="532435" y="1285240"/>
                <a:chExt cx="1757938" cy="1632597"/>
              </a:xfrm>
            </p:grpSpPr>
            <p:sp>
              <p:nvSpPr>
                <p:cNvPr id="24" name="Rectangle 23">
                  <a:extLst>
                    <a:ext uri="{FF2B5EF4-FFF2-40B4-BE49-F238E27FC236}">
                      <a16:creationId xmlns:a16="http://schemas.microsoft.com/office/drawing/2014/main" id="{CD0B4919-44AB-A0AA-2035-AFC49B2187EE}"/>
                    </a:ext>
                  </a:extLst>
                </p:cNvPr>
                <p:cNvSpPr/>
                <p:nvPr/>
              </p:nvSpPr>
              <p:spPr>
                <a:xfrm>
                  <a:off x="542595" y="128524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5" name="Connecteur droit 24">
                  <a:extLst>
                    <a:ext uri="{FF2B5EF4-FFF2-40B4-BE49-F238E27FC236}">
                      <a16:creationId xmlns:a16="http://schemas.microsoft.com/office/drawing/2014/main" id="{E08C3BF1-C0CC-1D90-A958-D51B295B0961}"/>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26" name="Connecteur droit 25">
                  <a:extLst>
                    <a:ext uri="{FF2B5EF4-FFF2-40B4-BE49-F238E27FC236}">
                      <a16:creationId xmlns:a16="http://schemas.microsoft.com/office/drawing/2014/main" id="{5ED92AD3-1E96-79A2-AE90-B19643F2BD90}"/>
                    </a:ext>
                  </a:extLst>
                </p:cNvPr>
                <p:cNvCxnSpPr>
                  <a:cxnSpLocks/>
                </p:cNvCxnSpPr>
                <p:nvPr/>
              </p:nvCxnSpPr>
              <p:spPr>
                <a:xfrm>
                  <a:off x="913563" y="1510194"/>
                  <a:ext cx="0" cy="1407643"/>
                </a:xfrm>
                <a:prstGeom prst="line">
                  <a:avLst/>
                </a:prstGeom>
                <a:ln w="9525"/>
              </p:spPr>
              <p:style>
                <a:lnRef idx="1">
                  <a:schemeClr val="dk1"/>
                </a:lnRef>
                <a:fillRef idx="0">
                  <a:schemeClr val="dk1"/>
                </a:fillRef>
                <a:effectRef idx="0">
                  <a:schemeClr val="dk1"/>
                </a:effectRef>
                <a:fontRef idx="minor">
                  <a:schemeClr val="tx1"/>
                </a:fontRef>
              </p:style>
            </p:cxnSp>
            <p:cxnSp>
              <p:nvCxnSpPr>
                <p:cNvPr id="27" name="Connecteur droit 26">
                  <a:extLst>
                    <a:ext uri="{FF2B5EF4-FFF2-40B4-BE49-F238E27FC236}">
                      <a16:creationId xmlns:a16="http://schemas.microsoft.com/office/drawing/2014/main" id="{58237D89-662A-7DCF-4069-ABDA5C72026A}"/>
                    </a:ext>
                  </a:extLst>
                </p:cNvPr>
                <p:cNvCxnSpPr/>
                <p:nvPr/>
              </p:nvCxnSpPr>
              <p:spPr>
                <a:xfrm>
                  <a:off x="536435" y="1503681"/>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eur droit 27">
                  <a:extLst>
                    <a:ext uri="{FF2B5EF4-FFF2-40B4-BE49-F238E27FC236}">
                      <a16:creationId xmlns:a16="http://schemas.microsoft.com/office/drawing/2014/main" id="{3C0D52D1-9414-D008-9915-71A82018802D}"/>
                    </a:ext>
                  </a:extLst>
                </p:cNvPr>
                <p:cNvCxnSpPr>
                  <a:cxnSpLocks/>
                </p:cNvCxnSpPr>
                <p:nvPr/>
              </p:nvCxnSpPr>
              <p:spPr>
                <a:xfrm>
                  <a:off x="544324" y="1732281"/>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30" name="Connecteur droit 29">
                  <a:extLst>
                    <a:ext uri="{FF2B5EF4-FFF2-40B4-BE49-F238E27FC236}">
                      <a16:creationId xmlns:a16="http://schemas.microsoft.com/office/drawing/2014/main" id="{C0876CE4-42AE-19F1-A13B-B7DFEAB5832A}"/>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31" name="Connecteur droit 30">
                  <a:extLst>
                    <a:ext uri="{FF2B5EF4-FFF2-40B4-BE49-F238E27FC236}">
                      <a16:creationId xmlns:a16="http://schemas.microsoft.com/office/drawing/2014/main" id="{EFDB5B9B-3780-A5ED-50A8-D7FAC56629E6}"/>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22" name="Connecteur droit 121">
                  <a:extLst>
                    <a:ext uri="{FF2B5EF4-FFF2-40B4-BE49-F238E27FC236}">
                      <a16:creationId xmlns:a16="http://schemas.microsoft.com/office/drawing/2014/main" id="{F99D14A7-BD60-CF18-F308-C0B240F07B7B}"/>
                    </a:ext>
                  </a:extLst>
                </p:cNvPr>
                <p:cNvCxnSpPr>
                  <a:cxnSpLocks/>
                </p:cNvCxnSpPr>
                <p:nvPr/>
              </p:nvCxnSpPr>
              <p:spPr>
                <a:xfrm>
                  <a:off x="544690" y="196850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23" name="Connecteur droit 122">
                  <a:extLst>
                    <a:ext uri="{FF2B5EF4-FFF2-40B4-BE49-F238E27FC236}">
                      <a16:creationId xmlns:a16="http://schemas.microsoft.com/office/drawing/2014/main" id="{60564B66-3C21-63E7-F05B-1EFCBF0FCDB1}"/>
                    </a:ext>
                  </a:extLst>
                </p:cNvPr>
                <p:cNvCxnSpPr/>
                <p:nvPr/>
              </p:nvCxnSpPr>
              <p:spPr>
                <a:xfrm>
                  <a:off x="539420" y="2667635"/>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128" name="Groupe 127">
                <a:extLst>
                  <a:ext uri="{FF2B5EF4-FFF2-40B4-BE49-F238E27FC236}">
                    <a16:creationId xmlns:a16="http://schemas.microsoft.com/office/drawing/2014/main" id="{F8EAE2E6-A03A-1186-4078-FB4C95A651AD}"/>
                  </a:ext>
                </a:extLst>
              </p:cNvPr>
              <p:cNvGrpSpPr/>
              <p:nvPr/>
            </p:nvGrpSpPr>
            <p:grpSpPr>
              <a:xfrm>
                <a:off x="4521201" y="1228467"/>
                <a:ext cx="1752858" cy="660855"/>
                <a:chOff x="4455885" y="1195809"/>
                <a:chExt cx="1752858" cy="917472"/>
              </a:xfrm>
            </p:grpSpPr>
            <p:sp>
              <p:nvSpPr>
                <p:cNvPr id="33" name="Rectangle 32">
                  <a:extLst>
                    <a:ext uri="{FF2B5EF4-FFF2-40B4-BE49-F238E27FC236}">
                      <a16:creationId xmlns:a16="http://schemas.microsoft.com/office/drawing/2014/main" id="{41132C5F-1999-4C11-B5F8-E9D2BB7C7426}"/>
                    </a:ext>
                  </a:extLst>
                </p:cNvPr>
                <p:cNvSpPr/>
                <p:nvPr/>
              </p:nvSpPr>
              <p:spPr>
                <a:xfrm>
                  <a:off x="4460965" y="1195809"/>
                  <a:ext cx="1747778" cy="91747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4" name="Connecteur droit 33">
                  <a:extLst>
                    <a:ext uri="{FF2B5EF4-FFF2-40B4-BE49-F238E27FC236}">
                      <a16:creationId xmlns:a16="http://schemas.microsoft.com/office/drawing/2014/main" id="{5997A1C9-2BA2-3774-2BB4-275FE6566D6A}"/>
                    </a:ext>
                  </a:extLst>
                </p:cNvPr>
                <p:cNvCxnSpPr/>
                <p:nvPr/>
              </p:nvCxnSpPr>
              <p:spPr>
                <a:xfrm>
                  <a:off x="4460965" y="1416178"/>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Connecteur droit 34">
                  <a:extLst>
                    <a:ext uri="{FF2B5EF4-FFF2-40B4-BE49-F238E27FC236}">
                      <a16:creationId xmlns:a16="http://schemas.microsoft.com/office/drawing/2014/main" id="{69E8644B-31B6-F013-D1A2-DF80AEC90F1E}"/>
                    </a:ext>
                  </a:extLst>
                </p:cNvPr>
                <p:cNvCxnSpPr>
                  <a:cxnSpLocks/>
                </p:cNvCxnSpPr>
                <p:nvPr/>
              </p:nvCxnSpPr>
              <p:spPr>
                <a:xfrm>
                  <a:off x="4842094" y="1421129"/>
                  <a:ext cx="0" cy="692152"/>
                </a:xfrm>
                <a:prstGeom prst="line">
                  <a:avLst/>
                </a:prstGeom>
                <a:ln w="9525"/>
              </p:spPr>
              <p:style>
                <a:lnRef idx="1">
                  <a:schemeClr val="dk1"/>
                </a:lnRef>
                <a:fillRef idx="0">
                  <a:schemeClr val="dk1"/>
                </a:fillRef>
                <a:effectRef idx="0">
                  <a:schemeClr val="dk1"/>
                </a:effectRef>
                <a:fontRef idx="minor">
                  <a:schemeClr val="tx1"/>
                </a:fontRef>
              </p:style>
            </p:cxnSp>
            <p:cxnSp>
              <p:nvCxnSpPr>
                <p:cNvPr id="36" name="Connecteur droit 35">
                  <a:extLst>
                    <a:ext uri="{FF2B5EF4-FFF2-40B4-BE49-F238E27FC236}">
                      <a16:creationId xmlns:a16="http://schemas.microsoft.com/office/drawing/2014/main" id="{F216FCD8-9529-AE14-28DE-0EF9B985AF80}"/>
                    </a:ext>
                  </a:extLst>
                </p:cNvPr>
                <p:cNvCxnSpPr/>
                <p:nvPr/>
              </p:nvCxnSpPr>
              <p:spPr>
                <a:xfrm>
                  <a:off x="4455885" y="1634618"/>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37" name="Connecteur droit 36">
                  <a:extLst>
                    <a:ext uri="{FF2B5EF4-FFF2-40B4-BE49-F238E27FC236}">
                      <a16:creationId xmlns:a16="http://schemas.microsoft.com/office/drawing/2014/main" id="{C4ADCE16-81D9-3132-3D18-875B900B9775}"/>
                    </a:ext>
                  </a:extLst>
                </p:cNvPr>
                <p:cNvCxnSpPr/>
                <p:nvPr/>
              </p:nvCxnSpPr>
              <p:spPr>
                <a:xfrm>
                  <a:off x="4455885" y="1868298"/>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44" name="Groupe 43">
                <a:extLst>
                  <a:ext uri="{FF2B5EF4-FFF2-40B4-BE49-F238E27FC236}">
                    <a16:creationId xmlns:a16="http://schemas.microsoft.com/office/drawing/2014/main" id="{89A11ED9-067B-80D6-DB19-F7271B1162D9}"/>
                  </a:ext>
                </a:extLst>
              </p:cNvPr>
              <p:cNvGrpSpPr/>
              <p:nvPr/>
            </p:nvGrpSpPr>
            <p:grpSpPr>
              <a:xfrm>
                <a:off x="4556811" y="2718411"/>
                <a:ext cx="1747778" cy="1152550"/>
                <a:chOff x="527355" y="1064870"/>
                <a:chExt cx="1747778" cy="1632597"/>
              </a:xfrm>
            </p:grpSpPr>
            <p:sp>
              <p:nvSpPr>
                <p:cNvPr id="45" name="Rectangle 44">
                  <a:extLst>
                    <a:ext uri="{FF2B5EF4-FFF2-40B4-BE49-F238E27FC236}">
                      <a16:creationId xmlns:a16="http://schemas.microsoft.com/office/drawing/2014/main" id="{A1E1AC14-F4A4-34EA-09F6-66456AEBB587}"/>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6" name="Connecteur droit 45">
                  <a:extLst>
                    <a:ext uri="{FF2B5EF4-FFF2-40B4-BE49-F238E27FC236}">
                      <a16:creationId xmlns:a16="http://schemas.microsoft.com/office/drawing/2014/main" id="{8624A9E0-E1A6-19CD-C6FC-22439B4AFB28}"/>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7" name="Connecteur droit 46">
                  <a:extLst>
                    <a:ext uri="{FF2B5EF4-FFF2-40B4-BE49-F238E27FC236}">
                      <a16:creationId xmlns:a16="http://schemas.microsoft.com/office/drawing/2014/main" id="{75440E47-4BC9-0991-5CEB-C53ED6C99359}"/>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Connecteur droit 47">
                  <a:extLst>
                    <a:ext uri="{FF2B5EF4-FFF2-40B4-BE49-F238E27FC236}">
                      <a16:creationId xmlns:a16="http://schemas.microsoft.com/office/drawing/2014/main" id="{89D0DA2B-C6BF-C448-F21E-58FFE1F3B70C}"/>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9" name="Connecteur droit 48">
                  <a:extLst>
                    <a:ext uri="{FF2B5EF4-FFF2-40B4-BE49-F238E27FC236}">
                      <a16:creationId xmlns:a16="http://schemas.microsoft.com/office/drawing/2014/main" id="{558E2FD0-E281-A580-FEF6-792FDDE2A2DD}"/>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51" name="Connecteur droit 50">
                  <a:extLst>
                    <a:ext uri="{FF2B5EF4-FFF2-40B4-BE49-F238E27FC236}">
                      <a16:creationId xmlns:a16="http://schemas.microsoft.com/office/drawing/2014/main" id="{6FDFF750-89DB-E8E4-28E4-ACEBA180EF1D}"/>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52" name="Connecteur droit 51">
                  <a:extLst>
                    <a:ext uri="{FF2B5EF4-FFF2-40B4-BE49-F238E27FC236}">
                      <a16:creationId xmlns:a16="http://schemas.microsoft.com/office/drawing/2014/main" id="{E23712BD-A5C6-F6A1-BEEE-230F569B257F}"/>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67" name="Connecteur droit 66">
                  <a:extLst>
                    <a:ext uri="{FF2B5EF4-FFF2-40B4-BE49-F238E27FC236}">
                      <a16:creationId xmlns:a16="http://schemas.microsoft.com/office/drawing/2014/main" id="{DEBF3A1F-09F1-784C-C386-B01781D15FB8}"/>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68" name="Groupe 67">
                <a:extLst>
                  <a:ext uri="{FF2B5EF4-FFF2-40B4-BE49-F238E27FC236}">
                    <a16:creationId xmlns:a16="http://schemas.microsoft.com/office/drawing/2014/main" id="{BD5BCACD-AB2D-0FA3-D081-9030230E13FE}"/>
                  </a:ext>
                </a:extLst>
              </p:cNvPr>
              <p:cNvGrpSpPr/>
              <p:nvPr/>
            </p:nvGrpSpPr>
            <p:grpSpPr>
              <a:xfrm>
                <a:off x="4569003" y="4431387"/>
                <a:ext cx="1747778" cy="1405526"/>
                <a:chOff x="527355" y="1064869"/>
                <a:chExt cx="1747778" cy="2046882"/>
              </a:xfrm>
            </p:grpSpPr>
            <p:sp>
              <p:nvSpPr>
                <p:cNvPr id="69" name="Rectangle 68">
                  <a:extLst>
                    <a:ext uri="{FF2B5EF4-FFF2-40B4-BE49-F238E27FC236}">
                      <a16:creationId xmlns:a16="http://schemas.microsoft.com/office/drawing/2014/main" id="{2A461D50-882E-5155-573E-5C38CB1C8BCF}"/>
                    </a:ext>
                  </a:extLst>
                </p:cNvPr>
                <p:cNvSpPr/>
                <p:nvPr/>
              </p:nvSpPr>
              <p:spPr>
                <a:xfrm>
                  <a:off x="527355" y="1064869"/>
                  <a:ext cx="1747778" cy="204688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70" name="Connecteur droit 69">
                  <a:extLst>
                    <a:ext uri="{FF2B5EF4-FFF2-40B4-BE49-F238E27FC236}">
                      <a16:creationId xmlns:a16="http://schemas.microsoft.com/office/drawing/2014/main" id="{D05C892E-2E9F-69A7-24E5-443A07C3F715}"/>
                    </a:ext>
                  </a:extLst>
                </p:cNvPr>
                <p:cNvCxnSpPr/>
                <p:nvPr/>
              </p:nvCxnSpPr>
              <p:spPr>
                <a:xfrm>
                  <a:off x="527355" y="132585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71" name="Connecteur droit 70">
                  <a:extLst>
                    <a:ext uri="{FF2B5EF4-FFF2-40B4-BE49-F238E27FC236}">
                      <a16:creationId xmlns:a16="http://schemas.microsoft.com/office/drawing/2014/main" id="{2BB0B461-2891-3D2B-605B-8820944DF4F0}"/>
                    </a:ext>
                  </a:extLst>
                </p:cNvPr>
                <p:cNvCxnSpPr>
                  <a:cxnSpLocks/>
                </p:cNvCxnSpPr>
                <p:nvPr/>
              </p:nvCxnSpPr>
              <p:spPr>
                <a:xfrm>
                  <a:off x="913564" y="1326783"/>
                  <a:ext cx="0" cy="1784968"/>
                </a:xfrm>
                <a:prstGeom prst="line">
                  <a:avLst/>
                </a:prstGeom>
                <a:ln w="9525"/>
              </p:spPr>
              <p:style>
                <a:lnRef idx="1">
                  <a:schemeClr val="dk1"/>
                </a:lnRef>
                <a:fillRef idx="0">
                  <a:schemeClr val="dk1"/>
                </a:fillRef>
                <a:effectRef idx="0">
                  <a:schemeClr val="dk1"/>
                </a:effectRef>
                <a:fontRef idx="minor">
                  <a:schemeClr val="tx1"/>
                </a:fontRef>
              </p:style>
            </p:cxnSp>
            <p:cxnSp>
              <p:nvCxnSpPr>
                <p:cNvPr id="72" name="Connecteur droit 71">
                  <a:extLst>
                    <a:ext uri="{FF2B5EF4-FFF2-40B4-BE49-F238E27FC236}">
                      <a16:creationId xmlns:a16="http://schemas.microsoft.com/office/drawing/2014/main" id="{41D47DA2-C983-83D5-65CF-9AD76510CB11}"/>
                    </a:ext>
                  </a:extLst>
                </p:cNvPr>
                <p:cNvCxnSpPr/>
                <p:nvPr/>
              </p:nvCxnSpPr>
              <p:spPr>
                <a:xfrm>
                  <a:off x="527355" y="152907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73" name="Connecteur droit 72">
                  <a:extLst>
                    <a:ext uri="{FF2B5EF4-FFF2-40B4-BE49-F238E27FC236}">
                      <a16:creationId xmlns:a16="http://schemas.microsoft.com/office/drawing/2014/main" id="{9354F01D-B6E3-959C-B73C-5598CDBE8D18}"/>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74" name="Connecteur droit 73">
                  <a:extLst>
                    <a:ext uri="{FF2B5EF4-FFF2-40B4-BE49-F238E27FC236}">
                      <a16:creationId xmlns:a16="http://schemas.microsoft.com/office/drawing/2014/main" id="{1DC8F7FA-E186-6C3B-59AC-86BA189966DD}"/>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75" name="Connecteur droit 74">
                  <a:extLst>
                    <a:ext uri="{FF2B5EF4-FFF2-40B4-BE49-F238E27FC236}">
                      <a16:creationId xmlns:a16="http://schemas.microsoft.com/office/drawing/2014/main" id="{EBDC8385-B410-1E24-9410-743E996F6861}"/>
                    </a:ext>
                  </a:extLst>
                </p:cNvPr>
                <p:cNvCxnSpPr>
                  <a:cxnSpLocks/>
                </p:cNvCxnSpPr>
                <p:nvPr/>
              </p:nvCxnSpPr>
              <p:spPr>
                <a:xfrm>
                  <a:off x="535610"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76" name="Connecteur droit 75">
                  <a:extLst>
                    <a:ext uri="{FF2B5EF4-FFF2-40B4-BE49-F238E27FC236}">
                      <a16:creationId xmlns:a16="http://schemas.microsoft.com/office/drawing/2014/main" id="{F11C5DAD-D708-5061-A2E9-32A4FAA5B902}"/>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25" name="Connecteur droit 124">
                  <a:extLst>
                    <a:ext uri="{FF2B5EF4-FFF2-40B4-BE49-F238E27FC236}">
                      <a16:creationId xmlns:a16="http://schemas.microsoft.com/office/drawing/2014/main" id="{A50545EB-62BF-20B6-CE3E-5D5C6EE95828}"/>
                    </a:ext>
                  </a:extLst>
                </p:cNvPr>
                <p:cNvCxnSpPr>
                  <a:cxnSpLocks/>
                </p:cNvCxnSpPr>
                <p:nvPr/>
              </p:nvCxnSpPr>
              <p:spPr>
                <a:xfrm>
                  <a:off x="527355" y="2648347"/>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26" name="Connecteur droit 125">
                  <a:extLst>
                    <a:ext uri="{FF2B5EF4-FFF2-40B4-BE49-F238E27FC236}">
                      <a16:creationId xmlns:a16="http://schemas.microsoft.com/office/drawing/2014/main" id="{7B7347F2-559D-FCF3-34DB-8E8678CD70F6}"/>
                    </a:ext>
                  </a:extLst>
                </p:cNvPr>
                <p:cNvCxnSpPr>
                  <a:cxnSpLocks/>
                </p:cNvCxnSpPr>
                <p:nvPr/>
              </p:nvCxnSpPr>
              <p:spPr>
                <a:xfrm>
                  <a:off x="527355" y="2878615"/>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77" name="Groupe 76">
                <a:extLst>
                  <a:ext uri="{FF2B5EF4-FFF2-40B4-BE49-F238E27FC236}">
                    <a16:creationId xmlns:a16="http://schemas.microsoft.com/office/drawing/2014/main" id="{5B345FB7-86A2-F18A-0B10-F8719CB3FF69}"/>
                  </a:ext>
                </a:extLst>
              </p:cNvPr>
              <p:cNvGrpSpPr/>
              <p:nvPr/>
            </p:nvGrpSpPr>
            <p:grpSpPr>
              <a:xfrm>
                <a:off x="2447595" y="4636908"/>
                <a:ext cx="1747778" cy="483355"/>
                <a:chOff x="527355" y="1064870"/>
                <a:chExt cx="1747778" cy="684677"/>
              </a:xfrm>
            </p:grpSpPr>
            <p:sp>
              <p:nvSpPr>
                <p:cNvPr id="78" name="Rectangle 77">
                  <a:extLst>
                    <a:ext uri="{FF2B5EF4-FFF2-40B4-BE49-F238E27FC236}">
                      <a16:creationId xmlns:a16="http://schemas.microsoft.com/office/drawing/2014/main" id="{A43CA044-0AA6-C78B-2F1A-7358EE85BB21}"/>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79" name="Connecteur droit 78">
                  <a:extLst>
                    <a:ext uri="{FF2B5EF4-FFF2-40B4-BE49-F238E27FC236}">
                      <a16:creationId xmlns:a16="http://schemas.microsoft.com/office/drawing/2014/main" id="{EE5DF67A-4423-647B-86BF-E05CA05DD06D}"/>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80" name="Connecteur droit 79">
                  <a:extLst>
                    <a:ext uri="{FF2B5EF4-FFF2-40B4-BE49-F238E27FC236}">
                      <a16:creationId xmlns:a16="http://schemas.microsoft.com/office/drawing/2014/main" id="{F0BB2B33-E856-C5F2-6963-110776605DF4}"/>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81" name="Connecteur droit 80">
                  <a:extLst>
                    <a:ext uri="{FF2B5EF4-FFF2-40B4-BE49-F238E27FC236}">
                      <a16:creationId xmlns:a16="http://schemas.microsoft.com/office/drawing/2014/main" id="{9C782D46-E3ED-CBDF-7BAF-6531A26F74C8}"/>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87" name="Groupe 86">
                <a:extLst>
                  <a:ext uri="{FF2B5EF4-FFF2-40B4-BE49-F238E27FC236}">
                    <a16:creationId xmlns:a16="http://schemas.microsoft.com/office/drawing/2014/main" id="{37608148-08C8-B4C4-BF81-1F5F6C713656}"/>
                  </a:ext>
                </a:extLst>
              </p:cNvPr>
              <p:cNvGrpSpPr/>
              <p:nvPr/>
            </p:nvGrpSpPr>
            <p:grpSpPr>
              <a:xfrm>
                <a:off x="1713171" y="5703708"/>
                <a:ext cx="1747778" cy="483355"/>
                <a:chOff x="527355" y="1064870"/>
                <a:chExt cx="1747778" cy="684677"/>
              </a:xfrm>
            </p:grpSpPr>
            <p:sp>
              <p:nvSpPr>
                <p:cNvPr id="88" name="Rectangle 87">
                  <a:extLst>
                    <a:ext uri="{FF2B5EF4-FFF2-40B4-BE49-F238E27FC236}">
                      <a16:creationId xmlns:a16="http://schemas.microsoft.com/office/drawing/2014/main" id="{BA144E4C-0B13-4488-03FE-4F5CA8EFF0A4}"/>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89" name="Connecteur droit 88">
                  <a:extLst>
                    <a:ext uri="{FF2B5EF4-FFF2-40B4-BE49-F238E27FC236}">
                      <a16:creationId xmlns:a16="http://schemas.microsoft.com/office/drawing/2014/main" id="{ABB2B386-E23A-91DE-D5E5-9EAC3808DCDD}"/>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0" name="Connecteur droit 89">
                  <a:extLst>
                    <a:ext uri="{FF2B5EF4-FFF2-40B4-BE49-F238E27FC236}">
                      <a16:creationId xmlns:a16="http://schemas.microsoft.com/office/drawing/2014/main" id="{DF5C3282-5874-79C4-C8C0-03943F57A4F0}"/>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1" name="Connecteur droit 90">
                  <a:extLst>
                    <a:ext uri="{FF2B5EF4-FFF2-40B4-BE49-F238E27FC236}">
                      <a16:creationId xmlns:a16="http://schemas.microsoft.com/office/drawing/2014/main" id="{EC02BCED-F3FC-A96E-D1E9-6F6276909821}"/>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2" name="Groupe 91">
                <a:extLst>
                  <a:ext uri="{FF2B5EF4-FFF2-40B4-BE49-F238E27FC236}">
                    <a16:creationId xmlns:a16="http://schemas.microsoft.com/office/drawing/2014/main" id="{DE31AEE6-FAB1-DC43-C73F-936D9936035C}"/>
                  </a:ext>
                </a:extLst>
              </p:cNvPr>
              <p:cNvGrpSpPr/>
              <p:nvPr/>
            </p:nvGrpSpPr>
            <p:grpSpPr>
              <a:xfrm>
                <a:off x="7403491" y="2094613"/>
                <a:ext cx="1747778" cy="483355"/>
                <a:chOff x="527355" y="1064870"/>
                <a:chExt cx="1747778" cy="684677"/>
              </a:xfrm>
            </p:grpSpPr>
            <p:sp>
              <p:nvSpPr>
                <p:cNvPr id="93" name="Rectangle 92">
                  <a:extLst>
                    <a:ext uri="{FF2B5EF4-FFF2-40B4-BE49-F238E27FC236}">
                      <a16:creationId xmlns:a16="http://schemas.microsoft.com/office/drawing/2014/main" id="{AE7F4432-B08A-044B-C107-E140BB0EA2B7}"/>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4" name="Connecteur droit 93">
                  <a:extLst>
                    <a:ext uri="{FF2B5EF4-FFF2-40B4-BE49-F238E27FC236}">
                      <a16:creationId xmlns:a16="http://schemas.microsoft.com/office/drawing/2014/main" id="{E6AD18AC-3566-2F6B-F3D5-A54124AC2B2A}"/>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5" name="Connecteur droit 94">
                  <a:extLst>
                    <a:ext uri="{FF2B5EF4-FFF2-40B4-BE49-F238E27FC236}">
                      <a16:creationId xmlns:a16="http://schemas.microsoft.com/office/drawing/2014/main" id="{F0B2F749-59D7-28C4-EB7A-9B306A198857}"/>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96" name="Connecteur droit 95">
                  <a:extLst>
                    <a:ext uri="{FF2B5EF4-FFF2-40B4-BE49-F238E27FC236}">
                      <a16:creationId xmlns:a16="http://schemas.microsoft.com/office/drawing/2014/main" id="{675060B2-003F-0268-9522-1B5E63DC29D1}"/>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grpSp>
            <p:nvGrpSpPr>
              <p:cNvPr id="97" name="Groupe 96">
                <a:extLst>
                  <a:ext uri="{FF2B5EF4-FFF2-40B4-BE49-F238E27FC236}">
                    <a16:creationId xmlns:a16="http://schemas.microsoft.com/office/drawing/2014/main" id="{FD4FF28D-6ACB-FD67-BC6F-175B4DC470F9}"/>
                  </a:ext>
                </a:extLst>
              </p:cNvPr>
              <p:cNvGrpSpPr/>
              <p:nvPr/>
            </p:nvGrpSpPr>
            <p:grpSpPr>
              <a:xfrm>
                <a:off x="7382270" y="3612825"/>
                <a:ext cx="1747778" cy="488201"/>
                <a:chOff x="527355" y="1064870"/>
                <a:chExt cx="1747778" cy="691542"/>
              </a:xfrm>
            </p:grpSpPr>
            <p:sp>
              <p:nvSpPr>
                <p:cNvPr id="98" name="Rectangle 97">
                  <a:extLst>
                    <a:ext uri="{FF2B5EF4-FFF2-40B4-BE49-F238E27FC236}">
                      <a16:creationId xmlns:a16="http://schemas.microsoft.com/office/drawing/2014/main" id="{EFC56906-3B84-BCBE-85DF-D0C23DAF2B56}"/>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99" name="Connecteur droit 98">
                  <a:extLst>
                    <a:ext uri="{FF2B5EF4-FFF2-40B4-BE49-F238E27FC236}">
                      <a16:creationId xmlns:a16="http://schemas.microsoft.com/office/drawing/2014/main" id="{67DC75A2-84CF-A553-EA3B-D6CB8E149998}"/>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1" name="Connecteur droit 100">
                  <a:extLst>
                    <a:ext uri="{FF2B5EF4-FFF2-40B4-BE49-F238E27FC236}">
                      <a16:creationId xmlns:a16="http://schemas.microsoft.com/office/drawing/2014/main" id="{646F1520-0999-5618-FABF-9DDA7C439630}"/>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232" name="Connecteur droit 231">
                  <a:extLst>
                    <a:ext uri="{FF2B5EF4-FFF2-40B4-BE49-F238E27FC236}">
                      <a16:creationId xmlns:a16="http://schemas.microsoft.com/office/drawing/2014/main" id="{E0F87B88-E7F9-3BDF-0C85-C648804097BF}"/>
                    </a:ext>
                  </a:extLst>
                </p:cNvPr>
                <p:cNvCxnSpPr>
                  <a:cxnSpLocks/>
                </p:cNvCxnSpPr>
                <p:nvPr/>
              </p:nvCxnSpPr>
              <p:spPr>
                <a:xfrm>
                  <a:off x="870535" y="1297546"/>
                  <a:ext cx="0" cy="458866"/>
                </a:xfrm>
                <a:prstGeom prst="line">
                  <a:avLst/>
                </a:prstGeom>
                <a:ln w="9525"/>
              </p:spPr>
              <p:style>
                <a:lnRef idx="1">
                  <a:schemeClr val="dk1"/>
                </a:lnRef>
                <a:fillRef idx="0">
                  <a:schemeClr val="dk1"/>
                </a:fillRef>
                <a:effectRef idx="0">
                  <a:schemeClr val="dk1"/>
                </a:effectRef>
                <a:fontRef idx="minor">
                  <a:schemeClr val="tx1"/>
                </a:fontRef>
              </p:style>
            </p:cxnSp>
          </p:grpSp>
          <p:grpSp>
            <p:nvGrpSpPr>
              <p:cNvPr id="102" name="Groupe 101">
                <a:extLst>
                  <a:ext uri="{FF2B5EF4-FFF2-40B4-BE49-F238E27FC236}">
                    <a16:creationId xmlns:a16="http://schemas.microsoft.com/office/drawing/2014/main" id="{D621C7CA-DD5E-584C-C9FE-875794C2FEF7}"/>
                  </a:ext>
                </a:extLst>
              </p:cNvPr>
              <p:cNvGrpSpPr/>
              <p:nvPr/>
            </p:nvGrpSpPr>
            <p:grpSpPr>
              <a:xfrm>
                <a:off x="9871523" y="1794367"/>
                <a:ext cx="1747778" cy="1152550"/>
                <a:chOff x="527355" y="1064870"/>
                <a:chExt cx="1747778" cy="1632597"/>
              </a:xfrm>
            </p:grpSpPr>
            <p:sp>
              <p:nvSpPr>
                <p:cNvPr id="103" name="Rectangle 102">
                  <a:extLst>
                    <a:ext uri="{FF2B5EF4-FFF2-40B4-BE49-F238E27FC236}">
                      <a16:creationId xmlns:a16="http://schemas.microsoft.com/office/drawing/2014/main" id="{9C6759CC-AEC0-06D1-E6E9-6AF97793AA94}"/>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104" name="Connecteur droit 103">
                  <a:extLst>
                    <a:ext uri="{FF2B5EF4-FFF2-40B4-BE49-F238E27FC236}">
                      <a16:creationId xmlns:a16="http://schemas.microsoft.com/office/drawing/2014/main" id="{7EBE807B-70C8-1FC0-1DF9-BF7221D723D4}"/>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5" name="Connecteur droit 104">
                  <a:extLst>
                    <a:ext uri="{FF2B5EF4-FFF2-40B4-BE49-F238E27FC236}">
                      <a16:creationId xmlns:a16="http://schemas.microsoft.com/office/drawing/2014/main" id="{B1221F87-C07F-A121-0EBD-9D48F75DEFE5}"/>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106" name="Connecteur droit 105">
                  <a:extLst>
                    <a:ext uri="{FF2B5EF4-FFF2-40B4-BE49-F238E27FC236}">
                      <a16:creationId xmlns:a16="http://schemas.microsoft.com/office/drawing/2014/main" id="{105A084F-B5C4-06A7-9584-2A9021721E4B}"/>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07" name="Connecteur droit 106">
                  <a:extLst>
                    <a:ext uri="{FF2B5EF4-FFF2-40B4-BE49-F238E27FC236}">
                      <a16:creationId xmlns:a16="http://schemas.microsoft.com/office/drawing/2014/main" id="{B2D918C4-937F-093B-7E11-8DCEEC8DEF27}"/>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08" name="Connecteur droit 107">
                  <a:extLst>
                    <a:ext uri="{FF2B5EF4-FFF2-40B4-BE49-F238E27FC236}">
                      <a16:creationId xmlns:a16="http://schemas.microsoft.com/office/drawing/2014/main" id="{1C604C27-0297-E30E-A8D7-D43D0686BDD8}"/>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09" name="Connecteur droit 108">
                  <a:extLst>
                    <a:ext uri="{FF2B5EF4-FFF2-40B4-BE49-F238E27FC236}">
                      <a16:creationId xmlns:a16="http://schemas.microsoft.com/office/drawing/2014/main" id="{C662B299-4740-0C22-1FE7-DE9B8C37161A}"/>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10" name="Connecteur droit 109">
                  <a:extLst>
                    <a:ext uri="{FF2B5EF4-FFF2-40B4-BE49-F238E27FC236}">
                      <a16:creationId xmlns:a16="http://schemas.microsoft.com/office/drawing/2014/main" id="{788327DE-F9C9-7C74-41FC-4B7C12595A50}"/>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grpSp>
            <p:nvGrpSpPr>
              <p:cNvPr id="111" name="Groupe 110">
                <a:extLst>
                  <a:ext uri="{FF2B5EF4-FFF2-40B4-BE49-F238E27FC236}">
                    <a16:creationId xmlns:a16="http://schemas.microsoft.com/office/drawing/2014/main" id="{5FF9CDC1-8790-CC01-4A47-969CE8CCBF8F}"/>
                  </a:ext>
                </a:extLst>
              </p:cNvPr>
              <p:cNvGrpSpPr/>
              <p:nvPr/>
            </p:nvGrpSpPr>
            <p:grpSpPr>
              <a:xfrm>
                <a:off x="9906250" y="4120875"/>
                <a:ext cx="1747778" cy="1152550"/>
                <a:chOff x="527355" y="1064870"/>
                <a:chExt cx="1747778" cy="1632597"/>
              </a:xfrm>
            </p:grpSpPr>
            <p:sp>
              <p:nvSpPr>
                <p:cNvPr id="112" name="Rectangle 111">
                  <a:extLst>
                    <a:ext uri="{FF2B5EF4-FFF2-40B4-BE49-F238E27FC236}">
                      <a16:creationId xmlns:a16="http://schemas.microsoft.com/office/drawing/2014/main" id="{6EAD5134-A3E9-E071-7251-FE2B5028CCD9}"/>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113" name="Connecteur droit 112">
                  <a:extLst>
                    <a:ext uri="{FF2B5EF4-FFF2-40B4-BE49-F238E27FC236}">
                      <a16:creationId xmlns:a16="http://schemas.microsoft.com/office/drawing/2014/main" id="{5C43E34D-B121-AB34-4E4B-22C2CEC86891}"/>
                    </a:ext>
                  </a:extLst>
                </p:cNvPr>
                <p:cNvCxnSpPr/>
                <p:nvPr/>
              </p:nvCxnSpPr>
              <p:spPr>
                <a:xfrm>
                  <a:off x="527355" y="1300286"/>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4" name="Connecteur droit 113">
                  <a:extLst>
                    <a:ext uri="{FF2B5EF4-FFF2-40B4-BE49-F238E27FC236}">
                      <a16:creationId xmlns:a16="http://schemas.microsoft.com/office/drawing/2014/main" id="{BF55E9D7-1187-F214-2982-01F050EECBAB}"/>
                    </a:ext>
                  </a:extLst>
                </p:cNvPr>
                <p:cNvCxnSpPr>
                  <a:cxnSpLocks/>
                </p:cNvCxnSpPr>
                <p:nvPr/>
              </p:nvCxnSpPr>
              <p:spPr>
                <a:xfrm>
                  <a:off x="913564" y="1302579"/>
                  <a:ext cx="0" cy="1394888"/>
                </a:xfrm>
                <a:prstGeom prst="line">
                  <a:avLst/>
                </a:prstGeom>
                <a:ln w="9525"/>
              </p:spPr>
              <p:style>
                <a:lnRef idx="1">
                  <a:schemeClr val="dk1"/>
                </a:lnRef>
                <a:fillRef idx="0">
                  <a:schemeClr val="dk1"/>
                </a:fillRef>
                <a:effectRef idx="0">
                  <a:schemeClr val="dk1"/>
                </a:effectRef>
                <a:fontRef idx="minor">
                  <a:schemeClr val="tx1"/>
                </a:fontRef>
              </p:style>
            </p:cxnSp>
            <p:cxnSp>
              <p:nvCxnSpPr>
                <p:cNvPr id="115" name="Connecteur droit 114">
                  <a:extLst>
                    <a:ext uri="{FF2B5EF4-FFF2-40B4-BE49-F238E27FC236}">
                      <a16:creationId xmlns:a16="http://schemas.microsoft.com/office/drawing/2014/main" id="{93BFFAE3-A1C3-4511-DE71-B0F4500AC791}"/>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116" name="Connecteur droit 115">
                  <a:extLst>
                    <a:ext uri="{FF2B5EF4-FFF2-40B4-BE49-F238E27FC236}">
                      <a16:creationId xmlns:a16="http://schemas.microsoft.com/office/drawing/2014/main" id="{6BEBE89B-14BD-6E56-1128-B411CDCD3FDA}"/>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17" name="Connecteur droit 116">
                  <a:extLst>
                    <a:ext uri="{FF2B5EF4-FFF2-40B4-BE49-F238E27FC236}">
                      <a16:creationId xmlns:a16="http://schemas.microsoft.com/office/drawing/2014/main" id="{83620ED6-1EA1-F583-F1E7-6C1EA192FD57}"/>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18" name="Connecteur droit 117">
                  <a:extLst>
                    <a:ext uri="{FF2B5EF4-FFF2-40B4-BE49-F238E27FC236}">
                      <a16:creationId xmlns:a16="http://schemas.microsoft.com/office/drawing/2014/main" id="{ACE95C09-2EF9-DF5E-0438-F020FCB8D066}"/>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119" name="Connecteur droit 118">
                  <a:extLst>
                    <a:ext uri="{FF2B5EF4-FFF2-40B4-BE49-F238E27FC236}">
                      <a16:creationId xmlns:a16="http://schemas.microsoft.com/office/drawing/2014/main" id="{1B384686-4B29-4A2F-75E4-3DCAB9AD5698}"/>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cxnSp>
            <p:nvCxnSpPr>
              <p:cNvPr id="155" name="Connecteur droit avec flèche 154">
                <a:extLst>
                  <a:ext uri="{FF2B5EF4-FFF2-40B4-BE49-F238E27FC236}">
                    <a16:creationId xmlns:a16="http://schemas.microsoft.com/office/drawing/2014/main" id="{D064A67F-2D48-0607-F91E-E78145F4EBC0}"/>
                  </a:ext>
                </a:extLst>
              </p:cNvPr>
              <p:cNvCxnSpPr>
                <a:cxnSpLocks/>
              </p:cNvCxnSpPr>
              <p:nvPr/>
            </p:nvCxnSpPr>
            <p:spPr>
              <a:xfrm>
                <a:off x="5418640" y="1889322"/>
                <a:ext cx="3751" cy="829089"/>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Connecteur droit avec flèche 155">
                <a:extLst>
                  <a:ext uri="{FF2B5EF4-FFF2-40B4-BE49-F238E27FC236}">
                    <a16:creationId xmlns:a16="http://schemas.microsoft.com/office/drawing/2014/main" id="{A7C1563D-2580-8C95-B753-8650B0307689}"/>
                  </a:ext>
                </a:extLst>
              </p:cNvPr>
              <p:cNvCxnSpPr>
                <a:cxnSpLocks/>
                <a:endCxn id="10" idx="3"/>
              </p:cNvCxnSpPr>
              <p:nvPr/>
            </p:nvCxnSpPr>
            <p:spPr>
              <a:xfrm flipH="1">
                <a:off x="2846271" y="1689119"/>
                <a:ext cx="1683230" cy="730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eur droit avec flèche 157">
                <a:extLst>
                  <a:ext uri="{FF2B5EF4-FFF2-40B4-BE49-F238E27FC236}">
                    <a16:creationId xmlns:a16="http://schemas.microsoft.com/office/drawing/2014/main" id="{CA6AB8F5-AA51-8D8E-1F3E-442D469E7E68}"/>
                  </a:ext>
                </a:extLst>
              </p:cNvPr>
              <p:cNvCxnSpPr>
                <a:cxnSpLocks/>
              </p:cNvCxnSpPr>
              <p:nvPr/>
            </p:nvCxnSpPr>
            <p:spPr>
              <a:xfrm flipH="1">
                <a:off x="1974543" y="4103135"/>
                <a:ext cx="1683230" cy="730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FAAF65E9-D7E5-C664-EB73-8570386F36B2}"/>
                  </a:ext>
                </a:extLst>
              </p:cNvPr>
              <p:cNvCxnSpPr>
                <a:cxnSpLocks/>
              </p:cNvCxnSpPr>
              <p:nvPr/>
            </p:nvCxnSpPr>
            <p:spPr>
              <a:xfrm flipV="1">
                <a:off x="3657773" y="3673725"/>
                <a:ext cx="0" cy="42941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AF6B6824-EB3E-392F-B9E4-FC4B0975059B}"/>
                  </a:ext>
                </a:extLst>
              </p:cNvPr>
              <p:cNvCxnSpPr>
                <a:cxnSpLocks/>
              </p:cNvCxnSpPr>
              <p:nvPr/>
            </p:nvCxnSpPr>
            <p:spPr>
              <a:xfrm flipH="1">
                <a:off x="3653963" y="3667125"/>
                <a:ext cx="902848" cy="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167" name="Connecteur droit avec flèche 166">
                <a:extLst>
                  <a:ext uri="{FF2B5EF4-FFF2-40B4-BE49-F238E27FC236}">
                    <a16:creationId xmlns:a16="http://schemas.microsoft.com/office/drawing/2014/main" id="{FD6523EF-1D48-CB25-72AC-728B96FAA675}"/>
                  </a:ext>
                </a:extLst>
              </p:cNvPr>
              <p:cNvCxnSpPr>
                <a:cxnSpLocks/>
              </p:cNvCxnSpPr>
              <p:nvPr/>
            </p:nvCxnSpPr>
            <p:spPr>
              <a:xfrm flipH="1">
                <a:off x="6307201" y="3035368"/>
                <a:ext cx="132295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886E4E0D-6D3E-0E9B-16F5-D507BB44F272}"/>
                  </a:ext>
                </a:extLst>
              </p:cNvPr>
              <p:cNvCxnSpPr>
                <a:cxnSpLocks/>
              </p:cNvCxnSpPr>
              <p:nvPr/>
            </p:nvCxnSpPr>
            <p:spPr>
              <a:xfrm flipH="1" flipV="1">
                <a:off x="7630160" y="2583180"/>
                <a:ext cx="173" cy="453155"/>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171" name="Connecteur droit avec flèche 170">
                <a:extLst>
                  <a:ext uri="{FF2B5EF4-FFF2-40B4-BE49-F238E27FC236}">
                    <a16:creationId xmlns:a16="http://schemas.microsoft.com/office/drawing/2014/main" id="{1C465B9F-A2CB-25E9-D1B8-32D572590652}"/>
                  </a:ext>
                </a:extLst>
              </p:cNvPr>
              <p:cNvCxnSpPr>
                <a:cxnSpLocks/>
              </p:cNvCxnSpPr>
              <p:nvPr/>
            </p:nvCxnSpPr>
            <p:spPr>
              <a:xfrm flipH="1">
                <a:off x="6301105" y="3382840"/>
                <a:ext cx="204431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Connecteur droit 175">
                <a:extLst>
                  <a:ext uri="{FF2B5EF4-FFF2-40B4-BE49-F238E27FC236}">
                    <a16:creationId xmlns:a16="http://schemas.microsoft.com/office/drawing/2014/main" id="{96B3E138-18AA-36AC-67C0-2F13D8C67593}"/>
                  </a:ext>
                </a:extLst>
              </p:cNvPr>
              <p:cNvCxnSpPr>
                <a:cxnSpLocks/>
              </p:cNvCxnSpPr>
              <p:nvPr/>
            </p:nvCxnSpPr>
            <p:spPr>
              <a:xfrm flipV="1">
                <a:off x="8345424" y="3382840"/>
                <a:ext cx="0" cy="230945"/>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179" name="Connecteur droit avec flèche 178">
                <a:extLst>
                  <a:ext uri="{FF2B5EF4-FFF2-40B4-BE49-F238E27FC236}">
                    <a16:creationId xmlns:a16="http://schemas.microsoft.com/office/drawing/2014/main" id="{3C147DE4-13DF-89EA-D991-B257B8AA7053}"/>
                  </a:ext>
                </a:extLst>
              </p:cNvPr>
              <p:cNvCxnSpPr>
                <a:cxnSpLocks/>
              </p:cNvCxnSpPr>
              <p:nvPr/>
            </p:nvCxnSpPr>
            <p:spPr>
              <a:xfrm>
                <a:off x="8360664" y="4754185"/>
                <a:ext cx="1542289"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Connecteur droit 181">
                <a:extLst>
                  <a:ext uri="{FF2B5EF4-FFF2-40B4-BE49-F238E27FC236}">
                    <a16:creationId xmlns:a16="http://schemas.microsoft.com/office/drawing/2014/main" id="{A3B50442-92A0-7E80-7F0E-C89F388FC42D}"/>
                  </a:ext>
                </a:extLst>
              </p:cNvPr>
              <p:cNvCxnSpPr>
                <a:cxnSpLocks/>
              </p:cNvCxnSpPr>
              <p:nvPr/>
            </p:nvCxnSpPr>
            <p:spPr>
              <a:xfrm flipV="1">
                <a:off x="8360664" y="4101025"/>
                <a:ext cx="0" cy="65316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193" name="Connecteur droit avec flèche 192">
                <a:extLst>
                  <a:ext uri="{FF2B5EF4-FFF2-40B4-BE49-F238E27FC236}">
                    <a16:creationId xmlns:a16="http://schemas.microsoft.com/office/drawing/2014/main" id="{A23A2059-80EE-10AA-DE3F-DA079A0A97E5}"/>
                  </a:ext>
                </a:extLst>
              </p:cNvPr>
              <p:cNvCxnSpPr>
                <a:cxnSpLocks/>
              </p:cNvCxnSpPr>
              <p:nvPr/>
            </p:nvCxnSpPr>
            <p:spPr>
              <a:xfrm>
                <a:off x="9155430" y="2371030"/>
                <a:ext cx="711328" cy="0"/>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7ACE7F5F-9B47-6653-B488-643DD81BF73F}"/>
                  </a:ext>
                </a:extLst>
              </p:cNvPr>
              <p:cNvCxnSpPr>
                <a:cxnSpLocks/>
              </p:cNvCxnSpPr>
              <p:nvPr/>
            </p:nvCxnSpPr>
            <p:spPr>
              <a:xfrm>
                <a:off x="2964906" y="5124450"/>
                <a:ext cx="0" cy="578332"/>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Connecteur droit 199">
                <a:extLst>
                  <a:ext uri="{FF2B5EF4-FFF2-40B4-BE49-F238E27FC236}">
                    <a16:creationId xmlns:a16="http://schemas.microsoft.com/office/drawing/2014/main" id="{99403808-13C6-5A8D-DEBA-740B0AB566EC}"/>
                  </a:ext>
                </a:extLst>
              </p:cNvPr>
              <p:cNvCxnSpPr>
                <a:cxnSpLocks/>
              </p:cNvCxnSpPr>
              <p:nvPr/>
            </p:nvCxnSpPr>
            <p:spPr>
              <a:xfrm flipV="1">
                <a:off x="3813983" y="4190450"/>
                <a:ext cx="0" cy="43870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204" name="Connecteur droit 203">
                <a:extLst>
                  <a:ext uri="{FF2B5EF4-FFF2-40B4-BE49-F238E27FC236}">
                    <a16:creationId xmlns:a16="http://schemas.microsoft.com/office/drawing/2014/main" id="{B33F684E-8488-9B80-CCE6-BE57E3A57DAF}"/>
                  </a:ext>
                </a:extLst>
              </p:cNvPr>
              <p:cNvCxnSpPr>
                <a:cxnSpLocks/>
              </p:cNvCxnSpPr>
              <p:nvPr/>
            </p:nvCxnSpPr>
            <p:spPr>
              <a:xfrm>
                <a:off x="3819423" y="4196440"/>
                <a:ext cx="1659357" cy="0"/>
              </a:xfrm>
              <a:prstGeom prst="line">
                <a:avLst/>
              </a:prstGeom>
              <a:ln w="9525">
                <a:solidFill>
                  <a:srgbClr val="3F5B78"/>
                </a:solidFill>
              </a:ln>
            </p:spPr>
            <p:style>
              <a:lnRef idx="1">
                <a:schemeClr val="accent1"/>
              </a:lnRef>
              <a:fillRef idx="0">
                <a:schemeClr val="accent1"/>
              </a:fillRef>
              <a:effectRef idx="0">
                <a:schemeClr val="accent1"/>
              </a:effectRef>
              <a:fontRef idx="minor">
                <a:schemeClr val="tx1"/>
              </a:fontRef>
            </p:style>
          </p:cxnSp>
          <p:cxnSp>
            <p:nvCxnSpPr>
              <p:cNvPr id="206" name="Connecteur droit avec flèche 205">
                <a:extLst>
                  <a:ext uri="{FF2B5EF4-FFF2-40B4-BE49-F238E27FC236}">
                    <a16:creationId xmlns:a16="http://schemas.microsoft.com/office/drawing/2014/main" id="{9E1C8D58-ECD7-CD7B-161C-CCA3086544E4}"/>
                  </a:ext>
                </a:extLst>
              </p:cNvPr>
              <p:cNvCxnSpPr>
                <a:cxnSpLocks/>
              </p:cNvCxnSpPr>
              <p:nvPr/>
            </p:nvCxnSpPr>
            <p:spPr>
              <a:xfrm flipV="1">
                <a:off x="5474426" y="3878665"/>
                <a:ext cx="0" cy="31178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76075B95-0C9B-61BF-1079-FB8459326D65}"/>
                  </a:ext>
                </a:extLst>
              </p:cNvPr>
              <p:cNvCxnSpPr>
                <a:cxnSpLocks/>
              </p:cNvCxnSpPr>
              <p:nvPr/>
            </p:nvCxnSpPr>
            <p:spPr>
              <a:xfrm>
                <a:off x="5791418" y="3878665"/>
                <a:ext cx="0" cy="545465"/>
              </a:xfrm>
              <a:prstGeom prst="straightConnector1">
                <a:avLst/>
              </a:prstGeom>
              <a:ln w="9525">
                <a:solidFill>
                  <a:srgbClr val="415A77"/>
                </a:solidFill>
                <a:tailEnd type="triangle"/>
              </a:ln>
            </p:spPr>
            <p:style>
              <a:lnRef idx="1">
                <a:schemeClr val="accent1"/>
              </a:lnRef>
              <a:fillRef idx="0">
                <a:schemeClr val="accent1"/>
              </a:fillRef>
              <a:effectRef idx="0">
                <a:schemeClr val="accent1"/>
              </a:effectRef>
              <a:fontRef idx="minor">
                <a:schemeClr val="tx1"/>
              </a:fontRef>
            </p:style>
          </p:cxnSp>
        </p:grpSp>
        <p:sp>
          <p:nvSpPr>
            <p:cNvPr id="217" name="ZoneTexte 216">
              <a:extLst>
                <a:ext uri="{FF2B5EF4-FFF2-40B4-BE49-F238E27FC236}">
                  <a16:creationId xmlns:a16="http://schemas.microsoft.com/office/drawing/2014/main" id="{B3C6D83F-5A8B-8CE8-AA3C-B3EC0CDF4D9E}"/>
                </a:ext>
              </a:extLst>
            </p:cNvPr>
            <p:cNvSpPr txBox="1"/>
            <p:nvPr/>
          </p:nvSpPr>
          <p:spPr>
            <a:xfrm>
              <a:off x="2560320" y="1304360"/>
              <a:ext cx="6172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Stock</a:t>
              </a:r>
              <a:endParaRPr lang="es-ES" sz="800" b="1" dirty="0">
                <a:solidFill>
                  <a:srgbClr val="3F5B78"/>
                </a:solidFill>
                <a:latin typeface="Poppins" panose="00000500000000000000" pitchFamily="2" charset="0"/>
                <a:cs typeface="Poppins" panose="00000500000000000000" pitchFamily="2" charset="0"/>
              </a:endParaRPr>
            </a:p>
          </p:txBody>
        </p:sp>
        <p:sp>
          <p:nvSpPr>
            <p:cNvPr id="218" name="ZoneTexte 217">
              <a:extLst>
                <a:ext uri="{FF2B5EF4-FFF2-40B4-BE49-F238E27FC236}">
                  <a16:creationId xmlns:a16="http://schemas.microsoft.com/office/drawing/2014/main" id="{F85F9330-3361-A004-AE28-7E3CCE25850D}"/>
                </a:ext>
              </a:extLst>
            </p:cNvPr>
            <p:cNvSpPr txBox="1"/>
            <p:nvPr/>
          </p:nvSpPr>
          <p:spPr>
            <a:xfrm>
              <a:off x="5368290" y="140723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Utilisateur</a:t>
              </a:r>
              <a:endParaRPr lang="es-ES" sz="800" b="1" dirty="0">
                <a:solidFill>
                  <a:srgbClr val="3F5B78"/>
                </a:solidFill>
                <a:latin typeface="Poppins" panose="00000500000000000000" pitchFamily="2" charset="0"/>
                <a:cs typeface="Poppins" panose="00000500000000000000" pitchFamily="2" charset="0"/>
              </a:endParaRPr>
            </a:p>
          </p:txBody>
        </p:sp>
        <p:sp>
          <p:nvSpPr>
            <p:cNvPr id="219" name="ZoneTexte 218">
              <a:extLst>
                <a:ext uri="{FF2B5EF4-FFF2-40B4-BE49-F238E27FC236}">
                  <a16:creationId xmlns:a16="http://schemas.microsoft.com/office/drawing/2014/main" id="{991D7AE9-7647-55F1-8262-6BBEF1CD0EC3}"/>
                </a:ext>
              </a:extLst>
            </p:cNvPr>
            <p:cNvSpPr txBox="1"/>
            <p:nvPr/>
          </p:nvSpPr>
          <p:spPr>
            <a:xfrm>
              <a:off x="7860030" y="216923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Subit</a:t>
              </a:r>
              <a:endParaRPr lang="es-ES" sz="800" b="1" dirty="0">
                <a:solidFill>
                  <a:srgbClr val="3F5B78"/>
                </a:solidFill>
                <a:latin typeface="Poppins" panose="00000500000000000000" pitchFamily="2" charset="0"/>
                <a:cs typeface="Poppins" panose="00000500000000000000" pitchFamily="2" charset="0"/>
              </a:endParaRPr>
            </a:p>
          </p:txBody>
        </p:sp>
        <p:sp>
          <p:nvSpPr>
            <p:cNvPr id="220" name="ZoneTexte 219">
              <a:extLst>
                <a:ext uri="{FF2B5EF4-FFF2-40B4-BE49-F238E27FC236}">
                  <a16:creationId xmlns:a16="http://schemas.microsoft.com/office/drawing/2014/main" id="{58458C16-7473-AAC3-24E3-8511F1894919}"/>
                </a:ext>
              </a:extLst>
            </p:cNvPr>
            <p:cNvSpPr txBox="1"/>
            <p:nvPr/>
          </p:nvSpPr>
          <p:spPr>
            <a:xfrm>
              <a:off x="9940290" y="1894910"/>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Panne</a:t>
              </a:r>
              <a:endParaRPr lang="es-ES" sz="800" b="1" dirty="0">
                <a:solidFill>
                  <a:srgbClr val="3F5B78"/>
                </a:solidFill>
                <a:latin typeface="Poppins" panose="00000500000000000000" pitchFamily="2" charset="0"/>
                <a:cs typeface="Poppins" panose="00000500000000000000" pitchFamily="2" charset="0"/>
              </a:endParaRPr>
            </a:p>
          </p:txBody>
        </p:sp>
        <p:sp>
          <p:nvSpPr>
            <p:cNvPr id="221" name="ZoneTexte 220">
              <a:extLst>
                <a:ext uri="{FF2B5EF4-FFF2-40B4-BE49-F238E27FC236}">
                  <a16:creationId xmlns:a16="http://schemas.microsoft.com/office/drawing/2014/main" id="{B2E83F58-F3AB-9F5C-A3EC-1AB7D27FFE47}"/>
                </a:ext>
              </a:extLst>
            </p:cNvPr>
            <p:cNvSpPr txBox="1"/>
            <p:nvPr/>
          </p:nvSpPr>
          <p:spPr>
            <a:xfrm>
              <a:off x="7677149" y="3495110"/>
              <a:ext cx="973437"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Est réservée</a:t>
              </a:r>
              <a:endParaRPr lang="es-ES" sz="800" b="1" dirty="0">
                <a:solidFill>
                  <a:srgbClr val="3F5B78"/>
                </a:solidFill>
                <a:latin typeface="Poppins" panose="00000500000000000000" pitchFamily="2" charset="0"/>
                <a:cs typeface="Poppins" panose="00000500000000000000" pitchFamily="2" charset="0"/>
              </a:endParaRPr>
            </a:p>
          </p:txBody>
        </p:sp>
        <p:sp>
          <p:nvSpPr>
            <p:cNvPr id="222" name="ZoneTexte 221">
              <a:extLst>
                <a:ext uri="{FF2B5EF4-FFF2-40B4-BE49-F238E27FC236}">
                  <a16:creationId xmlns:a16="http://schemas.microsoft.com/office/drawing/2014/main" id="{0E730CAD-7553-0C6D-3580-08CC5D46E3D8}"/>
                </a:ext>
              </a:extLst>
            </p:cNvPr>
            <p:cNvSpPr txBox="1"/>
            <p:nvPr/>
          </p:nvSpPr>
          <p:spPr>
            <a:xfrm>
              <a:off x="9845039" y="3929450"/>
              <a:ext cx="973437"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Réservation</a:t>
              </a:r>
              <a:endParaRPr lang="es-ES" sz="800" b="1" dirty="0">
                <a:solidFill>
                  <a:srgbClr val="3F5B78"/>
                </a:solidFill>
                <a:latin typeface="Poppins" panose="00000500000000000000" pitchFamily="2" charset="0"/>
                <a:cs typeface="Poppins" panose="00000500000000000000" pitchFamily="2" charset="0"/>
              </a:endParaRPr>
            </a:p>
          </p:txBody>
        </p:sp>
        <p:sp>
          <p:nvSpPr>
            <p:cNvPr id="224" name="ZoneTexte 223">
              <a:extLst>
                <a:ext uri="{FF2B5EF4-FFF2-40B4-BE49-F238E27FC236}">
                  <a16:creationId xmlns:a16="http://schemas.microsoft.com/office/drawing/2014/main" id="{C06A7694-A75F-C387-36AB-BEC91B663550}"/>
                </a:ext>
              </a:extLst>
            </p:cNvPr>
            <p:cNvSpPr txBox="1"/>
            <p:nvPr/>
          </p:nvSpPr>
          <p:spPr>
            <a:xfrm>
              <a:off x="5380482" y="2711774"/>
              <a:ext cx="769620"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Salle de TP</a:t>
              </a:r>
              <a:endParaRPr lang="es-ES" sz="800" b="1" dirty="0">
                <a:solidFill>
                  <a:srgbClr val="3F5B78"/>
                </a:solidFill>
                <a:latin typeface="Poppins" panose="00000500000000000000" pitchFamily="2" charset="0"/>
                <a:cs typeface="Poppins" panose="00000500000000000000" pitchFamily="2" charset="0"/>
              </a:endParaRPr>
            </a:p>
          </p:txBody>
        </p:sp>
        <p:sp>
          <p:nvSpPr>
            <p:cNvPr id="225" name="ZoneTexte 224">
              <a:extLst>
                <a:ext uri="{FF2B5EF4-FFF2-40B4-BE49-F238E27FC236}">
                  <a16:creationId xmlns:a16="http://schemas.microsoft.com/office/drawing/2014/main" id="{3CB9E6F1-7480-6165-35E7-B36D6371F577}"/>
                </a:ext>
              </a:extLst>
            </p:cNvPr>
            <p:cNvSpPr txBox="1"/>
            <p:nvPr/>
          </p:nvSpPr>
          <p:spPr>
            <a:xfrm>
              <a:off x="5172456" y="421558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Emploi du temps</a:t>
              </a:r>
              <a:endParaRPr lang="es-ES" sz="800" b="1" dirty="0">
                <a:solidFill>
                  <a:srgbClr val="3F5B78"/>
                </a:solidFill>
                <a:latin typeface="Poppins" panose="00000500000000000000" pitchFamily="2" charset="0"/>
                <a:cs typeface="Poppins" panose="00000500000000000000" pitchFamily="2" charset="0"/>
              </a:endParaRPr>
            </a:p>
          </p:txBody>
        </p:sp>
        <p:sp>
          <p:nvSpPr>
            <p:cNvPr id="228" name="ZoneTexte 227">
              <a:extLst>
                <a:ext uri="{FF2B5EF4-FFF2-40B4-BE49-F238E27FC236}">
                  <a16:creationId xmlns:a16="http://schemas.microsoft.com/office/drawing/2014/main" id="{5F89D03B-A274-3BBE-50E8-C18C142CB3E5}"/>
                </a:ext>
              </a:extLst>
            </p:cNvPr>
            <p:cNvSpPr txBox="1"/>
            <p:nvPr/>
          </p:nvSpPr>
          <p:spPr>
            <a:xfrm>
              <a:off x="1665351" y="349930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Ordinateurs</a:t>
              </a:r>
              <a:endParaRPr lang="es-ES" sz="800" b="1" dirty="0">
                <a:solidFill>
                  <a:srgbClr val="3F5B78"/>
                </a:solidFill>
                <a:latin typeface="Poppins" panose="00000500000000000000" pitchFamily="2" charset="0"/>
                <a:cs typeface="Poppins" panose="00000500000000000000" pitchFamily="2" charset="0"/>
              </a:endParaRPr>
            </a:p>
          </p:txBody>
        </p:sp>
        <p:sp>
          <p:nvSpPr>
            <p:cNvPr id="237" name="ZoneTexte 236">
              <a:extLst>
                <a:ext uri="{FF2B5EF4-FFF2-40B4-BE49-F238E27FC236}">
                  <a16:creationId xmlns:a16="http://schemas.microsoft.com/office/drawing/2014/main" id="{0C29DCEE-EB61-4813-532C-537EBE5943CB}"/>
                </a:ext>
              </a:extLst>
            </p:cNvPr>
            <p:cNvSpPr txBox="1"/>
            <p:nvPr/>
          </p:nvSpPr>
          <p:spPr>
            <a:xfrm>
              <a:off x="3660648" y="4386269"/>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Installés</a:t>
              </a:r>
              <a:endParaRPr lang="es-ES" sz="800" b="1" dirty="0">
                <a:solidFill>
                  <a:srgbClr val="3F5B78"/>
                </a:solidFill>
                <a:latin typeface="Poppins" panose="00000500000000000000" pitchFamily="2" charset="0"/>
                <a:cs typeface="Poppins" panose="00000500000000000000" pitchFamily="2" charset="0"/>
              </a:endParaRPr>
            </a:p>
          </p:txBody>
        </p:sp>
        <p:sp>
          <p:nvSpPr>
            <p:cNvPr id="238" name="ZoneTexte 237">
              <a:extLst>
                <a:ext uri="{FF2B5EF4-FFF2-40B4-BE49-F238E27FC236}">
                  <a16:creationId xmlns:a16="http://schemas.microsoft.com/office/drawing/2014/main" id="{8D45C053-17F1-0186-724B-E767CB51584D}"/>
                </a:ext>
              </a:extLst>
            </p:cNvPr>
            <p:cNvSpPr txBox="1"/>
            <p:nvPr/>
          </p:nvSpPr>
          <p:spPr>
            <a:xfrm>
              <a:off x="3051048" y="5312861"/>
              <a:ext cx="1110308" cy="215444"/>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Logiciels</a:t>
              </a:r>
              <a:endParaRPr lang="es-ES" sz="800" b="1" dirty="0">
                <a:solidFill>
                  <a:srgbClr val="3F5B78"/>
                </a:solidFill>
                <a:latin typeface="Poppins" panose="00000500000000000000" pitchFamily="2" charset="0"/>
                <a:cs typeface="Poppins" panose="00000500000000000000" pitchFamily="2" charset="0"/>
              </a:endParaRPr>
            </a:p>
          </p:txBody>
        </p:sp>
        <p:sp>
          <p:nvSpPr>
            <p:cNvPr id="239" name="ZoneTexte 238">
              <a:extLst>
                <a:ext uri="{FF2B5EF4-FFF2-40B4-BE49-F238E27FC236}">
                  <a16:creationId xmlns:a16="http://schemas.microsoft.com/office/drawing/2014/main" id="{20093895-6B52-EBD5-D66B-57BE18721AE1}"/>
                </a:ext>
              </a:extLst>
            </p:cNvPr>
            <p:cNvSpPr txBox="1"/>
            <p:nvPr/>
          </p:nvSpPr>
          <p:spPr>
            <a:xfrm>
              <a:off x="2097404" y="1460749"/>
              <a:ext cx="386715" cy="200055"/>
            </a:xfrm>
            <a:prstGeom prst="rect">
              <a:avLst/>
            </a:prstGeom>
            <a:noFill/>
          </p:spPr>
          <p:txBody>
            <a:bodyPr wrap="square" rtlCol="0">
              <a:spAutoFit/>
            </a:bodyPr>
            <a:lstStyle/>
            <a:p>
              <a:r>
                <a:rPr lang="fr-FR" sz="700" dirty="0"/>
                <a:t>PK</a:t>
              </a:r>
              <a:endParaRPr lang="es-ES" sz="700" dirty="0"/>
            </a:p>
          </p:txBody>
        </p:sp>
        <p:sp>
          <p:nvSpPr>
            <p:cNvPr id="240" name="ZoneTexte 239">
              <a:extLst>
                <a:ext uri="{FF2B5EF4-FFF2-40B4-BE49-F238E27FC236}">
                  <a16:creationId xmlns:a16="http://schemas.microsoft.com/office/drawing/2014/main" id="{803165AE-90F2-7449-22BC-A94D8C0C4961}"/>
                </a:ext>
              </a:extLst>
            </p:cNvPr>
            <p:cNvSpPr txBox="1"/>
            <p:nvPr/>
          </p:nvSpPr>
          <p:spPr>
            <a:xfrm>
              <a:off x="4977764" y="1552189"/>
              <a:ext cx="386715" cy="200055"/>
            </a:xfrm>
            <a:prstGeom prst="rect">
              <a:avLst/>
            </a:prstGeom>
            <a:noFill/>
          </p:spPr>
          <p:txBody>
            <a:bodyPr wrap="square" rtlCol="0">
              <a:spAutoFit/>
            </a:bodyPr>
            <a:lstStyle/>
            <a:p>
              <a:r>
                <a:rPr lang="fr-FR" sz="700" dirty="0"/>
                <a:t>PK</a:t>
              </a:r>
              <a:endParaRPr lang="es-ES" sz="700" dirty="0"/>
            </a:p>
          </p:txBody>
        </p:sp>
        <p:sp>
          <p:nvSpPr>
            <p:cNvPr id="241" name="ZoneTexte 240">
              <a:extLst>
                <a:ext uri="{FF2B5EF4-FFF2-40B4-BE49-F238E27FC236}">
                  <a16:creationId xmlns:a16="http://schemas.microsoft.com/office/drawing/2014/main" id="{FD5DF9D6-9973-CD92-0FE2-6600D43F3A5D}"/>
                </a:ext>
              </a:extLst>
            </p:cNvPr>
            <p:cNvSpPr txBox="1"/>
            <p:nvPr/>
          </p:nvSpPr>
          <p:spPr>
            <a:xfrm>
              <a:off x="7395844" y="2309109"/>
              <a:ext cx="386715" cy="200055"/>
            </a:xfrm>
            <a:prstGeom prst="rect">
              <a:avLst/>
            </a:prstGeom>
            <a:noFill/>
          </p:spPr>
          <p:txBody>
            <a:bodyPr wrap="square" rtlCol="0">
              <a:spAutoFit/>
            </a:bodyPr>
            <a:lstStyle/>
            <a:p>
              <a:r>
                <a:rPr lang="fr-FR" sz="700" dirty="0"/>
                <a:t>PK</a:t>
              </a:r>
              <a:endParaRPr lang="es-ES" sz="700" dirty="0"/>
            </a:p>
          </p:txBody>
        </p:sp>
        <p:sp>
          <p:nvSpPr>
            <p:cNvPr id="242" name="ZoneTexte 241">
              <a:extLst>
                <a:ext uri="{FF2B5EF4-FFF2-40B4-BE49-F238E27FC236}">
                  <a16:creationId xmlns:a16="http://schemas.microsoft.com/office/drawing/2014/main" id="{4433FB2A-BDD3-4821-D685-6CE296647541}"/>
                </a:ext>
              </a:extLst>
            </p:cNvPr>
            <p:cNvSpPr txBox="1"/>
            <p:nvPr/>
          </p:nvSpPr>
          <p:spPr>
            <a:xfrm>
              <a:off x="9458324" y="2039869"/>
              <a:ext cx="386715" cy="200055"/>
            </a:xfrm>
            <a:prstGeom prst="rect">
              <a:avLst/>
            </a:prstGeom>
            <a:noFill/>
          </p:spPr>
          <p:txBody>
            <a:bodyPr wrap="square" rtlCol="0">
              <a:spAutoFit/>
            </a:bodyPr>
            <a:lstStyle/>
            <a:p>
              <a:r>
                <a:rPr lang="fr-FR" sz="700" dirty="0"/>
                <a:t>PK</a:t>
              </a:r>
              <a:endParaRPr lang="es-ES" sz="700" dirty="0"/>
            </a:p>
          </p:txBody>
        </p:sp>
        <p:sp>
          <p:nvSpPr>
            <p:cNvPr id="243" name="ZoneTexte 242">
              <a:extLst>
                <a:ext uri="{FF2B5EF4-FFF2-40B4-BE49-F238E27FC236}">
                  <a16:creationId xmlns:a16="http://schemas.microsoft.com/office/drawing/2014/main" id="{3CCD2065-9484-E164-B752-99D003DD29AC}"/>
                </a:ext>
              </a:extLst>
            </p:cNvPr>
            <p:cNvSpPr txBox="1"/>
            <p:nvPr/>
          </p:nvSpPr>
          <p:spPr>
            <a:xfrm>
              <a:off x="9493884" y="4082029"/>
              <a:ext cx="386715" cy="200055"/>
            </a:xfrm>
            <a:prstGeom prst="rect">
              <a:avLst/>
            </a:prstGeom>
            <a:noFill/>
          </p:spPr>
          <p:txBody>
            <a:bodyPr wrap="square" rtlCol="0">
              <a:spAutoFit/>
            </a:bodyPr>
            <a:lstStyle/>
            <a:p>
              <a:r>
                <a:rPr lang="fr-FR" sz="700" dirty="0"/>
                <a:t>PK</a:t>
              </a:r>
              <a:endParaRPr lang="es-ES" sz="700" dirty="0"/>
            </a:p>
          </p:txBody>
        </p:sp>
        <p:sp>
          <p:nvSpPr>
            <p:cNvPr id="244" name="ZoneTexte 243">
              <a:extLst>
                <a:ext uri="{FF2B5EF4-FFF2-40B4-BE49-F238E27FC236}">
                  <a16:creationId xmlns:a16="http://schemas.microsoft.com/office/drawing/2014/main" id="{39FAD477-6868-7760-C016-72E4B3C33EC1}"/>
                </a:ext>
              </a:extLst>
            </p:cNvPr>
            <p:cNvSpPr txBox="1"/>
            <p:nvPr/>
          </p:nvSpPr>
          <p:spPr>
            <a:xfrm>
              <a:off x="7355204" y="3634989"/>
              <a:ext cx="386715" cy="200055"/>
            </a:xfrm>
            <a:prstGeom prst="rect">
              <a:avLst/>
            </a:prstGeom>
            <a:noFill/>
          </p:spPr>
          <p:txBody>
            <a:bodyPr wrap="square" rtlCol="0">
              <a:spAutoFit/>
            </a:bodyPr>
            <a:lstStyle/>
            <a:p>
              <a:r>
                <a:rPr lang="fr-FR" sz="700" dirty="0"/>
                <a:t>PK</a:t>
              </a:r>
              <a:endParaRPr lang="es-ES" sz="700" dirty="0"/>
            </a:p>
          </p:txBody>
        </p:sp>
        <p:sp>
          <p:nvSpPr>
            <p:cNvPr id="245" name="ZoneTexte 244">
              <a:extLst>
                <a:ext uri="{FF2B5EF4-FFF2-40B4-BE49-F238E27FC236}">
                  <a16:creationId xmlns:a16="http://schemas.microsoft.com/office/drawing/2014/main" id="{5D64BF19-5F16-92F3-A756-871E1BE471B8}"/>
                </a:ext>
              </a:extLst>
            </p:cNvPr>
            <p:cNvSpPr txBox="1"/>
            <p:nvPr/>
          </p:nvSpPr>
          <p:spPr>
            <a:xfrm>
              <a:off x="5003164" y="2842509"/>
              <a:ext cx="386715" cy="200055"/>
            </a:xfrm>
            <a:prstGeom prst="rect">
              <a:avLst/>
            </a:prstGeom>
            <a:noFill/>
          </p:spPr>
          <p:txBody>
            <a:bodyPr wrap="square" rtlCol="0">
              <a:spAutoFit/>
            </a:bodyPr>
            <a:lstStyle/>
            <a:p>
              <a:r>
                <a:rPr lang="fr-FR" sz="700" dirty="0"/>
                <a:t>PK</a:t>
              </a:r>
              <a:endParaRPr lang="es-ES" sz="700" dirty="0"/>
            </a:p>
          </p:txBody>
        </p:sp>
        <p:sp>
          <p:nvSpPr>
            <p:cNvPr id="246" name="ZoneTexte 245">
              <a:extLst>
                <a:ext uri="{FF2B5EF4-FFF2-40B4-BE49-F238E27FC236}">
                  <a16:creationId xmlns:a16="http://schemas.microsoft.com/office/drawing/2014/main" id="{965584D0-E69A-8346-9D65-4957E71FB7D0}"/>
                </a:ext>
              </a:extLst>
            </p:cNvPr>
            <p:cNvSpPr txBox="1"/>
            <p:nvPr/>
          </p:nvSpPr>
          <p:spPr>
            <a:xfrm>
              <a:off x="1365884" y="3660389"/>
              <a:ext cx="386715" cy="200055"/>
            </a:xfrm>
            <a:prstGeom prst="rect">
              <a:avLst/>
            </a:prstGeom>
            <a:noFill/>
          </p:spPr>
          <p:txBody>
            <a:bodyPr wrap="square" rtlCol="0">
              <a:spAutoFit/>
            </a:bodyPr>
            <a:lstStyle/>
            <a:p>
              <a:r>
                <a:rPr lang="fr-FR" sz="700" dirty="0"/>
                <a:t>PK</a:t>
              </a:r>
              <a:endParaRPr lang="es-ES" sz="700" dirty="0"/>
            </a:p>
          </p:txBody>
        </p:sp>
        <p:sp>
          <p:nvSpPr>
            <p:cNvPr id="247" name="ZoneTexte 246">
              <a:extLst>
                <a:ext uri="{FF2B5EF4-FFF2-40B4-BE49-F238E27FC236}">
                  <a16:creationId xmlns:a16="http://schemas.microsoft.com/office/drawing/2014/main" id="{A5C5404E-23D8-B134-4D4B-8A261A37EBA3}"/>
                </a:ext>
              </a:extLst>
            </p:cNvPr>
            <p:cNvSpPr txBox="1"/>
            <p:nvPr/>
          </p:nvSpPr>
          <p:spPr>
            <a:xfrm>
              <a:off x="2615564" y="5463789"/>
              <a:ext cx="386715" cy="200055"/>
            </a:xfrm>
            <a:prstGeom prst="rect">
              <a:avLst/>
            </a:prstGeom>
            <a:noFill/>
          </p:spPr>
          <p:txBody>
            <a:bodyPr wrap="square" rtlCol="0">
              <a:spAutoFit/>
            </a:bodyPr>
            <a:lstStyle/>
            <a:p>
              <a:r>
                <a:rPr lang="fr-FR" sz="700" dirty="0"/>
                <a:t>PK</a:t>
              </a:r>
              <a:endParaRPr lang="es-ES" sz="700" dirty="0"/>
            </a:p>
          </p:txBody>
        </p:sp>
        <p:sp>
          <p:nvSpPr>
            <p:cNvPr id="248" name="ZoneTexte 247">
              <a:extLst>
                <a:ext uri="{FF2B5EF4-FFF2-40B4-BE49-F238E27FC236}">
                  <a16:creationId xmlns:a16="http://schemas.microsoft.com/office/drawing/2014/main" id="{019ABCA6-BB90-7E4B-FE79-48AA08D285B6}"/>
                </a:ext>
              </a:extLst>
            </p:cNvPr>
            <p:cNvSpPr txBox="1"/>
            <p:nvPr/>
          </p:nvSpPr>
          <p:spPr>
            <a:xfrm>
              <a:off x="3230244" y="4523989"/>
              <a:ext cx="386715" cy="200055"/>
            </a:xfrm>
            <a:prstGeom prst="rect">
              <a:avLst/>
            </a:prstGeom>
            <a:noFill/>
          </p:spPr>
          <p:txBody>
            <a:bodyPr wrap="square" rtlCol="0">
              <a:spAutoFit/>
            </a:bodyPr>
            <a:lstStyle/>
            <a:p>
              <a:r>
                <a:rPr lang="fr-FR" sz="700" dirty="0"/>
                <a:t>PK</a:t>
              </a:r>
              <a:endParaRPr lang="es-ES" sz="700" dirty="0"/>
            </a:p>
          </p:txBody>
        </p:sp>
        <p:sp>
          <p:nvSpPr>
            <p:cNvPr id="249" name="ZoneTexte 248">
              <a:extLst>
                <a:ext uri="{FF2B5EF4-FFF2-40B4-BE49-F238E27FC236}">
                  <a16:creationId xmlns:a16="http://schemas.microsoft.com/office/drawing/2014/main" id="{5405F70A-EB6F-E405-57F4-AAB5B31FC690}"/>
                </a:ext>
              </a:extLst>
            </p:cNvPr>
            <p:cNvSpPr txBox="1"/>
            <p:nvPr/>
          </p:nvSpPr>
          <p:spPr>
            <a:xfrm>
              <a:off x="5012054" y="4358889"/>
              <a:ext cx="386715" cy="200055"/>
            </a:xfrm>
            <a:prstGeom prst="rect">
              <a:avLst/>
            </a:prstGeom>
            <a:noFill/>
          </p:spPr>
          <p:txBody>
            <a:bodyPr wrap="square" rtlCol="0">
              <a:spAutoFit/>
            </a:bodyPr>
            <a:lstStyle/>
            <a:p>
              <a:r>
                <a:rPr lang="fr-FR" sz="700" dirty="0"/>
                <a:t>PK</a:t>
              </a:r>
              <a:endParaRPr lang="es-ES" sz="700" dirty="0"/>
            </a:p>
          </p:txBody>
        </p:sp>
        <p:sp>
          <p:nvSpPr>
            <p:cNvPr id="250" name="ZoneTexte 249">
              <a:extLst>
                <a:ext uri="{FF2B5EF4-FFF2-40B4-BE49-F238E27FC236}">
                  <a16:creationId xmlns:a16="http://schemas.microsoft.com/office/drawing/2014/main" id="{AD8ECEDD-660C-13F0-AA35-2104C5EAEA1E}"/>
                </a:ext>
              </a:extLst>
            </p:cNvPr>
            <p:cNvSpPr txBox="1"/>
            <p:nvPr/>
          </p:nvSpPr>
          <p:spPr>
            <a:xfrm>
              <a:off x="2097406" y="2244521"/>
              <a:ext cx="386715" cy="200055"/>
            </a:xfrm>
            <a:prstGeom prst="rect">
              <a:avLst/>
            </a:prstGeom>
            <a:noFill/>
          </p:spPr>
          <p:txBody>
            <a:bodyPr wrap="square" rtlCol="0">
              <a:spAutoFit/>
            </a:bodyPr>
            <a:lstStyle/>
            <a:p>
              <a:r>
                <a:rPr lang="fr-FR" sz="700" dirty="0"/>
                <a:t>FK</a:t>
              </a:r>
              <a:endParaRPr lang="es-ES" sz="700" dirty="0"/>
            </a:p>
          </p:txBody>
        </p:sp>
        <p:sp>
          <p:nvSpPr>
            <p:cNvPr id="251" name="ZoneTexte 250">
              <a:extLst>
                <a:ext uri="{FF2B5EF4-FFF2-40B4-BE49-F238E27FC236}">
                  <a16:creationId xmlns:a16="http://schemas.microsoft.com/office/drawing/2014/main" id="{888B8DFE-4163-2D59-6E2B-2795EEF74F81}"/>
                </a:ext>
              </a:extLst>
            </p:cNvPr>
            <p:cNvSpPr txBox="1"/>
            <p:nvPr/>
          </p:nvSpPr>
          <p:spPr>
            <a:xfrm>
              <a:off x="5014782" y="5303406"/>
              <a:ext cx="386715" cy="200055"/>
            </a:xfrm>
            <a:prstGeom prst="rect">
              <a:avLst/>
            </a:prstGeom>
            <a:noFill/>
          </p:spPr>
          <p:txBody>
            <a:bodyPr wrap="square" rtlCol="0">
              <a:spAutoFit/>
            </a:bodyPr>
            <a:lstStyle/>
            <a:p>
              <a:r>
                <a:rPr lang="fr-FR" sz="700" dirty="0"/>
                <a:t>FK</a:t>
              </a:r>
              <a:endParaRPr lang="es-ES" sz="700" dirty="0"/>
            </a:p>
          </p:txBody>
        </p:sp>
        <p:sp>
          <p:nvSpPr>
            <p:cNvPr id="252" name="ZoneTexte 251">
              <a:extLst>
                <a:ext uri="{FF2B5EF4-FFF2-40B4-BE49-F238E27FC236}">
                  <a16:creationId xmlns:a16="http://schemas.microsoft.com/office/drawing/2014/main" id="{8C6A9C5C-DD33-150A-58D0-C0653AD83278}"/>
                </a:ext>
              </a:extLst>
            </p:cNvPr>
            <p:cNvSpPr txBox="1"/>
            <p:nvPr/>
          </p:nvSpPr>
          <p:spPr>
            <a:xfrm>
              <a:off x="7355212" y="3768525"/>
              <a:ext cx="386715" cy="200055"/>
            </a:xfrm>
            <a:prstGeom prst="rect">
              <a:avLst/>
            </a:prstGeom>
            <a:noFill/>
          </p:spPr>
          <p:txBody>
            <a:bodyPr wrap="square" rtlCol="0">
              <a:spAutoFit/>
            </a:bodyPr>
            <a:lstStyle/>
            <a:p>
              <a:r>
                <a:rPr lang="fr-FR" sz="700" dirty="0"/>
                <a:t>FK</a:t>
              </a:r>
              <a:endParaRPr lang="es-ES" sz="700" dirty="0"/>
            </a:p>
          </p:txBody>
        </p:sp>
        <p:sp>
          <p:nvSpPr>
            <p:cNvPr id="253" name="ZoneTexte 252">
              <a:extLst>
                <a:ext uri="{FF2B5EF4-FFF2-40B4-BE49-F238E27FC236}">
                  <a16:creationId xmlns:a16="http://schemas.microsoft.com/office/drawing/2014/main" id="{6E576220-8A6A-1A1B-9797-1440C999753D}"/>
                </a:ext>
              </a:extLst>
            </p:cNvPr>
            <p:cNvSpPr txBox="1"/>
            <p:nvPr/>
          </p:nvSpPr>
          <p:spPr>
            <a:xfrm>
              <a:off x="5025670" y="3561698"/>
              <a:ext cx="386715" cy="200055"/>
            </a:xfrm>
            <a:prstGeom prst="rect">
              <a:avLst/>
            </a:prstGeom>
            <a:noFill/>
          </p:spPr>
          <p:txBody>
            <a:bodyPr wrap="square" rtlCol="0">
              <a:spAutoFit/>
            </a:bodyPr>
            <a:lstStyle/>
            <a:p>
              <a:r>
                <a:rPr lang="fr-FR" sz="700" dirty="0"/>
                <a:t>FK</a:t>
              </a:r>
              <a:endParaRPr lang="es-ES" sz="700" dirty="0"/>
            </a:p>
          </p:txBody>
        </p:sp>
        <p:sp>
          <p:nvSpPr>
            <p:cNvPr id="254" name="ZoneTexte 253">
              <a:extLst>
                <a:ext uri="{FF2B5EF4-FFF2-40B4-BE49-F238E27FC236}">
                  <a16:creationId xmlns:a16="http://schemas.microsoft.com/office/drawing/2014/main" id="{02C4453F-0064-3875-1976-ED6095B98B2D}"/>
                </a:ext>
              </a:extLst>
            </p:cNvPr>
            <p:cNvSpPr txBox="1"/>
            <p:nvPr/>
          </p:nvSpPr>
          <p:spPr>
            <a:xfrm>
              <a:off x="1368072" y="4454329"/>
              <a:ext cx="386715" cy="200055"/>
            </a:xfrm>
            <a:prstGeom prst="rect">
              <a:avLst/>
            </a:prstGeom>
            <a:noFill/>
          </p:spPr>
          <p:txBody>
            <a:bodyPr wrap="square" rtlCol="0">
              <a:spAutoFit/>
            </a:bodyPr>
            <a:lstStyle/>
            <a:p>
              <a:r>
                <a:rPr lang="fr-FR" sz="700" dirty="0"/>
                <a:t>FK</a:t>
              </a:r>
              <a:endParaRPr lang="es-ES" sz="700" dirty="0"/>
            </a:p>
          </p:txBody>
        </p:sp>
        <p:sp>
          <p:nvSpPr>
            <p:cNvPr id="255" name="ZoneTexte 254">
              <a:extLst>
                <a:ext uri="{FF2B5EF4-FFF2-40B4-BE49-F238E27FC236}">
                  <a16:creationId xmlns:a16="http://schemas.microsoft.com/office/drawing/2014/main" id="{854C4D0F-1989-C140-C252-6360AF053A5C}"/>
                </a:ext>
              </a:extLst>
            </p:cNvPr>
            <p:cNvSpPr txBox="1"/>
            <p:nvPr/>
          </p:nvSpPr>
          <p:spPr>
            <a:xfrm>
              <a:off x="2521584" y="146963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Id_equipement</a:t>
              </a:r>
              <a:endParaRPr lang="es-ES" sz="600" dirty="0">
                <a:latin typeface="Poppins" panose="00000500000000000000" pitchFamily="2" charset="0"/>
                <a:cs typeface="Poppins" panose="00000500000000000000" pitchFamily="2" charset="0"/>
              </a:endParaRPr>
            </a:p>
          </p:txBody>
        </p:sp>
        <p:sp>
          <p:nvSpPr>
            <p:cNvPr id="256" name="ZoneTexte 255">
              <a:extLst>
                <a:ext uri="{FF2B5EF4-FFF2-40B4-BE49-F238E27FC236}">
                  <a16:creationId xmlns:a16="http://schemas.microsoft.com/office/drawing/2014/main" id="{4577FA41-E751-80E7-4780-E5E78A7D9AEB}"/>
                </a:ext>
              </a:extLst>
            </p:cNvPr>
            <p:cNvSpPr txBox="1"/>
            <p:nvPr/>
          </p:nvSpPr>
          <p:spPr>
            <a:xfrm>
              <a:off x="2533649" y="16169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Nom_equipement</a:t>
              </a:r>
              <a:endParaRPr lang="es-ES" sz="600" dirty="0">
                <a:latin typeface="Poppins" panose="00000500000000000000" pitchFamily="2" charset="0"/>
                <a:cs typeface="Poppins" panose="00000500000000000000" pitchFamily="2" charset="0"/>
              </a:endParaRPr>
            </a:p>
          </p:txBody>
        </p:sp>
        <p:sp>
          <p:nvSpPr>
            <p:cNvPr id="257" name="ZoneTexte 256">
              <a:extLst>
                <a:ext uri="{FF2B5EF4-FFF2-40B4-BE49-F238E27FC236}">
                  <a16:creationId xmlns:a16="http://schemas.microsoft.com/office/drawing/2014/main" id="{CF557011-F2DA-2C74-4A36-8E6C72DD7916}"/>
                </a:ext>
              </a:extLst>
            </p:cNvPr>
            <p:cNvSpPr txBox="1"/>
            <p:nvPr/>
          </p:nvSpPr>
          <p:spPr>
            <a:xfrm>
              <a:off x="2535554" y="17693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Equipement_neuf</a:t>
              </a:r>
              <a:endParaRPr lang="es-ES" sz="600" dirty="0">
                <a:latin typeface="Poppins" panose="00000500000000000000" pitchFamily="2" charset="0"/>
                <a:cs typeface="Poppins" panose="00000500000000000000" pitchFamily="2" charset="0"/>
              </a:endParaRPr>
            </a:p>
          </p:txBody>
        </p:sp>
        <p:sp>
          <p:nvSpPr>
            <p:cNvPr id="258" name="ZoneTexte 257">
              <a:extLst>
                <a:ext uri="{FF2B5EF4-FFF2-40B4-BE49-F238E27FC236}">
                  <a16:creationId xmlns:a16="http://schemas.microsoft.com/office/drawing/2014/main" id="{254D16DC-27EC-9FD2-FE35-FA497DEA139C}"/>
                </a:ext>
              </a:extLst>
            </p:cNvPr>
            <p:cNvSpPr txBox="1"/>
            <p:nvPr/>
          </p:nvSpPr>
          <p:spPr>
            <a:xfrm>
              <a:off x="2537459" y="1921759"/>
              <a:ext cx="899161" cy="276999"/>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Equipement_utilisé</a:t>
              </a:r>
              <a:endParaRPr lang="es-ES" sz="600" dirty="0">
                <a:latin typeface="Poppins" panose="00000500000000000000" pitchFamily="2" charset="0"/>
                <a:cs typeface="Poppins" panose="00000500000000000000" pitchFamily="2" charset="0"/>
              </a:endParaRPr>
            </a:p>
          </p:txBody>
        </p:sp>
        <p:sp>
          <p:nvSpPr>
            <p:cNvPr id="259" name="ZoneTexte 258">
              <a:extLst>
                <a:ext uri="{FF2B5EF4-FFF2-40B4-BE49-F238E27FC236}">
                  <a16:creationId xmlns:a16="http://schemas.microsoft.com/office/drawing/2014/main" id="{FF636425-0244-8570-5FDC-7CEC6DBB1F29}"/>
                </a:ext>
              </a:extLst>
            </p:cNvPr>
            <p:cNvSpPr txBox="1"/>
            <p:nvPr/>
          </p:nvSpPr>
          <p:spPr>
            <a:xfrm>
              <a:off x="2539364" y="207415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Caractéristique</a:t>
              </a:r>
              <a:endParaRPr lang="es-ES" sz="600" dirty="0">
                <a:latin typeface="Poppins" panose="00000500000000000000" pitchFamily="2" charset="0"/>
                <a:cs typeface="Poppins" panose="00000500000000000000" pitchFamily="2" charset="0"/>
              </a:endParaRPr>
            </a:p>
          </p:txBody>
        </p:sp>
        <p:sp>
          <p:nvSpPr>
            <p:cNvPr id="260" name="ZoneTexte 259">
              <a:extLst>
                <a:ext uri="{FF2B5EF4-FFF2-40B4-BE49-F238E27FC236}">
                  <a16:creationId xmlns:a16="http://schemas.microsoft.com/office/drawing/2014/main" id="{41B27392-FCA8-64EE-B4D0-61DD4F18B6DC}"/>
                </a:ext>
              </a:extLst>
            </p:cNvPr>
            <p:cNvSpPr txBox="1"/>
            <p:nvPr/>
          </p:nvSpPr>
          <p:spPr>
            <a:xfrm>
              <a:off x="2541269" y="22456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261" name="ZoneTexte 260">
              <a:extLst>
                <a:ext uri="{FF2B5EF4-FFF2-40B4-BE49-F238E27FC236}">
                  <a16:creationId xmlns:a16="http://schemas.microsoft.com/office/drawing/2014/main" id="{773595C1-7D41-58BA-B734-8EA79961E7B9}"/>
                </a:ext>
              </a:extLst>
            </p:cNvPr>
            <p:cNvSpPr txBox="1"/>
            <p:nvPr/>
          </p:nvSpPr>
          <p:spPr>
            <a:xfrm>
              <a:off x="5391530" y="15445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262" name="ZoneTexte 261">
              <a:extLst>
                <a:ext uri="{FF2B5EF4-FFF2-40B4-BE49-F238E27FC236}">
                  <a16:creationId xmlns:a16="http://schemas.microsoft.com/office/drawing/2014/main" id="{4B865CFF-174A-3283-FD7B-53CD87C657E4}"/>
                </a:ext>
              </a:extLst>
            </p:cNvPr>
            <p:cNvSpPr txBox="1"/>
            <p:nvPr/>
          </p:nvSpPr>
          <p:spPr>
            <a:xfrm>
              <a:off x="5384291" y="168363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Nom_utilisateur</a:t>
              </a:r>
              <a:endParaRPr lang="es-ES" sz="600" dirty="0">
                <a:latin typeface="Poppins" panose="00000500000000000000" pitchFamily="2" charset="0"/>
                <a:cs typeface="Poppins" panose="00000500000000000000" pitchFamily="2" charset="0"/>
              </a:endParaRPr>
            </a:p>
          </p:txBody>
        </p:sp>
        <p:sp>
          <p:nvSpPr>
            <p:cNvPr id="263" name="ZoneTexte 262">
              <a:extLst>
                <a:ext uri="{FF2B5EF4-FFF2-40B4-BE49-F238E27FC236}">
                  <a16:creationId xmlns:a16="http://schemas.microsoft.com/office/drawing/2014/main" id="{474AAC4E-5059-6D89-CEF4-9B135A91EDBF}"/>
                </a:ext>
              </a:extLst>
            </p:cNvPr>
            <p:cNvSpPr txBox="1"/>
            <p:nvPr/>
          </p:nvSpPr>
          <p:spPr>
            <a:xfrm>
              <a:off x="5377052" y="183031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Mot de passe</a:t>
              </a:r>
              <a:endParaRPr lang="es-ES" sz="600" dirty="0">
                <a:latin typeface="Poppins" panose="00000500000000000000" pitchFamily="2" charset="0"/>
                <a:cs typeface="Poppins" panose="00000500000000000000" pitchFamily="2" charset="0"/>
              </a:endParaRPr>
            </a:p>
          </p:txBody>
        </p:sp>
        <p:sp>
          <p:nvSpPr>
            <p:cNvPr id="265" name="ZoneTexte 264">
              <a:extLst>
                <a:ext uri="{FF2B5EF4-FFF2-40B4-BE49-F238E27FC236}">
                  <a16:creationId xmlns:a16="http://schemas.microsoft.com/office/drawing/2014/main" id="{4F61781D-89A2-3CD4-FCE9-85C88E48C050}"/>
                </a:ext>
              </a:extLst>
            </p:cNvPr>
            <p:cNvSpPr txBox="1"/>
            <p:nvPr/>
          </p:nvSpPr>
          <p:spPr>
            <a:xfrm>
              <a:off x="5356097" y="28488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266" name="ZoneTexte 265">
              <a:extLst>
                <a:ext uri="{FF2B5EF4-FFF2-40B4-BE49-F238E27FC236}">
                  <a16:creationId xmlns:a16="http://schemas.microsoft.com/office/drawing/2014/main" id="{8B486C6B-F97C-8A2F-5BA9-0E732CCA96B4}"/>
                </a:ext>
              </a:extLst>
            </p:cNvPr>
            <p:cNvSpPr txBox="1"/>
            <p:nvPr/>
          </p:nvSpPr>
          <p:spPr>
            <a:xfrm>
              <a:off x="5386577" y="298411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Nombre_posts</a:t>
              </a:r>
              <a:endParaRPr lang="es-ES" sz="600" dirty="0">
                <a:latin typeface="Poppins" panose="00000500000000000000" pitchFamily="2" charset="0"/>
                <a:cs typeface="Poppins" panose="00000500000000000000" pitchFamily="2" charset="0"/>
              </a:endParaRPr>
            </a:p>
          </p:txBody>
        </p:sp>
        <p:sp>
          <p:nvSpPr>
            <p:cNvPr id="267" name="ZoneTexte 266">
              <a:extLst>
                <a:ext uri="{FF2B5EF4-FFF2-40B4-BE49-F238E27FC236}">
                  <a16:creationId xmlns:a16="http://schemas.microsoft.com/office/drawing/2014/main" id="{9196BA76-0352-EFB9-F09E-E9AB69976DED}"/>
                </a:ext>
              </a:extLst>
            </p:cNvPr>
            <p:cNvSpPr txBox="1"/>
            <p:nvPr/>
          </p:nvSpPr>
          <p:spPr>
            <a:xfrm>
              <a:off x="5380862" y="311936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Capacite</a:t>
              </a:r>
              <a:endParaRPr lang="es-ES" sz="600" dirty="0">
                <a:latin typeface="Poppins" panose="00000500000000000000" pitchFamily="2" charset="0"/>
                <a:cs typeface="Poppins" panose="00000500000000000000" pitchFamily="2" charset="0"/>
              </a:endParaRPr>
            </a:p>
          </p:txBody>
        </p:sp>
        <p:sp>
          <p:nvSpPr>
            <p:cNvPr id="268" name="ZoneTexte 267">
              <a:extLst>
                <a:ext uri="{FF2B5EF4-FFF2-40B4-BE49-F238E27FC236}">
                  <a16:creationId xmlns:a16="http://schemas.microsoft.com/office/drawing/2014/main" id="{550CB66A-9608-1314-CEB6-F0AAA13D328F}"/>
                </a:ext>
              </a:extLst>
            </p:cNvPr>
            <p:cNvSpPr txBox="1"/>
            <p:nvPr/>
          </p:nvSpPr>
          <p:spPr>
            <a:xfrm>
              <a:off x="5375147" y="325462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Nombre total</a:t>
              </a:r>
              <a:endParaRPr lang="es-ES" sz="600" dirty="0">
                <a:latin typeface="Poppins" panose="00000500000000000000" pitchFamily="2" charset="0"/>
                <a:cs typeface="Poppins" panose="00000500000000000000" pitchFamily="2" charset="0"/>
              </a:endParaRPr>
            </a:p>
          </p:txBody>
        </p:sp>
        <p:sp>
          <p:nvSpPr>
            <p:cNvPr id="269" name="ZoneTexte 268">
              <a:extLst>
                <a:ext uri="{FF2B5EF4-FFF2-40B4-BE49-F238E27FC236}">
                  <a16:creationId xmlns:a16="http://schemas.microsoft.com/office/drawing/2014/main" id="{69EB6AC3-A9ED-CB7C-DC89-AD6DF2E08A51}"/>
                </a:ext>
              </a:extLst>
            </p:cNvPr>
            <p:cNvSpPr txBox="1"/>
            <p:nvPr/>
          </p:nvSpPr>
          <p:spPr>
            <a:xfrm>
              <a:off x="5369432" y="33898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Internet</a:t>
              </a:r>
              <a:endParaRPr lang="es-ES" sz="600" dirty="0">
                <a:latin typeface="Poppins" panose="00000500000000000000" pitchFamily="2" charset="0"/>
                <a:cs typeface="Poppins" panose="00000500000000000000" pitchFamily="2" charset="0"/>
              </a:endParaRPr>
            </a:p>
          </p:txBody>
        </p:sp>
        <p:sp>
          <p:nvSpPr>
            <p:cNvPr id="270" name="ZoneTexte 269">
              <a:extLst>
                <a:ext uri="{FF2B5EF4-FFF2-40B4-BE49-F238E27FC236}">
                  <a16:creationId xmlns:a16="http://schemas.microsoft.com/office/drawing/2014/main" id="{905EFAC7-1607-8E28-CD92-8E6D02A32D4E}"/>
                </a:ext>
              </a:extLst>
            </p:cNvPr>
            <p:cNvSpPr txBox="1"/>
            <p:nvPr/>
          </p:nvSpPr>
          <p:spPr>
            <a:xfrm>
              <a:off x="5377052" y="35460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271" name="ZoneTexte 270">
              <a:extLst>
                <a:ext uri="{FF2B5EF4-FFF2-40B4-BE49-F238E27FC236}">
                  <a16:creationId xmlns:a16="http://schemas.microsoft.com/office/drawing/2014/main" id="{4C1822E9-DEBC-38CA-6212-D9A564E5A1B2}"/>
                </a:ext>
              </a:extLst>
            </p:cNvPr>
            <p:cNvSpPr txBox="1"/>
            <p:nvPr/>
          </p:nvSpPr>
          <p:spPr>
            <a:xfrm>
              <a:off x="5384672" y="434809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Id_emploi</a:t>
              </a:r>
              <a:endParaRPr lang="es-ES" sz="600" dirty="0">
                <a:latin typeface="Poppins" panose="00000500000000000000" pitchFamily="2" charset="0"/>
                <a:cs typeface="Poppins" panose="00000500000000000000" pitchFamily="2" charset="0"/>
              </a:endParaRPr>
            </a:p>
          </p:txBody>
        </p:sp>
        <p:sp>
          <p:nvSpPr>
            <p:cNvPr id="272" name="ZoneTexte 271">
              <a:extLst>
                <a:ext uri="{FF2B5EF4-FFF2-40B4-BE49-F238E27FC236}">
                  <a16:creationId xmlns:a16="http://schemas.microsoft.com/office/drawing/2014/main" id="{B2604C17-1642-AC4C-0ECD-0CBC177597AB}"/>
                </a:ext>
              </a:extLst>
            </p:cNvPr>
            <p:cNvSpPr txBox="1"/>
            <p:nvPr/>
          </p:nvSpPr>
          <p:spPr>
            <a:xfrm>
              <a:off x="5380862" y="447382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273" name="ZoneTexte 272">
              <a:extLst>
                <a:ext uri="{FF2B5EF4-FFF2-40B4-BE49-F238E27FC236}">
                  <a16:creationId xmlns:a16="http://schemas.microsoft.com/office/drawing/2014/main" id="{7DAADBA3-4135-B8F7-8FEB-87D68E58C2A8}"/>
                </a:ext>
              </a:extLst>
            </p:cNvPr>
            <p:cNvSpPr txBox="1"/>
            <p:nvPr/>
          </p:nvSpPr>
          <p:spPr>
            <a:xfrm>
              <a:off x="5377052" y="459955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274" name="ZoneTexte 273">
              <a:extLst>
                <a:ext uri="{FF2B5EF4-FFF2-40B4-BE49-F238E27FC236}">
                  <a16:creationId xmlns:a16="http://schemas.microsoft.com/office/drawing/2014/main" id="{96B1E10A-80F1-D15B-AD0A-E3790B309F34}"/>
                </a:ext>
              </a:extLst>
            </p:cNvPr>
            <p:cNvSpPr txBox="1"/>
            <p:nvPr/>
          </p:nvSpPr>
          <p:spPr>
            <a:xfrm>
              <a:off x="5373242" y="472528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275" name="ZoneTexte 274">
              <a:extLst>
                <a:ext uri="{FF2B5EF4-FFF2-40B4-BE49-F238E27FC236}">
                  <a16:creationId xmlns:a16="http://schemas.microsoft.com/office/drawing/2014/main" id="{0820CD03-A2A5-56FA-189F-8E739BDA3635}"/>
                </a:ext>
              </a:extLst>
            </p:cNvPr>
            <p:cNvSpPr txBox="1"/>
            <p:nvPr/>
          </p:nvSpPr>
          <p:spPr>
            <a:xfrm>
              <a:off x="5388482" y="486815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Nom_enseignant</a:t>
              </a:r>
              <a:endParaRPr lang="es-ES" sz="600" dirty="0">
                <a:latin typeface="Poppins" panose="00000500000000000000" pitchFamily="2" charset="0"/>
                <a:cs typeface="Poppins" panose="00000500000000000000" pitchFamily="2" charset="0"/>
              </a:endParaRPr>
            </a:p>
          </p:txBody>
        </p:sp>
        <p:sp>
          <p:nvSpPr>
            <p:cNvPr id="276" name="ZoneTexte 275">
              <a:extLst>
                <a:ext uri="{FF2B5EF4-FFF2-40B4-BE49-F238E27FC236}">
                  <a16:creationId xmlns:a16="http://schemas.microsoft.com/office/drawing/2014/main" id="{3B8C72CB-EACC-76E5-7A72-02BC648EC239}"/>
                </a:ext>
              </a:extLst>
            </p:cNvPr>
            <p:cNvSpPr txBox="1"/>
            <p:nvPr/>
          </p:nvSpPr>
          <p:spPr>
            <a:xfrm>
              <a:off x="5380862" y="5003414"/>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Groupe</a:t>
              </a:r>
              <a:endParaRPr lang="es-ES" sz="600" dirty="0">
                <a:latin typeface="Poppins" panose="00000500000000000000" pitchFamily="2" charset="0"/>
                <a:cs typeface="Poppins" panose="00000500000000000000" pitchFamily="2" charset="0"/>
              </a:endParaRPr>
            </a:p>
          </p:txBody>
        </p:sp>
        <p:sp>
          <p:nvSpPr>
            <p:cNvPr id="277" name="ZoneTexte 276">
              <a:extLst>
                <a:ext uri="{FF2B5EF4-FFF2-40B4-BE49-F238E27FC236}">
                  <a16:creationId xmlns:a16="http://schemas.microsoft.com/office/drawing/2014/main" id="{05E3C600-D7FD-B4EA-C208-4ABB98085462}"/>
                </a:ext>
              </a:extLst>
            </p:cNvPr>
            <p:cNvSpPr txBox="1"/>
            <p:nvPr/>
          </p:nvSpPr>
          <p:spPr>
            <a:xfrm>
              <a:off x="5369432" y="51462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Nom_module</a:t>
              </a:r>
              <a:endParaRPr lang="es-ES" sz="600" dirty="0">
                <a:latin typeface="Poppins" panose="00000500000000000000" pitchFamily="2" charset="0"/>
                <a:cs typeface="Poppins" panose="00000500000000000000" pitchFamily="2" charset="0"/>
              </a:endParaRPr>
            </a:p>
          </p:txBody>
        </p:sp>
        <p:sp>
          <p:nvSpPr>
            <p:cNvPr id="278" name="ZoneTexte 277">
              <a:extLst>
                <a:ext uri="{FF2B5EF4-FFF2-40B4-BE49-F238E27FC236}">
                  <a16:creationId xmlns:a16="http://schemas.microsoft.com/office/drawing/2014/main" id="{7770C615-CC89-F603-57E7-C6A6BA8FC837}"/>
                </a:ext>
              </a:extLst>
            </p:cNvPr>
            <p:cNvSpPr txBox="1"/>
            <p:nvPr/>
          </p:nvSpPr>
          <p:spPr>
            <a:xfrm>
              <a:off x="5382767" y="528916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280" name="ZoneTexte 279">
              <a:extLst>
                <a:ext uri="{FF2B5EF4-FFF2-40B4-BE49-F238E27FC236}">
                  <a16:creationId xmlns:a16="http://schemas.microsoft.com/office/drawing/2014/main" id="{B306FAAB-0106-1C4B-08AF-50D9BA7DE915}"/>
                </a:ext>
              </a:extLst>
            </p:cNvPr>
            <p:cNvSpPr txBox="1"/>
            <p:nvPr/>
          </p:nvSpPr>
          <p:spPr>
            <a:xfrm>
              <a:off x="2995167" y="545172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Id_logiciel</a:t>
              </a:r>
              <a:endParaRPr lang="es-ES" sz="600" dirty="0">
                <a:latin typeface="Poppins" panose="00000500000000000000" pitchFamily="2" charset="0"/>
                <a:cs typeface="Poppins" panose="00000500000000000000" pitchFamily="2" charset="0"/>
              </a:endParaRPr>
            </a:p>
          </p:txBody>
        </p:sp>
        <p:sp>
          <p:nvSpPr>
            <p:cNvPr id="281" name="ZoneTexte 280">
              <a:extLst>
                <a:ext uri="{FF2B5EF4-FFF2-40B4-BE49-F238E27FC236}">
                  <a16:creationId xmlns:a16="http://schemas.microsoft.com/office/drawing/2014/main" id="{5E3D4A85-6FC4-E3E3-7E3B-B67CE8964BFB}"/>
                </a:ext>
              </a:extLst>
            </p:cNvPr>
            <p:cNvSpPr txBox="1"/>
            <p:nvPr/>
          </p:nvSpPr>
          <p:spPr>
            <a:xfrm>
              <a:off x="2995167" y="560158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Nom_logiciel</a:t>
              </a:r>
              <a:endParaRPr lang="es-ES" sz="600" dirty="0">
                <a:latin typeface="Poppins" panose="00000500000000000000" pitchFamily="2" charset="0"/>
                <a:cs typeface="Poppins" panose="00000500000000000000" pitchFamily="2" charset="0"/>
              </a:endParaRPr>
            </a:p>
          </p:txBody>
        </p:sp>
        <p:sp>
          <p:nvSpPr>
            <p:cNvPr id="282" name="ZoneTexte 281">
              <a:extLst>
                <a:ext uri="{FF2B5EF4-FFF2-40B4-BE49-F238E27FC236}">
                  <a16:creationId xmlns:a16="http://schemas.microsoft.com/office/drawing/2014/main" id="{B3072AF7-E8ED-A2D7-725A-66319ABBD251}"/>
                </a:ext>
              </a:extLst>
            </p:cNvPr>
            <p:cNvSpPr txBox="1"/>
            <p:nvPr/>
          </p:nvSpPr>
          <p:spPr>
            <a:xfrm>
              <a:off x="1764537" y="365657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Code_pc</a:t>
              </a:r>
              <a:endParaRPr lang="es-ES" sz="600" dirty="0">
                <a:latin typeface="Poppins" panose="00000500000000000000" pitchFamily="2" charset="0"/>
                <a:cs typeface="Poppins" panose="00000500000000000000" pitchFamily="2" charset="0"/>
              </a:endParaRPr>
            </a:p>
          </p:txBody>
        </p:sp>
        <p:sp>
          <p:nvSpPr>
            <p:cNvPr id="284" name="ZoneTexte 283">
              <a:extLst>
                <a:ext uri="{FF2B5EF4-FFF2-40B4-BE49-F238E27FC236}">
                  <a16:creationId xmlns:a16="http://schemas.microsoft.com/office/drawing/2014/main" id="{A13FC2B0-1CD9-C5BB-D471-98AE13EBEB60}"/>
                </a:ext>
              </a:extLst>
            </p:cNvPr>
            <p:cNvSpPr txBox="1"/>
            <p:nvPr/>
          </p:nvSpPr>
          <p:spPr>
            <a:xfrm>
              <a:off x="1768347" y="38089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Marque</a:t>
              </a:r>
              <a:endParaRPr lang="es-ES" sz="600" dirty="0">
                <a:latin typeface="Poppins" panose="00000500000000000000" pitchFamily="2" charset="0"/>
                <a:cs typeface="Poppins" panose="00000500000000000000" pitchFamily="2" charset="0"/>
              </a:endParaRPr>
            </a:p>
          </p:txBody>
        </p:sp>
        <p:sp>
          <p:nvSpPr>
            <p:cNvPr id="285" name="ZoneTexte 284">
              <a:extLst>
                <a:ext uri="{FF2B5EF4-FFF2-40B4-BE49-F238E27FC236}">
                  <a16:creationId xmlns:a16="http://schemas.microsoft.com/office/drawing/2014/main" id="{6F560FD6-C592-97A5-9725-955EB0CA9FBC}"/>
                </a:ext>
              </a:extLst>
            </p:cNvPr>
            <p:cNvSpPr txBox="1"/>
            <p:nvPr/>
          </p:nvSpPr>
          <p:spPr>
            <a:xfrm>
              <a:off x="1772157" y="396137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Type_SE</a:t>
              </a:r>
              <a:endParaRPr lang="es-ES" sz="600" dirty="0">
                <a:latin typeface="Poppins" panose="00000500000000000000" pitchFamily="2" charset="0"/>
                <a:cs typeface="Poppins" panose="00000500000000000000" pitchFamily="2" charset="0"/>
              </a:endParaRPr>
            </a:p>
          </p:txBody>
        </p:sp>
        <p:sp>
          <p:nvSpPr>
            <p:cNvPr id="286" name="ZoneTexte 285">
              <a:extLst>
                <a:ext uri="{FF2B5EF4-FFF2-40B4-BE49-F238E27FC236}">
                  <a16:creationId xmlns:a16="http://schemas.microsoft.com/office/drawing/2014/main" id="{64BD6AF2-8E91-190E-B9E0-519E349790FD}"/>
                </a:ext>
              </a:extLst>
            </p:cNvPr>
            <p:cNvSpPr txBox="1"/>
            <p:nvPr/>
          </p:nvSpPr>
          <p:spPr>
            <a:xfrm>
              <a:off x="1775967" y="411377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Ram</a:t>
              </a:r>
              <a:endParaRPr lang="es-ES" sz="600" dirty="0">
                <a:latin typeface="Poppins" panose="00000500000000000000" pitchFamily="2" charset="0"/>
                <a:cs typeface="Poppins" panose="00000500000000000000" pitchFamily="2" charset="0"/>
              </a:endParaRPr>
            </a:p>
          </p:txBody>
        </p:sp>
        <p:sp>
          <p:nvSpPr>
            <p:cNvPr id="287" name="ZoneTexte 286">
              <a:extLst>
                <a:ext uri="{FF2B5EF4-FFF2-40B4-BE49-F238E27FC236}">
                  <a16:creationId xmlns:a16="http://schemas.microsoft.com/office/drawing/2014/main" id="{896808F2-992E-7E9F-24FE-BF14A3BC1102}"/>
                </a:ext>
              </a:extLst>
            </p:cNvPr>
            <p:cNvSpPr txBox="1"/>
            <p:nvPr/>
          </p:nvSpPr>
          <p:spPr>
            <a:xfrm>
              <a:off x="1779777" y="428141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Dique_dur</a:t>
              </a:r>
              <a:endParaRPr lang="es-ES" sz="600" dirty="0">
                <a:latin typeface="Poppins" panose="00000500000000000000" pitchFamily="2" charset="0"/>
                <a:cs typeface="Poppins" panose="00000500000000000000" pitchFamily="2" charset="0"/>
              </a:endParaRPr>
            </a:p>
          </p:txBody>
        </p:sp>
        <p:sp>
          <p:nvSpPr>
            <p:cNvPr id="288" name="ZoneTexte 287">
              <a:extLst>
                <a:ext uri="{FF2B5EF4-FFF2-40B4-BE49-F238E27FC236}">
                  <a16:creationId xmlns:a16="http://schemas.microsoft.com/office/drawing/2014/main" id="{305D319A-D48C-AA66-8B7D-EB45D4A5D40F}"/>
                </a:ext>
              </a:extLst>
            </p:cNvPr>
            <p:cNvSpPr txBox="1"/>
            <p:nvPr/>
          </p:nvSpPr>
          <p:spPr>
            <a:xfrm>
              <a:off x="1783587" y="44528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289" name="ZoneTexte 288">
              <a:extLst>
                <a:ext uri="{FF2B5EF4-FFF2-40B4-BE49-F238E27FC236}">
                  <a16:creationId xmlns:a16="http://schemas.microsoft.com/office/drawing/2014/main" id="{062A4DB7-D10E-6468-CE90-53622CADBE83}"/>
                </a:ext>
              </a:extLst>
            </p:cNvPr>
            <p:cNvSpPr txBox="1"/>
            <p:nvPr/>
          </p:nvSpPr>
          <p:spPr>
            <a:xfrm>
              <a:off x="9785730" y="203224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Id_panne</a:t>
              </a:r>
              <a:endParaRPr lang="es-ES" sz="600" dirty="0">
                <a:latin typeface="Poppins" panose="00000500000000000000" pitchFamily="2" charset="0"/>
                <a:cs typeface="Poppins" panose="00000500000000000000" pitchFamily="2" charset="0"/>
              </a:endParaRPr>
            </a:p>
          </p:txBody>
        </p:sp>
        <p:sp>
          <p:nvSpPr>
            <p:cNvPr id="290" name="ZoneTexte 289">
              <a:extLst>
                <a:ext uri="{FF2B5EF4-FFF2-40B4-BE49-F238E27FC236}">
                  <a16:creationId xmlns:a16="http://schemas.microsoft.com/office/drawing/2014/main" id="{6F5F063F-B063-F8BF-EF82-FADD74DEC947}"/>
                </a:ext>
              </a:extLst>
            </p:cNvPr>
            <p:cNvSpPr txBox="1"/>
            <p:nvPr/>
          </p:nvSpPr>
          <p:spPr>
            <a:xfrm>
              <a:off x="9785730" y="216940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Details</a:t>
              </a:r>
              <a:endParaRPr lang="es-ES" sz="600" dirty="0">
                <a:latin typeface="Poppins" panose="00000500000000000000" pitchFamily="2" charset="0"/>
                <a:cs typeface="Poppins" panose="00000500000000000000" pitchFamily="2" charset="0"/>
              </a:endParaRPr>
            </a:p>
          </p:txBody>
        </p:sp>
        <p:sp>
          <p:nvSpPr>
            <p:cNvPr id="291" name="ZoneTexte 290">
              <a:extLst>
                <a:ext uri="{FF2B5EF4-FFF2-40B4-BE49-F238E27FC236}">
                  <a16:creationId xmlns:a16="http://schemas.microsoft.com/office/drawing/2014/main" id="{944EDA71-4D0B-C813-D950-E3B4F817960F}"/>
                </a:ext>
              </a:extLst>
            </p:cNvPr>
            <p:cNvSpPr txBox="1"/>
            <p:nvPr/>
          </p:nvSpPr>
          <p:spPr>
            <a:xfrm>
              <a:off x="9785730" y="230656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Degre_criticité</a:t>
              </a:r>
              <a:endParaRPr lang="es-ES" sz="600" dirty="0">
                <a:latin typeface="Poppins" panose="00000500000000000000" pitchFamily="2" charset="0"/>
                <a:cs typeface="Poppins" panose="00000500000000000000" pitchFamily="2" charset="0"/>
              </a:endParaRPr>
            </a:p>
          </p:txBody>
        </p:sp>
        <p:sp>
          <p:nvSpPr>
            <p:cNvPr id="292" name="ZoneTexte 291">
              <a:extLst>
                <a:ext uri="{FF2B5EF4-FFF2-40B4-BE49-F238E27FC236}">
                  <a16:creationId xmlns:a16="http://schemas.microsoft.com/office/drawing/2014/main" id="{CB486DDD-A008-4C06-7512-787F95576142}"/>
                </a:ext>
              </a:extLst>
            </p:cNvPr>
            <p:cNvSpPr txBox="1"/>
            <p:nvPr/>
          </p:nvSpPr>
          <p:spPr>
            <a:xfrm>
              <a:off x="9810495" y="24538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Type_panne</a:t>
              </a:r>
              <a:endParaRPr lang="es-ES" sz="600" dirty="0">
                <a:latin typeface="Poppins" panose="00000500000000000000" pitchFamily="2" charset="0"/>
                <a:cs typeface="Poppins" panose="00000500000000000000" pitchFamily="2" charset="0"/>
              </a:endParaRPr>
            </a:p>
          </p:txBody>
        </p:sp>
        <p:sp>
          <p:nvSpPr>
            <p:cNvPr id="293" name="ZoneTexte 292">
              <a:extLst>
                <a:ext uri="{FF2B5EF4-FFF2-40B4-BE49-F238E27FC236}">
                  <a16:creationId xmlns:a16="http://schemas.microsoft.com/office/drawing/2014/main" id="{3924E07D-15C1-68F5-69F7-C400B333E674}"/>
                </a:ext>
              </a:extLst>
            </p:cNvPr>
            <p:cNvSpPr txBox="1"/>
            <p:nvPr/>
          </p:nvSpPr>
          <p:spPr>
            <a:xfrm>
              <a:off x="9812400" y="26012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Dete_declaration</a:t>
              </a:r>
              <a:endParaRPr lang="es-ES" sz="600" dirty="0">
                <a:latin typeface="Poppins" panose="00000500000000000000" pitchFamily="2" charset="0"/>
                <a:cs typeface="Poppins" panose="00000500000000000000" pitchFamily="2" charset="0"/>
              </a:endParaRPr>
            </a:p>
          </p:txBody>
        </p:sp>
        <p:sp>
          <p:nvSpPr>
            <p:cNvPr id="294" name="ZoneTexte 293">
              <a:extLst>
                <a:ext uri="{FF2B5EF4-FFF2-40B4-BE49-F238E27FC236}">
                  <a16:creationId xmlns:a16="http://schemas.microsoft.com/office/drawing/2014/main" id="{678698E1-CA9A-C397-A328-D05D3B458BCC}"/>
                </a:ext>
              </a:extLst>
            </p:cNvPr>
            <p:cNvSpPr txBox="1"/>
            <p:nvPr/>
          </p:nvSpPr>
          <p:spPr>
            <a:xfrm>
              <a:off x="9804780" y="274852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Reparée</a:t>
              </a:r>
              <a:endParaRPr lang="es-ES" sz="600" dirty="0">
                <a:latin typeface="Poppins" panose="00000500000000000000" pitchFamily="2" charset="0"/>
                <a:cs typeface="Poppins" panose="00000500000000000000" pitchFamily="2" charset="0"/>
              </a:endParaRPr>
            </a:p>
          </p:txBody>
        </p:sp>
        <p:sp>
          <p:nvSpPr>
            <p:cNvPr id="295" name="ZoneTexte 294">
              <a:extLst>
                <a:ext uri="{FF2B5EF4-FFF2-40B4-BE49-F238E27FC236}">
                  <a16:creationId xmlns:a16="http://schemas.microsoft.com/office/drawing/2014/main" id="{2FB26A9D-6720-BB25-8D8D-1FD5A55F4D6C}"/>
                </a:ext>
              </a:extLst>
            </p:cNvPr>
            <p:cNvSpPr txBox="1"/>
            <p:nvPr/>
          </p:nvSpPr>
          <p:spPr>
            <a:xfrm>
              <a:off x="9877170" y="407123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296" name="ZoneTexte 295">
              <a:extLst>
                <a:ext uri="{FF2B5EF4-FFF2-40B4-BE49-F238E27FC236}">
                  <a16:creationId xmlns:a16="http://schemas.microsoft.com/office/drawing/2014/main" id="{931486E4-9A8A-5F95-38DB-37A5F5E0E7C8}"/>
                </a:ext>
              </a:extLst>
            </p:cNvPr>
            <p:cNvSpPr txBox="1"/>
            <p:nvPr/>
          </p:nvSpPr>
          <p:spPr>
            <a:xfrm>
              <a:off x="9880980" y="420077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Date_reservation</a:t>
              </a:r>
              <a:endParaRPr lang="es-ES" sz="600" dirty="0">
                <a:latin typeface="Poppins" panose="00000500000000000000" pitchFamily="2" charset="0"/>
                <a:cs typeface="Poppins" panose="00000500000000000000" pitchFamily="2" charset="0"/>
              </a:endParaRPr>
            </a:p>
          </p:txBody>
        </p:sp>
        <p:sp>
          <p:nvSpPr>
            <p:cNvPr id="297" name="ZoneTexte 296">
              <a:extLst>
                <a:ext uri="{FF2B5EF4-FFF2-40B4-BE49-F238E27FC236}">
                  <a16:creationId xmlns:a16="http://schemas.microsoft.com/office/drawing/2014/main" id="{72A070F3-D0E3-032A-6F39-C694CE55EB94}"/>
                </a:ext>
              </a:extLst>
            </p:cNvPr>
            <p:cNvSpPr txBox="1"/>
            <p:nvPr/>
          </p:nvSpPr>
          <p:spPr>
            <a:xfrm>
              <a:off x="9884790" y="433602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298" name="ZoneTexte 297">
              <a:extLst>
                <a:ext uri="{FF2B5EF4-FFF2-40B4-BE49-F238E27FC236}">
                  <a16:creationId xmlns:a16="http://schemas.microsoft.com/office/drawing/2014/main" id="{961868E5-B5FA-4C90-E18D-7829FA167156}"/>
                </a:ext>
              </a:extLst>
            </p:cNvPr>
            <p:cNvSpPr txBox="1"/>
            <p:nvPr/>
          </p:nvSpPr>
          <p:spPr>
            <a:xfrm>
              <a:off x="9888600" y="448080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299" name="ZoneTexte 298">
              <a:extLst>
                <a:ext uri="{FF2B5EF4-FFF2-40B4-BE49-F238E27FC236}">
                  <a16:creationId xmlns:a16="http://schemas.microsoft.com/office/drawing/2014/main" id="{74C6D9AB-7549-21B2-6C07-1EF571D08E5D}"/>
                </a:ext>
              </a:extLst>
            </p:cNvPr>
            <p:cNvSpPr txBox="1"/>
            <p:nvPr/>
          </p:nvSpPr>
          <p:spPr>
            <a:xfrm>
              <a:off x="9892410" y="462558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300" name="ZoneTexte 299">
              <a:extLst>
                <a:ext uri="{FF2B5EF4-FFF2-40B4-BE49-F238E27FC236}">
                  <a16:creationId xmlns:a16="http://schemas.microsoft.com/office/drawing/2014/main" id="{8190CB03-262E-70E9-FA7C-4F5E425DC475}"/>
                </a:ext>
              </a:extLst>
            </p:cNvPr>
            <p:cNvSpPr txBox="1"/>
            <p:nvPr/>
          </p:nvSpPr>
          <p:spPr>
            <a:xfrm>
              <a:off x="9896220" y="4777989"/>
              <a:ext cx="899161"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Enseignant</a:t>
              </a:r>
              <a:endParaRPr lang="es-ES" sz="600" dirty="0">
                <a:latin typeface="Poppins" panose="00000500000000000000" pitchFamily="2" charset="0"/>
                <a:cs typeface="Poppins" panose="00000500000000000000" pitchFamily="2" charset="0"/>
              </a:endParaRPr>
            </a:p>
          </p:txBody>
        </p:sp>
        <p:sp>
          <p:nvSpPr>
            <p:cNvPr id="301" name="ZoneTexte 300">
              <a:extLst>
                <a:ext uri="{FF2B5EF4-FFF2-40B4-BE49-F238E27FC236}">
                  <a16:creationId xmlns:a16="http://schemas.microsoft.com/office/drawing/2014/main" id="{3CADADB7-3D3E-3C69-B687-C0CC574CB600}"/>
                </a:ext>
              </a:extLst>
            </p:cNvPr>
            <p:cNvSpPr txBox="1"/>
            <p:nvPr/>
          </p:nvSpPr>
          <p:spPr>
            <a:xfrm>
              <a:off x="7745475" y="3621654"/>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302" name="ZoneTexte 301">
              <a:extLst>
                <a:ext uri="{FF2B5EF4-FFF2-40B4-BE49-F238E27FC236}">
                  <a16:creationId xmlns:a16="http://schemas.microsoft.com/office/drawing/2014/main" id="{005951D2-F9B3-3B61-39DD-C5B7BA00A3F0}"/>
                </a:ext>
              </a:extLst>
            </p:cNvPr>
            <p:cNvSpPr txBox="1"/>
            <p:nvPr/>
          </p:nvSpPr>
          <p:spPr>
            <a:xfrm>
              <a:off x="7745475" y="3760719"/>
              <a:ext cx="899161" cy="184666"/>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303" name="ZoneTexte 302">
              <a:extLst>
                <a:ext uri="{FF2B5EF4-FFF2-40B4-BE49-F238E27FC236}">
                  <a16:creationId xmlns:a16="http://schemas.microsoft.com/office/drawing/2014/main" id="{D645C539-8BAF-BEAD-7571-5F3DD21D9B82}"/>
                </a:ext>
              </a:extLst>
            </p:cNvPr>
            <p:cNvSpPr txBox="1"/>
            <p:nvPr/>
          </p:nvSpPr>
          <p:spPr>
            <a:xfrm>
              <a:off x="3511676" y="4527164"/>
              <a:ext cx="1159384"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a:t>
              </a:r>
              <a:r>
                <a:rPr lang="fr-FR" sz="600" dirty="0" err="1">
                  <a:latin typeface="Poppins" panose="00000500000000000000" pitchFamily="2" charset="0"/>
                  <a:cs typeface="Poppins" panose="00000500000000000000" pitchFamily="2" charset="0"/>
                </a:rPr>
                <a:t>Id_logiciel,Nom_salle</a:t>
              </a:r>
              <a:r>
                <a:rPr lang="fr-FR" sz="600" dirty="0">
                  <a:latin typeface="Poppins" panose="00000500000000000000" pitchFamily="2" charset="0"/>
                  <a:cs typeface="Poppins" panose="00000500000000000000" pitchFamily="2" charset="0"/>
                </a:rPr>
                <a:t>)</a:t>
              </a:r>
              <a:endParaRPr lang="es-ES" sz="600" dirty="0">
                <a:latin typeface="Poppins" panose="00000500000000000000" pitchFamily="2" charset="0"/>
                <a:cs typeface="Poppins" panose="00000500000000000000" pitchFamily="2" charset="0"/>
              </a:endParaRPr>
            </a:p>
          </p:txBody>
        </p:sp>
        <p:sp>
          <p:nvSpPr>
            <p:cNvPr id="304" name="ZoneTexte 303">
              <a:extLst>
                <a:ext uri="{FF2B5EF4-FFF2-40B4-BE49-F238E27FC236}">
                  <a16:creationId xmlns:a16="http://schemas.microsoft.com/office/drawing/2014/main" id="{2CDFE127-E16C-CA08-71F3-CA7A5DC71D05}"/>
                </a:ext>
              </a:extLst>
            </p:cNvPr>
            <p:cNvSpPr txBox="1"/>
            <p:nvPr/>
          </p:nvSpPr>
          <p:spPr>
            <a:xfrm>
              <a:off x="7667370" y="2302759"/>
              <a:ext cx="1133730" cy="184666"/>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a:t>
              </a:r>
              <a:r>
                <a:rPr lang="fr-FR" sz="600" dirty="0" err="1">
                  <a:latin typeface="Poppins" panose="00000500000000000000" pitchFamily="2" charset="0"/>
                  <a:cs typeface="Poppins" panose="00000500000000000000" pitchFamily="2" charset="0"/>
                </a:rPr>
                <a:t>Nom_salle,Id_panne</a:t>
              </a:r>
              <a:r>
                <a:rPr lang="fr-FR" sz="600" dirty="0">
                  <a:latin typeface="Poppins" panose="00000500000000000000" pitchFamily="2" charset="0"/>
                  <a:cs typeface="Poppins" panose="00000500000000000000" pitchFamily="2" charset="0"/>
                </a:rPr>
                <a:t>)</a:t>
              </a:r>
              <a:endParaRPr lang="es-ES" sz="600" dirty="0">
                <a:latin typeface="Poppins" panose="00000500000000000000" pitchFamily="2" charset="0"/>
                <a:cs typeface="Poppins" panose="00000500000000000000" pitchFamily="2" charset="0"/>
              </a:endParaRPr>
            </a:p>
          </p:txBody>
        </p:sp>
      </p:grpSp>
      <p:grpSp>
        <p:nvGrpSpPr>
          <p:cNvPr id="307" name="Groupe 306">
            <a:extLst>
              <a:ext uri="{FF2B5EF4-FFF2-40B4-BE49-F238E27FC236}">
                <a16:creationId xmlns:a16="http://schemas.microsoft.com/office/drawing/2014/main" id="{985B909D-7454-6435-4CF9-C521B8CDFB39}"/>
              </a:ext>
            </a:extLst>
          </p:cNvPr>
          <p:cNvGrpSpPr/>
          <p:nvPr/>
        </p:nvGrpSpPr>
        <p:grpSpPr>
          <a:xfrm>
            <a:off x="-11172853" y="1208314"/>
            <a:ext cx="9827059" cy="5085459"/>
            <a:chOff x="1341684" y="1270000"/>
            <a:chExt cx="9865431" cy="5023773"/>
          </a:xfrm>
        </p:grpSpPr>
        <p:grpSp>
          <p:nvGrpSpPr>
            <p:cNvPr id="308" name="Groupe 307">
              <a:extLst>
                <a:ext uri="{FF2B5EF4-FFF2-40B4-BE49-F238E27FC236}">
                  <a16:creationId xmlns:a16="http://schemas.microsoft.com/office/drawing/2014/main" id="{68DD829C-6AB6-16F6-7072-ECA0615B4DCD}"/>
                </a:ext>
              </a:extLst>
            </p:cNvPr>
            <p:cNvGrpSpPr/>
            <p:nvPr/>
          </p:nvGrpSpPr>
          <p:grpSpPr>
            <a:xfrm>
              <a:off x="1404401" y="1270000"/>
              <a:ext cx="1529139" cy="1148958"/>
              <a:chOff x="2101631" y="1270000"/>
              <a:chExt cx="1529139" cy="1148958"/>
            </a:xfrm>
          </p:grpSpPr>
          <p:grpSp>
            <p:nvGrpSpPr>
              <p:cNvPr id="492" name="Groupe 491">
                <a:extLst>
                  <a:ext uri="{FF2B5EF4-FFF2-40B4-BE49-F238E27FC236}">
                    <a16:creationId xmlns:a16="http://schemas.microsoft.com/office/drawing/2014/main" id="{A281A7F0-052F-2347-5923-710159627545}"/>
                  </a:ext>
                </a:extLst>
              </p:cNvPr>
              <p:cNvGrpSpPr/>
              <p:nvPr/>
            </p:nvGrpSpPr>
            <p:grpSpPr>
              <a:xfrm>
                <a:off x="2101631" y="1296933"/>
                <a:ext cx="1529139" cy="1113757"/>
                <a:chOff x="527355" y="1064870"/>
                <a:chExt cx="1757938" cy="1632597"/>
              </a:xfrm>
            </p:grpSpPr>
            <p:sp>
              <p:nvSpPr>
                <p:cNvPr id="502" name="Rectangle 501">
                  <a:extLst>
                    <a:ext uri="{FF2B5EF4-FFF2-40B4-BE49-F238E27FC236}">
                      <a16:creationId xmlns:a16="http://schemas.microsoft.com/office/drawing/2014/main" id="{E15D70A1-2F40-C06A-0F96-C30F69556ADC}"/>
                    </a:ext>
                  </a:extLst>
                </p:cNvPr>
                <p:cNvSpPr/>
                <p:nvPr/>
              </p:nvSpPr>
              <p:spPr>
                <a:xfrm>
                  <a:off x="53243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503" name="Connecteur droit 502">
                  <a:extLst>
                    <a:ext uri="{FF2B5EF4-FFF2-40B4-BE49-F238E27FC236}">
                      <a16:creationId xmlns:a16="http://schemas.microsoft.com/office/drawing/2014/main" id="{573CBEDE-E7B2-BBA6-3981-89D5B485A4AB}"/>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04" name="Connecteur droit 503">
                  <a:extLst>
                    <a:ext uri="{FF2B5EF4-FFF2-40B4-BE49-F238E27FC236}">
                      <a16:creationId xmlns:a16="http://schemas.microsoft.com/office/drawing/2014/main" id="{2E1F2B7F-0100-0693-1989-7A5884F29C67}"/>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505" name="Connecteur droit 504">
                  <a:extLst>
                    <a:ext uri="{FF2B5EF4-FFF2-40B4-BE49-F238E27FC236}">
                      <a16:creationId xmlns:a16="http://schemas.microsoft.com/office/drawing/2014/main" id="{9DF04E76-7D0B-7869-BB55-2222A983F18A}"/>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506" name="Connecteur droit 505">
                  <a:extLst>
                    <a:ext uri="{FF2B5EF4-FFF2-40B4-BE49-F238E27FC236}">
                      <a16:creationId xmlns:a16="http://schemas.microsoft.com/office/drawing/2014/main" id="{5F79B74F-8855-E300-6F7A-642B0BEAD19D}"/>
                    </a:ext>
                  </a:extLst>
                </p:cNvPr>
                <p:cNvCxnSpPr/>
                <p:nvPr/>
              </p:nvCxnSpPr>
              <p:spPr>
                <a:xfrm>
                  <a:off x="537515" y="17322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507" name="Connecteur droit 506">
                  <a:extLst>
                    <a:ext uri="{FF2B5EF4-FFF2-40B4-BE49-F238E27FC236}">
                      <a16:creationId xmlns:a16="http://schemas.microsoft.com/office/drawing/2014/main" id="{54B67CCE-960F-3B5E-A089-D63620F42559}"/>
                    </a:ext>
                  </a:extLst>
                </p:cNvPr>
                <p:cNvCxnSpPr/>
                <p:nvPr/>
              </p:nvCxnSpPr>
              <p:spPr>
                <a:xfrm>
                  <a:off x="537515" y="197104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508" name="Connecteur droit 507">
                  <a:extLst>
                    <a:ext uri="{FF2B5EF4-FFF2-40B4-BE49-F238E27FC236}">
                      <a16:creationId xmlns:a16="http://schemas.microsoft.com/office/drawing/2014/main" id="{AB0554AA-3204-0D72-7AFF-75F8D0FAEED5}"/>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509" name="Connecteur droit 508">
                  <a:extLst>
                    <a:ext uri="{FF2B5EF4-FFF2-40B4-BE49-F238E27FC236}">
                      <a16:creationId xmlns:a16="http://schemas.microsoft.com/office/drawing/2014/main" id="{87FF48B7-4D81-8EE3-30A6-AA40CD1921EB}"/>
                    </a:ext>
                  </a:extLst>
                </p:cNvPr>
                <p:cNvCxnSpPr/>
                <p:nvPr/>
              </p:nvCxnSpPr>
              <p:spPr>
                <a:xfrm>
                  <a:off x="537515" y="2418080"/>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493" name="ZoneTexte 492">
                <a:extLst>
                  <a:ext uri="{FF2B5EF4-FFF2-40B4-BE49-F238E27FC236}">
                    <a16:creationId xmlns:a16="http://schemas.microsoft.com/office/drawing/2014/main" id="{B49D0766-5E9E-3F2E-D6F2-5B4EDE976777}"/>
                  </a:ext>
                </a:extLst>
              </p:cNvPr>
              <p:cNvSpPr txBox="1"/>
              <p:nvPr/>
            </p:nvSpPr>
            <p:spPr>
              <a:xfrm>
                <a:off x="2604725" y="1270000"/>
                <a:ext cx="639711"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Stock</a:t>
                </a:r>
                <a:endParaRPr lang="es-ES" sz="800" b="1" dirty="0">
                  <a:solidFill>
                    <a:srgbClr val="3F5B78"/>
                  </a:solidFill>
                  <a:latin typeface="Poppins" panose="00000500000000000000" pitchFamily="2" charset="0"/>
                  <a:cs typeface="Poppins" panose="00000500000000000000" pitchFamily="2" charset="0"/>
                </a:endParaRPr>
              </a:p>
            </p:txBody>
          </p:sp>
          <p:sp>
            <p:nvSpPr>
              <p:cNvPr id="494" name="ZoneTexte 493">
                <a:extLst>
                  <a:ext uri="{FF2B5EF4-FFF2-40B4-BE49-F238E27FC236}">
                    <a16:creationId xmlns:a16="http://schemas.microsoft.com/office/drawing/2014/main" id="{E4EAB8F3-BF5F-4916-D6DD-3C98744EE864}"/>
                  </a:ext>
                </a:extLst>
              </p:cNvPr>
              <p:cNvSpPr txBox="1"/>
              <p:nvPr/>
            </p:nvSpPr>
            <p:spPr>
              <a:xfrm>
                <a:off x="2124941" y="1427588"/>
                <a:ext cx="400807" cy="201589"/>
              </a:xfrm>
              <a:prstGeom prst="rect">
                <a:avLst/>
              </a:prstGeom>
              <a:noFill/>
            </p:spPr>
            <p:txBody>
              <a:bodyPr wrap="square" rtlCol="0">
                <a:spAutoFit/>
              </a:bodyPr>
              <a:lstStyle/>
              <a:p>
                <a:r>
                  <a:rPr lang="fr-FR" sz="700" dirty="0"/>
                  <a:t>PK</a:t>
                </a:r>
                <a:endParaRPr lang="es-ES" sz="700" dirty="0"/>
              </a:p>
            </p:txBody>
          </p:sp>
          <p:sp>
            <p:nvSpPr>
              <p:cNvPr id="495" name="ZoneTexte 494">
                <a:extLst>
                  <a:ext uri="{FF2B5EF4-FFF2-40B4-BE49-F238E27FC236}">
                    <a16:creationId xmlns:a16="http://schemas.microsoft.com/office/drawing/2014/main" id="{5345AADC-DAF4-903C-6269-9DE3B882C92F}"/>
                  </a:ext>
                </a:extLst>
              </p:cNvPr>
              <p:cNvSpPr txBox="1"/>
              <p:nvPr/>
            </p:nvSpPr>
            <p:spPr>
              <a:xfrm>
                <a:off x="2124943" y="2217369"/>
                <a:ext cx="400807" cy="201589"/>
              </a:xfrm>
              <a:prstGeom prst="rect">
                <a:avLst/>
              </a:prstGeom>
              <a:noFill/>
            </p:spPr>
            <p:txBody>
              <a:bodyPr wrap="square" rtlCol="0">
                <a:spAutoFit/>
              </a:bodyPr>
              <a:lstStyle/>
              <a:p>
                <a:r>
                  <a:rPr lang="fr-FR" sz="700" dirty="0"/>
                  <a:t>FK</a:t>
                </a:r>
                <a:endParaRPr lang="es-ES" sz="700" dirty="0"/>
              </a:p>
            </p:txBody>
          </p:sp>
          <p:sp>
            <p:nvSpPr>
              <p:cNvPr id="496" name="ZoneTexte 495">
                <a:extLst>
                  <a:ext uri="{FF2B5EF4-FFF2-40B4-BE49-F238E27FC236}">
                    <a16:creationId xmlns:a16="http://schemas.microsoft.com/office/drawing/2014/main" id="{AAA0EB3A-4EC8-15F0-2AD9-3700D08D869F}"/>
                  </a:ext>
                </a:extLst>
              </p:cNvPr>
              <p:cNvSpPr txBox="1"/>
              <p:nvPr/>
            </p:nvSpPr>
            <p:spPr>
              <a:xfrm>
                <a:off x="2564578" y="143654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Id_equipement</a:t>
                </a:r>
                <a:endParaRPr lang="es-ES" sz="600" dirty="0">
                  <a:latin typeface="Poppins" panose="00000500000000000000" pitchFamily="2" charset="0"/>
                  <a:cs typeface="Poppins" panose="00000500000000000000" pitchFamily="2" charset="0"/>
                </a:endParaRPr>
              </a:p>
            </p:txBody>
          </p:sp>
          <p:sp>
            <p:nvSpPr>
              <p:cNvPr id="497" name="ZoneTexte 496">
                <a:extLst>
                  <a:ext uri="{FF2B5EF4-FFF2-40B4-BE49-F238E27FC236}">
                    <a16:creationId xmlns:a16="http://schemas.microsoft.com/office/drawing/2014/main" id="{D99DD68D-D2BB-AB3D-42A1-9A97300F4A5A}"/>
                  </a:ext>
                </a:extLst>
              </p:cNvPr>
              <p:cNvSpPr txBox="1"/>
              <p:nvPr/>
            </p:nvSpPr>
            <p:spPr>
              <a:xfrm>
                <a:off x="2577082" y="158499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Nom_equipement</a:t>
                </a:r>
                <a:endParaRPr lang="es-ES" sz="600" dirty="0">
                  <a:latin typeface="Poppins" panose="00000500000000000000" pitchFamily="2" charset="0"/>
                  <a:cs typeface="Poppins" panose="00000500000000000000" pitchFamily="2" charset="0"/>
                </a:endParaRPr>
              </a:p>
            </p:txBody>
          </p:sp>
          <p:sp>
            <p:nvSpPr>
              <p:cNvPr id="498" name="ZoneTexte 497">
                <a:extLst>
                  <a:ext uri="{FF2B5EF4-FFF2-40B4-BE49-F238E27FC236}">
                    <a16:creationId xmlns:a16="http://schemas.microsoft.com/office/drawing/2014/main" id="{56BD4AC0-3CDB-EA60-C70B-E19740BBDFB9}"/>
                  </a:ext>
                </a:extLst>
              </p:cNvPr>
              <p:cNvSpPr txBox="1"/>
              <p:nvPr/>
            </p:nvSpPr>
            <p:spPr>
              <a:xfrm>
                <a:off x="2579057" y="1738564"/>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Equipement_neuf</a:t>
                </a:r>
                <a:endParaRPr lang="es-ES" sz="600" dirty="0">
                  <a:latin typeface="Poppins" panose="00000500000000000000" pitchFamily="2" charset="0"/>
                  <a:cs typeface="Poppins" panose="00000500000000000000" pitchFamily="2" charset="0"/>
                </a:endParaRPr>
              </a:p>
            </p:txBody>
          </p:sp>
          <p:sp>
            <p:nvSpPr>
              <p:cNvPr id="499" name="ZoneTexte 498">
                <a:extLst>
                  <a:ext uri="{FF2B5EF4-FFF2-40B4-BE49-F238E27FC236}">
                    <a16:creationId xmlns:a16="http://schemas.microsoft.com/office/drawing/2014/main" id="{122FF4C7-10FB-E14F-68C4-F971282B4E77}"/>
                  </a:ext>
                </a:extLst>
              </p:cNvPr>
              <p:cNvSpPr txBox="1"/>
              <p:nvPr/>
            </p:nvSpPr>
            <p:spPr>
              <a:xfrm>
                <a:off x="2581031" y="1892132"/>
                <a:ext cx="931926" cy="279123"/>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Equipement_utilisé</a:t>
                </a:r>
                <a:endParaRPr lang="es-ES" sz="600" dirty="0">
                  <a:latin typeface="Poppins" panose="00000500000000000000" pitchFamily="2" charset="0"/>
                  <a:cs typeface="Poppins" panose="00000500000000000000" pitchFamily="2" charset="0"/>
                </a:endParaRPr>
              </a:p>
            </p:txBody>
          </p:sp>
          <p:sp>
            <p:nvSpPr>
              <p:cNvPr id="500" name="ZoneTexte 499">
                <a:extLst>
                  <a:ext uri="{FF2B5EF4-FFF2-40B4-BE49-F238E27FC236}">
                    <a16:creationId xmlns:a16="http://schemas.microsoft.com/office/drawing/2014/main" id="{6FB2A034-A15C-A886-2CC8-B46784BE455F}"/>
                  </a:ext>
                </a:extLst>
              </p:cNvPr>
              <p:cNvSpPr txBox="1"/>
              <p:nvPr/>
            </p:nvSpPr>
            <p:spPr>
              <a:xfrm>
                <a:off x="2583006" y="204570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Caractéristique</a:t>
                </a:r>
                <a:endParaRPr lang="es-ES" sz="600" dirty="0">
                  <a:latin typeface="Poppins" panose="00000500000000000000" pitchFamily="2" charset="0"/>
                  <a:cs typeface="Poppins" panose="00000500000000000000" pitchFamily="2" charset="0"/>
                </a:endParaRPr>
              </a:p>
            </p:txBody>
          </p:sp>
          <p:sp>
            <p:nvSpPr>
              <p:cNvPr id="501" name="ZoneTexte 500">
                <a:extLst>
                  <a:ext uri="{FF2B5EF4-FFF2-40B4-BE49-F238E27FC236}">
                    <a16:creationId xmlns:a16="http://schemas.microsoft.com/office/drawing/2014/main" id="{764339C3-F8C1-9266-8204-C037270D5F92}"/>
                  </a:ext>
                </a:extLst>
              </p:cNvPr>
              <p:cNvSpPr txBox="1"/>
              <p:nvPr/>
            </p:nvSpPr>
            <p:spPr>
              <a:xfrm>
                <a:off x="2584980" y="2218465"/>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grpSp>
        <p:grpSp>
          <p:nvGrpSpPr>
            <p:cNvPr id="309" name="Groupe 308">
              <a:extLst>
                <a:ext uri="{FF2B5EF4-FFF2-40B4-BE49-F238E27FC236}">
                  <a16:creationId xmlns:a16="http://schemas.microsoft.com/office/drawing/2014/main" id="{8850FCB9-BA8F-A94E-0E10-0D6DD919BCAA}"/>
                </a:ext>
              </a:extLst>
            </p:cNvPr>
            <p:cNvGrpSpPr/>
            <p:nvPr/>
          </p:nvGrpSpPr>
          <p:grpSpPr>
            <a:xfrm>
              <a:off x="5509243" y="1373659"/>
              <a:ext cx="1524720" cy="612414"/>
              <a:chOff x="5083285" y="1373659"/>
              <a:chExt cx="1524720" cy="612414"/>
            </a:xfrm>
          </p:grpSpPr>
          <p:grpSp>
            <p:nvGrpSpPr>
              <p:cNvPr id="481" name="Groupe 480">
                <a:extLst>
                  <a:ext uri="{FF2B5EF4-FFF2-40B4-BE49-F238E27FC236}">
                    <a16:creationId xmlns:a16="http://schemas.microsoft.com/office/drawing/2014/main" id="{3A559CB1-204B-8D45-2EE1-F7208972C39E}"/>
                  </a:ext>
                </a:extLst>
              </p:cNvPr>
              <p:cNvGrpSpPr/>
              <p:nvPr/>
            </p:nvGrpSpPr>
            <p:grpSpPr>
              <a:xfrm>
                <a:off x="5083285" y="1402676"/>
                <a:ext cx="1524720" cy="582087"/>
                <a:chOff x="4455885" y="1195809"/>
                <a:chExt cx="1752858" cy="917472"/>
              </a:xfrm>
            </p:grpSpPr>
            <p:sp>
              <p:nvSpPr>
                <p:cNvPr id="487" name="Rectangle 486">
                  <a:extLst>
                    <a:ext uri="{FF2B5EF4-FFF2-40B4-BE49-F238E27FC236}">
                      <a16:creationId xmlns:a16="http://schemas.microsoft.com/office/drawing/2014/main" id="{A7F1929A-A9A9-7C2D-1A34-99C0FBD95773}"/>
                    </a:ext>
                  </a:extLst>
                </p:cNvPr>
                <p:cNvSpPr/>
                <p:nvPr/>
              </p:nvSpPr>
              <p:spPr>
                <a:xfrm>
                  <a:off x="4460965" y="1195809"/>
                  <a:ext cx="1747777" cy="91747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88" name="Connecteur droit 487">
                  <a:extLst>
                    <a:ext uri="{FF2B5EF4-FFF2-40B4-BE49-F238E27FC236}">
                      <a16:creationId xmlns:a16="http://schemas.microsoft.com/office/drawing/2014/main" id="{53002E40-A826-8DE2-31DC-4E2DE9638452}"/>
                    </a:ext>
                  </a:extLst>
                </p:cNvPr>
                <p:cNvCxnSpPr/>
                <p:nvPr/>
              </p:nvCxnSpPr>
              <p:spPr>
                <a:xfrm>
                  <a:off x="4460965" y="1416178"/>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89" name="Connecteur droit 488">
                  <a:extLst>
                    <a:ext uri="{FF2B5EF4-FFF2-40B4-BE49-F238E27FC236}">
                      <a16:creationId xmlns:a16="http://schemas.microsoft.com/office/drawing/2014/main" id="{DD8A63D9-92A9-7FA8-BD41-7A440781AB85}"/>
                    </a:ext>
                  </a:extLst>
                </p:cNvPr>
                <p:cNvCxnSpPr>
                  <a:cxnSpLocks/>
                </p:cNvCxnSpPr>
                <p:nvPr/>
              </p:nvCxnSpPr>
              <p:spPr>
                <a:xfrm>
                  <a:off x="4842094" y="1421129"/>
                  <a:ext cx="0" cy="692152"/>
                </a:xfrm>
                <a:prstGeom prst="line">
                  <a:avLst/>
                </a:prstGeom>
                <a:ln w="9525"/>
              </p:spPr>
              <p:style>
                <a:lnRef idx="1">
                  <a:schemeClr val="dk1"/>
                </a:lnRef>
                <a:fillRef idx="0">
                  <a:schemeClr val="dk1"/>
                </a:fillRef>
                <a:effectRef idx="0">
                  <a:schemeClr val="dk1"/>
                </a:effectRef>
                <a:fontRef idx="minor">
                  <a:schemeClr val="tx1"/>
                </a:fontRef>
              </p:style>
            </p:cxnSp>
            <p:cxnSp>
              <p:nvCxnSpPr>
                <p:cNvPr id="490" name="Connecteur droit 489">
                  <a:extLst>
                    <a:ext uri="{FF2B5EF4-FFF2-40B4-BE49-F238E27FC236}">
                      <a16:creationId xmlns:a16="http://schemas.microsoft.com/office/drawing/2014/main" id="{C6AC9D29-1324-B81A-278C-81ACB8CB8D05}"/>
                    </a:ext>
                  </a:extLst>
                </p:cNvPr>
                <p:cNvCxnSpPr/>
                <p:nvPr/>
              </p:nvCxnSpPr>
              <p:spPr>
                <a:xfrm>
                  <a:off x="4455885" y="1634618"/>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91" name="Connecteur droit 490">
                  <a:extLst>
                    <a:ext uri="{FF2B5EF4-FFF2-40B4-BE49-F238E27FC236}">
                      <a16:creationId xmlns:a16="http://schemas.microsoft.com/office/drawing/2014/main" id="{E6EE550B-33FC-3001-E34F-1FE92B2C0E0F}"/>
                    </a:ext>
                  </a:extLst>
                </p:cNvPr>
                <p:cNvCxnSpPr/>
                <p:nvPr/>
              </p:nvCxnSpPr>
              <p:spPr>
                <a:xfrm>
                  <a:off x="4455885" y="1868298"/>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482" name="ZoneTexte 481">
                <a:extLst>
                  <a:ext uri="{FF2B5EF4-FFF2-40B4-BE49-F238E27FC236}">
                    <a16:creationId xmlns:a16="http://schemas.microsoft.com/office/drawing/2014/main" id="{0ABB9BBE-CF16-D026-10FC-1241819D7D36}"/>
                  </a:ext>
                </a:extLst>
              </p:cNvPr>
              <p:cNvSpPr txBox="1"/>
              <p:nvPr/>
            </p:nvSpPr>
            <p:spPr>
              <a:xfrm>
                <a:off x="5515016" y="1373659"/>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Utilisateur</a:t>
                </a:r>
                <a:endParaRPr lang="es-ES" sz="800" b="1" dirty="0">
                  <a:solidFill>
                    <a:srgbClr val="3F5B78"/>
                  </a:solidFill>
                  <a:latin typeface="Poppins" panose="00000500000000000000" pitchFamily="2" charset="0"/>
                  <a:cs typeface="Poppins" panose="00000500000000000000" pitchFamily="2" charset="0"/>
                </a:endParaRPr>
              </a:p>
            </p:txBody>
          </p:sp>
          <p:sp>
            <p:nvSpPr>
              <p:cNvPr id="483" name="ZoneTexte 482">
                <a:extLst>
                  <a:ext uri="{FF2B5EF4-FFF2-40B4-BE49-F238E27FC236}">
                    <a16:creationId xmlns:a16="http://schemas.microsoft.com/office/drawing/2014/main" id="{8C7F23ED-65E9-A9E7-53F0-37B6B39275E7}"/>
                  </a:ext>
                </a:extLst>
              </p:cNvPr>
              <p:cNvSpPr txBox="1"/>
              <p:nvPr/>
            </p:nvSpPr>
            <p:spPr>
              <a:xfrm>
                <a:off x="5110259" y="1519729"/>
                <a:ext cx="400807" cy="201589"/>
              </a:xfrm>
              <a:prstGeom prst="rect">
                <a:avLst/>
              </a:prstGeom>
              <a:noFill/>
            </p:spPr>
            <p:txBody>
              <a:bodyPr wrap="square" rtlCol="0">
                <a:spAutoFit/>
              </a:bodyPr>
              <a:lstStyle/>
              <a:p>
                <a:r>
                  <a:rPr lang="fr-FR" sz="700" dirty="0"/>
                  <a:t>PK</a:t>
                </a:r>
                <a:endParaRPr lang="es-ES" sz="700" dirty="0"/>
              </a:p>
            </p:txBody>
          </p:sp>
          <p:sp>
            <p:nvSpPr>
              <p:cNvPr id="484" name="ZoneTexte 483">
                <a:extLst>
                  <a:ext uri="{FF2B5EF4-FFF2-40B4-BE49-F238E27FC236}">
                    <a16:creationId xmlns:a16="http://schemas.microsoft.com/office/drawing/2014/main" id="{62FF21FC-C043-5965-F3E6-0D760B36C863}"/>
                  </a:ext>
                </a:extLst>
              </p:cNvPr>
              <p:cNvSpPr txBox="1"/>
              <p:nvPr/>
            </p:nvSpPr>
            <p:spPr>
              <a:xfrm>
                <a:off x="5539103" y="151205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sp>
            <p:nvSpPr>
              <p:cNvPr id="485" name="ZoneTexte 484">
                <a:extLst>
                  <a:ext uri="{FF2B5EF4-FFF2-40B4-BE49-F238E27FC236}">
                    <a16:creationId xmlns:a16="http://schemas.microsoft.com/office/drawing/2014/main" id="{717F6DCE-C96D-5E73-6A3B-DD66B1CDD32C}"/>
                  </a:ext>
                </a:extLst>
              </p:cNvPr>
              <p:cNvSpPr txBox="1"/>
              <p:nvPr/>
            </p:nvSpPr>
            <p:spPr>
              <a:xfrm>
                <a:off x="5531600" y="165218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Nom_utilisateur</a:t>
                </a:r>
                <a:endParaRPr lang="es-ES" sz="600" dirty="0">
                  <a:latin typeface="Poppins" panose="00000500000000000000" pitchFamily="2" charset="0"/>
                  <a:cs typeface="Poppins" panose="00000500000000000000" pitchFamily="2" charset="0"/>
                </a:endParaRPr>
              </a:p>
            </p:txBody>
          </p:sp>
          <p:sp>
            <p:nvSpPr>
              <p:cNvPr id="486" name="ZoneTexte 485">
                <a:extLst>
                  <a:ext uri="{FF2B5EF4-FFF2-40B4-BE49-F238E27FC236}">
                    <a16:creationId xmlns:a16="http://schemas.microsoft.com/office/drawing/2014/main" id="{507A2749-3BEA-ACCE-3F44-BD9B225C10A5}"/>
                  </a:ext>
                </a:extLst>
              </p:cNvPr>
              <p:cNvSpPr txBox="1"/>
              <p:nvPr/>
            </p:nvSpPr>
            <p:spPr>
              <a:xfrm>
                <a:off x="5524097" y="179999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Mot de passe</a:t>
                </a:r>
                <a:endParaRPr lang="es-ES" sz="600" dirty="0">
                  <a:latin typeface="Poppins" panose="00000500000000000000" pitchFamily="2" charset="0"/>
                  <a:cs typeface="Poppins" panose="00000500000000000000" pitchFamily="2" charset="0"/>
                </a:endParaRPr>
              </a:p>
            </p:txBody>
          </p:sp>
        </p:grpSp>
        <p:grpSp>
          <p:nvGrpSpPr>
            <p:cNvPr id="310" name="Groupe 309">
              <a:extLst>
                <a:ext uri="{FF2B5EF4-FFF2-40B4-BE49-F238E27FC236}">
                  <a16:creationId xmlns:a16="http://schemas.microsoft.com/office/drawing/2014/main" id="{68CBBA31-116A-C48E-7323-9EF5619CB5E7}"/>
                </a:ext>
              </a:extLst>
            </p:cNvPr>
            <p:cNvGrpSpPr/>
            <p:nvPr/>
          </p:nvGrpSpPr>
          <p:grpSpPr>
            <a:xfrm>
              <a:off x="5556221" y="2926964"/>
              <a:ext cx="1520301" cy="1058029"/>
              <a:chOff x="5114261" y="2688204"/>
              <a:chExt cx="1520301" cy="1058029"/>
            </a:xfrm>
          </p:grpSpPr>
          <p:grpSp>
            <p:nvGrpSpPr>
              <p:cNvPr id="463" name="Groupe 462">
                <a:extLst>
                  <a:ext uri="{FF2B5EF4-FFF2-40B4-BE49-F238E27FC236}">
                    <a16:creationId xmlns:a16="http://schemas.microsoft.com/office/drawing/2014/main" id="{B1F430E3-0FA5-B2B2-F707-419F26797669}"/>
                  </a:ext>
                </a:extLst>
              </p:cNvPr>
              <p:cNvGrpSpPr/>
              <p:nvPr/>
            </p:nvGrpSpPr>
            <p:grpSpPr>
              <a:xfrm>
                <a:off x="5114261" y="2715033"/>
                <a:ext cx="1520301" cy="1015176"/>
                <a:chOff x="527355" y="1064872"/>
                <a:chExt cx="1747778" cy="1632597"/>
              </a:xfrm>
            </p:grpSpPr>
            <p:sp>
              <p:nvSpPr>
                <p:cNvPr id="473" name="Rectangle 472">
                  <a:extLst>
                    <a:ext uri="{FF2B5EF4-FFF2-40B4-BE49-F238E27FC236}">
                      <a16:creationId xmlns:a16="http://schemas.microsoft.com/office/drawing/2014/main" id="{6E27C78C-D9EA-10B7-25B3-660A71D50DBD}"/>
                    </a:ext>
                  </a:extLst>
                </p:cNvPr>
                <p:cNvSpPr/>
                <p:nvPr/>
              </p:nvSpPr>
              <p:spPr>
                <a:xfrm>
                  <a:off x="527355" y="1064872"/>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74" name="Connecteur droit 473">
                  <a:extLst>
                    <a:ext uri="{FF2B5EF4-FFF2-40B4-BE49-F238E27FC236}">
                      <a16:creationId xmlns:a16="http://schemas.microsoft.com/office/drawing/2014/main" id="{E5EAC6A4-356A-F0BD-FF64-829BE7155F10}"/>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75" name="Connecteur droit 474">
                  <a:extLst>
                    <a:ext uri="{FF2B5EF4-FFF2-40B4-BE49-F238E27FC236}">
                      <a16:creationId xmlns:a16="http://schemas.microsoft.com/office/drawing/2014/main" id="{6510B20C-CE97-6A58-E05F-877ED93C73E2}"/>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476" name="Connecteur droit 475">
                  <a:extLst>
                    <a:ext uri="{FF2B5EF4-FFF2-40B4-BE49-F238E27FC236}">
                      <a16:creationId xmlns:a16="http://schemas.microsoft.com/office/drawing/2014/main" id="{9F7BBB90-A8C9-C736-E2E7-C077421C4581}"/>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77" name="Connecteur droit 476">
                  <a:extLst>
                    <a:ext uri="{FF2B5EF4-FFF2-40B4-BE49-F238E27FC236}">
                      <a16:creationId xmlns:a16="http://schemas.microsoft.com/office/drawing/2014/main" id="{5F84299C-D6F9-3600-9E6B-CC48DC1E3B94}"/>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78" name="Connecteur droit 477">
                  <a:extLst>
                    <a:ext uri="{FF2B5EF4-FFF2-40B4-BE49-F238E27FC236}">
                      <a16:creationId xmlns:a16="http://schemas.microsoft.com/office/drawing/2014/main" id="{77CC4A1A-AB67-CD5B-40A4-48E554A9015F}"/>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79" name="Connecteur droit 478">
                  <a:extLst>
                    <a:ext uri="{FF2B5EF4-FFF2-40B4-BE49-F238E27FC236}">
                      <a16:creationId xmlns:a16="http://schemas.microsoft.com/office/drawing/2014/main" id="{06E95920-36EA-795B-ABDE-95F39C15B8AA}"/>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80" name="Connecteur droit 479">
                  <a:extLst>
                    <a:ext uri="{FF2B5EF4-FFF2-40B4-BE49-F238E27FC236}">
                      <a16:creationId xmlns:a16="http://schemas.microsoft.com/office/drawing/2014/main" id="{9A684CB2-906B-92AA-A014-9374ABF348B0}"/>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464" name="ZoneTexte 463">
                <a:extLst>
                  <a:ext uri="{FF2B5EF4-FFF2-40B4-BE49-F238E27FC236}">
                    <a16:creationId xmlns:a16="http://schemas.microsoft.com/office/drawing/2014/main" id="{AA09D215-535C-A928-8797-38520887C5EC}"/>
                  </a:ext>
                </a:extLst>
              </p:cNvPr>
              <p:cNvSpPr txBox="1"/>
              <p:nvPr/>
            </p:nvSpPr>
            <p:spPr>
              <a:xfrm>
                <a:off x="5527652" y="2688204"/>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Salle de TP</a:t>
                </a:r>
                <a:endParaRPr lang="es-ES" sz="800" b="1" dirty="0">
                  <a:solidFill>
                    <a:srgbClr val="3F5B78"/>
                  </a:solidFill>
                  <a:latin typeface="Poppins" panose="00000500000000000000" pitchFamily="2" charset="0"/>
                  <a:cs typeface="Poppins" panose="00000500000000000000" pitchFamily="2" charset="0"/>
                </a:endParaRPr>
              </a:p>
            </p:txBody>
          </p:sp>
          <p:sp>
            <p:nvSpPr>
              <p:cNvPr id="465" name="ZoneTexte 464">
                <a:extLst>
                  <a:ext uri="{FF2B5EF4-FFF2-40B4-BE49-F238E27FC236}">
                    <a16:creationId xmlns:a16="http://schemas.microsoft.com/office/drawing/2014/main" id="{1CF5D6F9-AD13-0D98-A796-4092F1F2695E}"/>
                  </a:ext>
                </a:extLst>
              </p:cNvPr>
              <p:cNvSpPr txBox="1"/>
              <p:nvPr/>
            </p:nvSpPr>
            <p:spPr>
              <a:xfrm>
                <a:off x="5136585" y="2819941"/>
                <a:ext cx="400807" cy="201589"/>
              </a:xfrm>
              <a:prstGeom prst="rect">
                <a:avLst/>
              </a:prstGeom>
              <a:noFill/>
            </p:spPr>
            <p:txBody>
              <a:bodyPr wrap="square" rtlCol="0">
                <a:spAutoFit/>
              </a:bodyPr>
              <a:lstStyle/>
              <a:p>
                <a:r>
                  <a:rPr lang="fr-FR" sz="700" dirty="0"/>
                  <a:t>PK</a:t>
                </a:r>
                <a:endParaRPr lang="es-ES" sz="700" dirty="0"/>
              </a:p>
            </p:txBody>
          </p:sp>
          <p:sp>
            <p:nvSpPr>
              <p:cNvPr id="466" name="ZoneTexte 465">
                <a:extLst>
                  <a:ext uri="{FF2B5EF4-FFF2-40B4-BE49-F238E27FC236}">
                    <a16:creationId xmlns:a16="http://schemas.microsoft.com/office/drawing/2014/main" id="{A3E8455A-0A0F-3FB2-E814-B808AE8C00B5}"/>
                  </a:ext>
                </a:extLst>
              </p:cNvPr>
              <p:cNvSpPr txBox="1"/>
              <p:nvPr/>
            </p:nvSpPr>
            <p:spPr>
              <a:xfrm>
                <a:off x="5159911" y="3544644"/>
                <a:ext cx="400807" cy="201589"/>
              </a:xfrm>
              <a:prstGeom prst="rect">
                <a:avLst/>
              </a:prstGeom>
              <a:noFill/>
            </p:spPr>
            <p:txBody>
              <a:bodyPr wrap="square" rtlCol="0">
                <a:spAutoFit/>
              </a:bodyPr>
              <a:lstStyle/>
              <a:p>
                <a:r>
                  <a:rPr lang="fr-FR" sz="700" dirty="0"/>
                  <a:t>FK</a:t>
                </a:r>
                <a:endParaRPr lang="es-ES" sz="700" dirty="0"/>
              </a:p>
            </p:txBody>
          </p:sp>
          <p:sp>
            <p:nvSpPr>
              <p:cNvPr id="467" name="ZoneTexte 466">
                <a:extLst>
                  <a:ext uri="{FF2B5EF4-FFF2-40B4-BE49-F238E27FC236}">
                    <a16:creationId xmlns:a16="http://schemas.microsoft.com/office/drawing/2014/main" id="{B486574D-1421-5949-75E6-B2CF2DD49532}"/>
                  </a:ext>
                </a:extLst>
              </p:cNvPr>
              <p:cNvSpPr txBox="1"/>
              <p:nvPr/>
            </p:nvSpPr>
            <p:spPr>
              <a:xfrm>
                <a:off x="5502378" y="2826340"/>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sp>
            <p:nvSpPr>
              <p:cNvPr id="468" name="ZoneTexte 467">
                <a:extLst>
                  <a:ext uri="{FF2B5EF4-FFF2-40B4-BE49-F238E27FC236}">
                    <a16:creationId xmlns:a16="http://schemas.microsoft.com/office/drawing/2014/main" id="{B7BF9CBC-B857-15AA-1821-BD9055CE5DC8}"/>
                  </a:ext>
                </a:extLst>
              </p:cNvPr>
              <p:cNvSpPr txBox="1"/>
              <p:nvPr/>
            </p:nvSpPr>
            <p:spPr>
              <a:xfrm>
                <a:off x="5533969" y="296263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Nombre_posts</a:t>
                </a:r>
                <a:endParaRPr lang="es-ES" sz="600" dirty="0">
                  <a:latin typeface="Poppins" panose="00000500000000000000" pitchFamily="2" charset="0"/>
                  <a:cs typeface="Poppins" panose="00000500000000000000" pitchFamily="2" charset="0"/>
                </a:endParaRPr>
              </a:p>
            </p:txBody>
          </p:sp>
          <p:sp>
            <p:nvSpPr>
              <p:cNvPr id="469" name="ZoneTexte 468">
                <a:extLst>
                  <a:ext uri="{FF2B5EF4-FFF2-40B4-BE49-F238E27FC236}">
                    <a16:creationId xmlns:a16="http://schemas.microsoft.com/office/drawing/2014/main" id="{E9F5C5EA-9389-7B55-627E-010ABF4EACB5}"/>
                  </a:ext>
                </a:extLst>
              </p:cNvPr>
              <p:cNvSpPr txBox="1"/>
              <p:nvPr/>
            </p:nvSpPr>
            <p:spPr>
              <a:xfrm>
                <a:off x="5528046" y="3098924"/>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Capacite</a:t>
                </a:r>
                <a:endParaRPr lang="es-ES" sz="600" dirty="0">
                  <a:latin typeface="Poppins" panose="00000500000000000000" pitchFamily="2" charset="0"/>
                  <a:cs typeface="Poppins" panose="00000500000000000000" pitchFamily="2" charset="0"/>
                </a:endParaRPr>
              </a:p>
            </p:txBody>
          </p:sp>
          <p:sp>
            <p:nvSpPr>
              <p:cNvPr id="470" name="ZoneTexte 469">
                <a:extLst>
                  <a:ext uri="{FF2B5EF4-FFF2-40B4-BE49-F238E27FC236}">
                    <a16:creationId xmlns:a16="http://schemas.microsoft.com/office/drawing/2014/main" id="{114324DC-81FD-9741-EB83-8AD0BF407FD3}"/>
                  </a:ext>
                </a:extLst>
              </p:cNvPr>
              <p:cNvSpPr txBox="1"/>
              <p:nvPr/>
            </p:nvSpPr>
            <p:spPr>
              <a:xfrm>
                <a:off x="5522123" y="3235216"/>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Nombre total</a:t>
                </a:r>
                <a:endParaRPr lang="es-ES" sz="600" dirty="0">
                  <a:latin typeface="Poppins" panose="00000500000000000000" pitchFamily="2" charset="0"/>
                  <a:cs typeface="Poppins" panose="00000500000000000000" pitchFamily="2" charset="0"/>
                </a:endParaRPr>
              </a:p>
            </p:txBody>
          </p:sp>
          <p:sp>
            <p:nvSpPr>
              <p:cNvPr id="471" name="ZoneTexte 470">
                <a:extLst>
                  <a:ext uri="{FF2B5EF4-FFF2-40B4-BE49-F238E27FC236}">
                    <a16:creationId xmlns:a16="http://schemas.microsoft.com/office/drawing/2014/main" id="{76ED5F44-FDC4-01D9-B1E6-9017B12BE7A6}"/>
                  </a:ext>
                </a:extLst>
              </p:cNvPr>
              <p:cNvSpPr txBox="1"/>
              <p:nvPr/>
            </p:nvSpPr>
            <p:spPr>
              <a:xfrm>
                <a:off x="5516199" y="3371507"/>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Internet</a:t>
                </a:r>
                <a:endParaRPr lang="es-ES" sz="600" dirty="0">
                  <a:latin typeface="Poppins" panose="00000500000000000000" pitchFamily="2" charset="0"/>
                  <a:cs typeface="Poppins" panose="00000500000000000000" pitchFamily="2" charset="0"/>
                </a:endParaRPr>
              </a:p>
            </p:txBody>
          </p:sp>
          <p:sp>
            <p:nvSpPr>
              <p:cNvPr id="472" name="ZoneTexte 471">
                <a:extLst>
                  <a:ext uri="{FF2B5EF4-FFF2-40B4-BE49-F238E27FC236}">
                    <a16:creationId xmlns:a16="http://schemas.microsoft.com/office/drawing/2014/main" id="{AFF9DC4A-27CB-5AB7-841F-B6FDC727F3F5}"/>
                  </a:ext>
                </a:extLst>
              </p:cNvPr>
              <p:cNvSpPr txBox="1"/>
              <p:nvPr/>
            </p:nvSpPr>
            <p:spPr>
              <a:xfrm>
                <a:off x="5524097" y="3528915"/>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Id_utilisateur</a:t>
                </a:r>
                <a:endParaRPr lang="es-ES" sz="600" dirty="0">
                  <a:latin typeface="Poppins" panose="00000500000000000000" pitchFamily="2" charset="0"/>
                  <a:cs typeface="Poppins" panose="00000500000000000000" pitchFamily="2" charset="0"/>
                </a:endParaRPr>
              </a:p>
            </p:txBody>
          </p:sp>
        </p:grpSp>
        <p:grpSp>
          <p:nvGrpSpPr>
            <p:cNvPr id="311" name="Groupe 310">
              <a:extLst>
                <a:ext uri="{FF2B5EF4-FFF2-40B4-BE49-F238E27FC236}">
                  <a16:creationId xmlns:a16="http://schemas.microsoft.com/office/drawing/2014/main" id="{6A41F55C-5EA1-A80B-F510-D58A060E0C3D}"/>
                </a:ext>
              </a:extLst>
            </p:cNvPr>
            <p:cNvGrpSpPr/>
            <p:nvPr/>
          </p:nvGrpSpPr>
          <p:grpSpPr>
            <a:xfrm>
              <a:off x="5554126" y="4996020"/>
              <a:ext cx="1520301" cy="1297753"/>
              <a:chOff x="5124866" y="4203540"/>
              <a:chExt cx="1520301" cy="1297753"/>
            </a:xfrm>
          </p:grpSpPr>
          <p:grpSp>
            <p:nvGrpSpPr>
              <p:cNvPr id="441" name="Groupe 440">
                <a:extLst>
                  <a:ext uri="{FF2B5EF4-FFF2-40B4-BE49-F238E27FC236}">
                    <a16:creationId xmlns:a16="http://schemas.microsoft.com/office/drawing/2014/main" id="{2E058BDB-E465-295B-ADDE-BD44825D2F0F}"/>
                  </a:ext>
                </a:extLst>
              </p:cNvPr>
              <p:cNvGrpSpPr/>
              <p:nvPr/>
            </p:nvGrpSpPr>
            <p:grpSpPr>
              <a:xfrm>
                <a:off x="5124866" y="4223837"/>
                <a:ext cx="1520301" cy="1238000"/>
                <a:chOff x="527355" y="1064869"/>
                <a:chExt cx="1747778" cy="2046882"/>
              </a:xfrm>
            </p:grpSpPr>
            <p:sp>
              <p:nvSpPr>
                <p:cNvPr id="453" name="Rectangle 452">
                  <a:extLst>
                    <a:ext uri="{FF2B5EF4-FFF2-40B4-BE49-F238E27FC236}">
                      <a16:creationId xmlns:a16="http://schemas.microsoft.com/office/drawing/2014/main" id="{77FACDA1-03F3-EA98-6A6A-E994051BEE4A}"/>
                    </a:ext>
                  </a:extLst>
                </p:cNvPr>
                <p:cNvSpPr/>
                <p:nvPr/>
              </p:nvSpPr>
              <p:spPr>
                <a:xfrm>
                  <a:off x="527355" y="1064869"/>
                  <a:ext cx="1747778" cy="2046882"/>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54" name="Connecteur droit 453">
                  <a:extLst>
                    <a:ext uri="{FF2B5EF4-FFF2-40B4-BE49-F238E27FC236}">
                      <a16:creationId xmlns:a16="http://schemas.microsoft.com/office/drawing/2014/main" id="{BD8B3F75-8325-33DA-A2D8-4555AF0D0160}"/>
                    </a:ext>
                  </a:extLst>
                </p:cNvPr>
                <p:cNvCxnSpPr/>
                <p:nvPr/>
              </p:nvCxnSpPr>
              <p:spPr>
                <a:xfrm>
                  <a:off x="527355" y="132585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55" name="Connecteur droit 454">
                  <a:extLst>
                    <a:ext uri="{FF2B5EF4-FFF2-40B4-BE49-F238E27FC236}">
                      <a16:creationId xmlns:a16="http://schemas.microsoft.com/office/drawing/2014/main" id="{A494ACE6-57B0-4347-60E6-FE019C33EA73}"/>
                    </a:ext>
                  </a:extLst>
                </p:cNvPr>
                <p:cNvCxnSpPr>
                  <a:cxnSpLocks/>
                </p:cNvCxnSpPr>
                <p:nvPr/>
              </p:nvCxnSpPr>
              <p:spPr>
                <a:xfrm>
                  <a:off x="913564" y="1326783"/>
                  <a:ext cx="0" cy="1784968"/>
                </a:xfrm>
                <a:prstGeom prst="line">
                  <a:avLst/>
                </a:prstGeom>
                <a:ln w="9525"/>
              </p:spPr>
              <p:style>
                <a:lnRef idx="1">
                  <a:schemeClr val="dk1"/>
                </a:lnRef>
                <a:fillRef idx="0">
                  <a:schemeClr val="dk1"/>
                </a:fillRef>
                <a:effectRef idx="0">
                  <a:schemeClr val="dk1"/>
                </a:effectRef>
                <a:fontRef idx="minor">
                  <a:schemeClr val="tx1"/>
                </a:fontRef>
              </p:style>
            </p:cxnSp>
            <p:cxnSp>
              <p:nvCxnSpPr>
                <p:cNvPr id="456" name="Connecteur droit 455">
                  <a:extLst>
                    <a:ext uri="{FF2B5EF4-FFF2-40B4-BE49-F238E27FC236}">
                      <a16:creationId xmlns:a16="http://schemas.microsoft.com/office/drawing/2014/main" id="{40F51C9F-51E4-8822-6085-77EF73490E26}"/>
                    </a:ext>
                  </a:extLst>
                </p:cNvPr>
                <p:cNvCxnSpPr/>
                <p:nvPr/>
              </p:nvCxnSpPr>
              <p:spPr>
                <a:xfrm>
                  <a:off x="527355" y="152907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57" name="Connecteur droit 456">
                  <a:extLst>
                    <a:ext uri="{FF2B5EF4-FFF2-40B4-BE49-F238E27FC236}">
                      <a16:creationId xmlns:a16="http://schemas.microsoft.com/office/drawing/2014/main" id="{E569D9C3-D346-6534-8B82-19066D4C0B54}"/>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58" name="Connecteur droit 457">
                  <a:extLst>
                    <a:ext uri="{FF2B5EF4-FFF2-40B4-BE49-F238E27FC236}">
                      <a16:creationId xmlns:a16="http://schemas.microsoft.com/office/drawing/2014/main" id="{5A607A33-796B-6FF8-4744-D5D2EBD9A253}"/>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59" name="Connecteur droit 458">
                  <a:extLst>
                    <a:ext uri="{FF2B5EF4-FFF2-40B4-BE49-F238E27FC236}">
                      <a16:creationId xmlns:a16="http://schemas.microsoft.com/office/drawing/2014/main" id="{88E3ED32-F40D-A889-AA32-A211FCBF1A00}"/>
                    </a:ext>
                  </a:extLst>
                </p:cNvPr>
                <p:cNvCxnSpPr>
                  <a:cxnSpLocks/>
                </p:cNvCxnSpPr>
                <p:nvPr/>
              </p:nvCxnSpPr>
              <p:spPr>
                <a:xfrm>
                  <a:off x="535610"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60" name="Connecteur droit 459">
                  <a:extLst>
                    <a:ext uri="{FF2B5EF4-FFF2-40B4-BE49-F238E27FC236}">
                      <a16:creationId xmlns:a16="http://schemas.microsoft.com/office/drawing/2014/main" id="{B89AB24F-81A1-D0D4-EA88-64A519CE2364}"/>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61" name="Connecteur droit 460">
                  <a:extLst>
                    <a:ext uri="{FF2B5EF4-FFF2-40B4-BE49-F238E27FC236}">
                      <a16:creationId xmlns:a16="http://schemas.microsoft.com/office/drawing/2014/main" id="{036098E1-1429-675A-043B-8A444D866B6A}"/>
                    </a:ext>
                  </a:extLst>
                </p:cNvPr>
                <p:cNvCxnSpPr>
                  <a:cxnSpLocks/>
                </p:cNvCxnSpPr>
                <p:nvPr/>
              </p:nvCxnSpPr>
              <p:spPr>
                <a:xfrm>
                  <a:off x="527355" y="2648347"/>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62" name="Connecteur droit 461">
                  <a:extLst>
                    <a:ext uri="{FF2B5EF4-FFF2-40B4-BE49-F238E27FC236}">
                      <a16:creationId xmlns:a16="http://schemas.microsoft.com/office/drawing/2014/main" id="{79759A31-D629-C120-AE8E-37DB5215FE0A}"/>
                    </a:ext>
                  </a:extLst>
                </p:cNvPr>
                <p:cNvCxnSpPr>
                  <a:cxnSpLocks/>
                </p:cNvCxnSpPr>
                <p:nvPr/>
              </p:nvCxnSpPr>
              <p:spPr>
                <a:xfrm>
                  <a:off x="527355" y="2878615"/>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442" name="ZoneTexte 441">
                <a:extLst>
                  <a:ext uri="{FF2B5EF4-FFF2-40B4-BE49-F238E27FC236}">
                    <a16:creationId xmlns:a16="http://schemas.microsoft.com/office/drawing/2014/main" id="{2B61A8EB-057C-ED9A-95BC-9E1338D99D89}"/>
                  </a:ext>
                </a:extLst>
              </p:cNvPr>
              <p:cNvSpPr txBox="1"/>
              <p:nvPr/>
            </p:nvSpPr>
            <p:spPr>
              <a:xfrm>
                <a:off x="5312046" y="4203540"/>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Emploi du temps</a:t>
                </a:r>
                <a:endParaRPr lang="es-ES" sz="800" b="1" dirty="0">
                  <a:solidFill>
                    <a:srgbClr val="3F5B78"/>
                  </a:solidFill>
                  <a:latin typeface="Poppins" panose="00000500000000000000" pitchFamily="2" charset="0"/>
                  <a:cs typeface="Poppins" panose="00000500000000000000" pitchFamily="2" charset="0"/>
                </a:endParaRPr>
              </a:p>
            </p:txBody>
          </p:sp>
          <p:sp>
            <p:nvSpPr>
              <p:cNvPr id="443" name="ZoneTexte 442">
                <a:extLst>
                  <a:ext uri="{FF2B5EF4-FFF2-40B4-BE49-F238E27FC236}">
                    <a16:creationId xmlns:a16="http://schemas.microsoft.com/office/drawing/2014/main" id="{4E0B7EC5-A2C0-F22F-1F75-BF6C6EDF0FD9}"/>
                  </a:ext>
                </a:extLst>
              </p:cNvPr>
              <p:cNvSpPr txBox="1"/>
              <p:nvPr/>
            </p:nvSpPr>
            <p:spPr>
              <a:xfrm>
                <a:off x="5145799" y="4347946"/>
                <a:ext cx="400807" cy="201589"/>
              </a:xfrm>
              <a:prstGeom prst="rect">
                <a:avLst/>
              </a:prstGeom>
              <a:noFill/>
            </p:spPr>
            <p:txBody>
              <a:bodyPr wrap="square" rtlCol="0">
                <a:spAutoFit/>
              </a:bodyPr>
              <a:lstStyle/>
              <a:p>
                <a:r>
                  <a:rPr lang="fr-FR" sz="700" dirty="0"/>
                  <a:t>PK</a:t>
                </a:r>
                <a:endParaRPr lang="es-ES" sz="700" dirty="0"/>
              </a:p>
            </p:txBody>
          </p:sp>
          <p:sp>
            <p:nvSpPr>
              <p:cNvPr id="444" name="ZoneTexte 443">
                <a:extLst>
                  <a:ext uri="{FF2B5EF4-FFF2-40B4-BE49-F238E27FC236}">
                    <a16:creationId xmlns:a16="http://schemas.microsoft.com/office/drawing/2014/main" id="{3078CB5D-EF00-311E-945A-3C4D41EC7ACE}"/>
                  </a:ext>
                </a:extLst>
              </p:cNvPr>
              <p:cNvSpPr txBox="1"/>
              <p:nvPr/>
            </p:nvSpPr>
            <p:spPr>
              <a:xfrm>
                <a:off x="5148626" y="5299704"/>
                <a:ext cx="400807" cy="201589"/>
              </a:xfrm>
              <a:prstGeom prst="rect">
                <a:avLst/>
              </a:prstGeom>
              <a:noFill/>
            </p:spPr>
            <p:txBody>
              <a:bodyPr wrap="square" rtlCol="0">
                <a:spAutoFit/>
              </a:bodyPr>
              <a:lstStyle/>
              <a:p>
                <a:r>
                  <a:rPr lang="fr-FR" sz="700" dirty="0"/>
                  <a:t>FK</a:t>
                </a:r>
                <a:endParaRPr lang="es-ES" sz="700" dirty="0"/>
              </a:p>
            </p:txBody>
          </p:sp>
          <p:sp>
            <p:nvSpPr>
              <p:cNvPr id="445" name="ZoneTexte 444">
                <a:extLst>
                  <a:ext uri="{FF2B5EF4-FFF2-40B4-BE49-F238E27FC236}">
                    <a16:creationId xmlns:a16="http://schemas.microsoft.com/office/drawing/2014/main" id="{92B756D2-2208-3C60-72BB-1621803B8630}"/>
                  </a:ext>
                </a:extLst>
              </p:cNvPr>
              <p:cNvSpPr txBox="1"/>
              <p:nvPr/>
            </p:nvSpPr>
            <p:spPr>
              <a:xfrm>
                <a:off x="5531995" y="433706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Id_emploi</a:t>
                </a:r>
                <a:endParaRPr lang="es-ES" sz="600" dirty="0">
                  <a:latin typeface="Poppins" panose="00000500000000000000" pitchFamily="2" charset="0"/>
                  <a:cs typeface="Poppins" panose="00000500000000000000" pitchFamily="2" charset="0"/>
                </a:endParaRPr>
              </a:p>
            </p:txBody>
          </p:sp>
          <p:sp>
            <p:nvSpPr>
              <p:cNvPr id="446" name="ZoneTexte 445">
                <a:extLst>
                  <a:ext uri="{FF2B5EF4-FFF2-40B4-BE49-F238E27FC236}">
                    <a16:creationId xmlns:a16="http://schemas.microsoft.com/office/drawing/2014/main" id="{60D2BF41-8501-3871-7E7D-E634CEAF3F98}"/>
                  </a:ext>
                </a:extLst>
              </p:cNvPr>
              <p:cNvSpPr txBox="1"/>
              <p:nvPr/>
            </p:nvSpPr>
            <p:spPr>
              <a:xfrm>
                <a:off x="5528046" y="4463762"/>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447" name="ZoneTexte 446">
                <a:extLst>
                  <a:ext uri="{FF2B5EF4-FFF2-40B4-BE49-F238E27FC236}">
                    <a16:creationId xmlns:a16="http://schemas.microsoft.com/office/drawing/2014/main" id="{CB53670D-1B5A-2311-A5C4-C88CAA54E956}"/>
                  </a:ext>
                </a:extLst>
              </p:cNvPr>
              <p:cNvSpPr txBox="1"/>
              <p:nvPr/>
            </p:nvSpPr>
            <p:spPr>
              <a:xfrm>
                <a:off x="5524097" y="459045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448" name="ZoneTexte 447">
                <a:extLst>
                  <a:ext uri="{FF2B5EF4-FFF2-40B4-BE49-F238E27FC236}">
                    <a16:creationId xmlns:a16="http://schemas.microsoft.com/office/drawing/2014/main" id="{C8509BCF-2379-D7F0-2907-A2271ED1DF6C}"/>
                  </a:ext>
                </a:extLst>
              </p:cNvPr>
              <p:cNvSpPr txBox="1"/>
              <p:nvPr/>
            </p:nvSpPr>
            <p:spPr>
              <a:xfrm>
                <a:off x="5520148" y="4717150"/>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449" name="ZoneTexte 448">
                <a:extLst>
                  <a:ext uri="{FF2B5EF4-FFF2-40B4-BE49-F238E27FC236}">
                    <a16:creationId xmlns:a16="http://schemas.microsoft.com/office/drawing/2014/main" id="{D0F6AEE4-37B4-C4F4-2DEB-6D2796A547F8}"/>
                  </a:ext>
                </a:extLst>
              </p:cNvPr>
              <p:cNvSpPr txBox="1"/>
              <p:nvPr/>
            </p:nvSpPr>
            <p:spPr>
              <a:xfrm>
                <a:off x="5535944" y="486112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Nom_enseignant</a:t>
                </a:r>
                <a:endParaRPr lang="es-ES" sz="600" dirty="0">
                  <a:latin typeface="Poppins" panose="00000500000000000000" pitchFamily="2" charset="0"/>
                  <a:cs typeface="Poppins" panose="00000500000000000000" pitchFamily="2" charset="0"/>
                </a:endParaRPr>
              </a:p>
            </p:txBody>
          </p:sp>
          <p:sp>
            <p:nvSpPr>
              <p:cNvPr id="450" name="ZoneTexte 449">
                <a:extLst>
                  <a:ext uri="{FF2B5EF4-FFF2-40B4-BE49-F238E27FC236}">
                    <a16:creationId xmlns:a16="http://schemas.microsoft.com/office/drawing/2014/main" id="{B17F6BF2-CAC7-85CC-A487-25E544A2380F}"/>
                  </a:ext>
                </a:extLst>
              </p:cNvPr>
              <p:cNvSpPr txBox="1"/>
              <p:nvPr/>
            </p:nvSpPr>
            <p:spPr>
              <a:xfrm>
                <a:off x="5528046" y="4997412"/>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Groupe</a:t>
                </a:r>
                <a:endParaRPr lang="es-ES" sz="600" dirty="0">
                  <a:latin typeface="Poppins" panose="00000500000000000000" pitchFamily="2" charset="0"/>
                  <a:cs typeface="Poppins" panose="00000500000000000000" pitchFamily="2" charset="0"/>
                </a:endParaRPr>
              </a:p>
            </p:txBody>
          </p:sp>
          <p:sp>
            <p:nvSpPr>
              <p:cNvPr id="451" name="ZoneTexte 450">
                <a:extLst>
                  <a:ext uri="{FF2B5EF4-FFF2-40B4-BE49-F238E27FC236}">
                    <a16:creationId xmlns:a16="http://schemas.microsoft.com/office/drawing/2014/main" id="{96041847-D584-2403-257D-6156173688E7}"/>
                  </a:ext>
                </a:extLst>
              </p:cNvPr>
              <p:cNvSpPr txBox="1"/>
              <p:nvPr/>
            </p:nvSpPr>
            <p:spPr>
              <a:xfrm>
                <a:off x="5516199" y="5141383"/>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Nom_module</a:t>
                </a:r>
                <a:endParaRPr lang="es-ES" sz="600" dirty="0">
                  <a:latin typeface="Poppins" panose="00000500000000000000" pitchFamily="2" charset="0"/>
                  <a:cs typeface="Poppins" panose="00000500000000000000" pitchFamily="2" charset="0"/>
                </a:endParaRPr>
              </a:p>
            </p:txBody>
          </p:sp>
          <p:sp>
            <p:nvSpPr>
              <p:cNvPr id="452" name="ZoneTexte 451">
                <a:extLst>
                  <a:ext uri="{FF2B5EF4-FFF2-40B4-BE49-F238E27FC236}">
                    <a16:creationId xmlns:a16="http://schemas.microsoft.com/office/drawing/2014/main" id="{178A08A4-B200-D0CF-C918-0EA4E7D2405E}"/>
                  </a:ext>
                </a:extLst>
              </p:cNvPr>
              <p:cNvSpPr txBox="1"/>
              <p:nvPr/>
            </p:nvSpPr>
            <p:spPr>
              <a:xfrm>
                <a:off x="5530020" y="5285353"/>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grpSp>
        <p:grpSp>
          <p:nvGrpSpPr>
            <p:cNvPr id="312" name="Groupe 311">
              <a:extLst>
                <a:ext uri="{FF2B5EF4-FFF2-40B4-BE49-F238E27FC236}">
                  <a16:creationId xmlns:a16="http://schemas.microsoft.com/office/drawing/2014/main" id="{9DBDDBDC-7407-2E64-B53B-20DA0CEF9B03}"/>
                </a:ext>
              </a:extLst>
            </p:cNvPr>
            <p:cNvGrpSpPr/>
            <p:nvPr/>
          </p:nvGrpSpPr>
          <p:grpSpPr>
            <a:xfrm>
              <a:off x="2224166" y="5309232"/>
              <a:ext cx="1623376" cy="477018"/>
              <a:chOff x="2640726" y="5309232"/>
              <a:chExt cx="1623376" cy="477018"/>
            </a:xfrm>
          </p:grpSpPr>
          <p:grpSp>
            <p:nvGrpSpPr>
              <p:cNvPr id="432" name="Groupe 431">
                <a:extLst>
                  <a:ext uri="{FF2B5EF4-FFF2-40B4-BE49-F238E27FC236}">
                    <a16:creationId xmlns:a16="http://schemas.microsoft.com/office/drawing/2014/main" id="{4FCB336C-21AD-0508-D007-5B3FD902C923}"/>
                  </a:ext>
                </a:extLst>
              </p:cNvPr>
              <p:cNvGrpSpPr/>
              <p:nvPr/>
            </p:nvGrpSpPr>
            <p:grpSpPr>
              <a:xfrm>
                <a:off x="2640726" y="5344509"/>
                <a:ext cx="1520301" cy="425743"/>
                <a:chOff x="527355" y="1064870"/>
                <a:chExt cx="1747778" cy="684677"/>
              </a:xfrm>
            </p:grpSpPr>
            <p:sp>
              <p:nvSpPr>
                <p:cNvPr id="437" name="Rectangle 436">
                  <a:extLst>
                    <a:ext uri="{FF2B5EF4-FFF2-40B4-BE49-F238E27FC236}">
                      <a16:creationId xmlns:a16="http://schemas.microsoft.com/office/drawing/2014/main" id="{615FB2DF-F5B9-C277-7CE7-66412879AF3D}"/>
                    </a:ext>
                  </a:extLst>
                </p:cNvPr>
                <p:cNvSpPr/>
                <p:nvPr/>
              </p:nvSpPr>
              <p:spPr>
                <a:xfrm>
                  <a:off x="527355" y="1064870"/>
                  <a:ext cx="1747778" cy="68467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38" name="Connecteur droit 437">
                  <a:extLst>
                    <a:ext uri="{FF2B5EF4-FFF2-40B4-BE49-F238E27FC236}">
                      <a16:creationId xmlns:a16="http://schemas.microsoft.com/office/drawing/2014/main" id="{080E59DC-2BB8-E4A8-2822-6C3CEE1DBC0B}"/>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39" name="Connecteur droit 438">
                  <a:extLst>
                    <a:ext uri="{FF2B5EF4-FFF2-40B4-BE49-F238E27FC236}">
                      <a16:creationId xmlns:a16="http://schemas.microsoft.com/office/drawing/2014/main" id="{F9FBCAA6-3AAD-3E1E-E191-0E7C71A822F0}"/>
                    </a:ext>
                  </a:extLst>
                </p:cNvPr>
                <p:cNvCxnSpPr>
                  <a:cxnSpLocks/>
                </p:cNvCxnSpPr>
                <p:nvPr/>
              </p:nvCxnSpPr>
              <p:spPr>
                <a:xfrm>
                  <a:off x="913564" y="1290191"/>
                  <a:ext cx="0" cy="459355"/>
                </a:xfrm>
                <a:prstGeom prst="line">
                  <a:avLst/>
                </a:prstGeom>
                <a:ln w="9525"/>
              </p:spPr>
              <p:style>
                <a:lnRef idx="1">
                  <a:schemeClr val="dk1"/>
                </a:lnRef>
                <a:fillRef idx="0">
                  <a:schemeClr val="dk1"/>
                </a:fillRef>
                <a:effectRef idx="0">
                  <a:schemeClr val="dk1"/>
                </a:effectRef>
                <a:fontRef idx="minor">
                  <a:schemeClr val="tx1"/>
                </a:fontRef>
              </p:style>
            </p:cxnSp>
            <p:cxnSp>
              <p:nvCxnSpPr>
                <p:cNvPr id="440" name="Connecteur droit 439">
                  <a:extLst>
                    <a:ext uri="{FF2B5EF4-FFF2-40B4-BE49-F238E27FC236}">
                      <a16:creationId xmlns:a16="http://schemas.microsoft.com/office/drawing/2014/main" id="{6764363E-0C8F-D63F-0EEB-91F82A9013D2}"/>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433" name="ZoneTexte 432">
                <a:extLst>
                  <a:ext uri="{FF2B5EF4-FFF2-40B4-BE49-F238E27FC236}">
                    <a16:creationId xmlns:a16="http://schemas.microsoft.com/office/drawing/2014/main" id="{23F5C2EE-8890-8FA3-3725-02DAC5E644D5}"/>
                  </a:ext>
                </a:extLst>
              </p:cNvPr>
              <p:cNvSpPr txBox="1"/>
              <p:nvPr/>
            </p:nvSpPr>
            <p:spPr>
              <a:xfrm>
                <a:off x="3113335" y="5309232"/>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Logiciels</a:t>
                </a:r>
                <a:endParaRPr lang="es-ES" sz="800" b="1" dirty="0">
                  <a:solidFill>
                    <a:srgbClr val="3F5B78"/>
                  </a:solidFill>
                  <a:latin typeface="Poppins" panose="00000500000000000000" pitchFamily="2" charset="0"/>
                  <a:cs typeface="Poppins" panose="00000500000000000000" pitchFamily="2" charset="0"/>
                </a:endParaRPr>
              </a:p>
            </p:txBody>
          </p:sp>
          <p:sp>
            <p:nvSpPr>
              <p:cNvPr id="434" name="ZoneTexte 433">
                <a:extLst>
                  <a:ext uri="{FF2B5EF4-FFF2-40B4-BE49-F238E27FC236}">
                    <a16:creationId xmlns:a16="http://schemas.microsoft.com/office/drawing/2014/main" id="{0341256C-2D38-6BB3-DC7B-742B81F0F92B}"/>
                  </a:ext>
                </a:extLst>
              </p:cNvPr>
              <p:cNvSpPr txBox="1"/>
              <p:nvPr/>
            </p:nvSpPr>
            <p:spPr>
              <a:xfrm>
                <a:off x="2661982" y="5461317"/>
                <a:ext cx="400807" cy="201589"/>
              </a:xfrm>
              <a:prstGeom prst="rect">
                <a:avLst/>
              </a:prstGeom>
              <a:noFill/>
            </p:spPr>
            <p:txBody>
              <a:bodyPr wrap="square" rtlCol="0">
                <a:spAutoFit/>
              </a:bodyPr>
              <a:lstStyle/>
              <a:p>
                <a:r>
                  <a:rPr lang="fr-FR" sz="700" dirty="0"/>
                  <a:t>PK</a:t>
                </a:r>
                <a:endParaRPr lang="es-ES" sz="700" dirty="0"/>
              </a:p>
            </p:txBody>
          </p:sp>
          <p:sp>
            <p:nvSpPr>
              <p:cNvPr id="435" name="ZoneTexte 434">
                <a:extLst>
                  <a:ext uri="{FF2B5EF4-FFF2-40B4-BE49-F238E27FC236}">
                    <a16:creationId xmlns:a16="http://schemas.microsoft.com/office/drawing/2014/main" id="{99F83BE0-BA76-3AD1-E3FA-3FA524013FBC}"/>
                  </a:ext>
                </a:extLst>
              </p:cNvPr>
              <p:cNvSpPr txBox="1"/>
              <p:nvPr/>
            </p:nvSpPr>
            <p:spPr>
              <a:xfrm>
                <a:off x="3055418" y="544915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Id_logiciel</a:t>
                </a:r>
                <a:endParaRPr lang="es-ES" sz="600" dirty="0">
                  <a:latin typeface="Poppins" panose="00000500000000000000" pitchFamily="2" charset="0"/>
                  <a:cs typeface="Poppins" panose="00000500000000000000" pitchFamily="2" charset="0"/>
                </a:endParaRPr>
              </a:p>
            </p:txBody>
          </p:sp>
          <p:sp>
            <p:nvSpPr>
              <p:cNvPr id="436" name="ZoneTexte 435">
                <a:extLst>
                  <a:ext uri="{FF2B5EF4-FFF2-40B4-BE49-F238E27FC236}">
                    <a16:creationId xmlns:a16="http://schemas.microsoft.com/office/drawing/2014/main" id="{2A4A0459-55F5-4305-657F-DFCAFD4461F0}"/>
                  </a:ext>
                </a:extLst>
              </p:cNvPr>
              <p:cNvSpPr txBox="1"/>
              <p:nvPr/>
            </p:nvSpPr>
            <p:spPr>
              <a:xfrm>
                <a:off x="3055418" y="5600168"/>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Nom_logiciel</a:t>
                </a:r>
                <a:endParaRPr lang="es-ES" sz="600" dirty="0">
                  <a:latin typeface="Poppins" panose="00000500000000000000" pitchFamily="2" charset="0"/>
                  <a:cs typeface="Poppins" panose="00000500000000000000" pitchFamily="2" charset="0"/>
                </a:endParaRPr>
              </a:p>
            </p:txBody>
          </p:sp>
        </p:grpSp>
        <p:grpSp>
          <p:nvGrpSpPr>
            <p:cNvPr id="313" name="Groupe 312">
              <a:extLst>
                <a:ext uri="{FF2B5EF4-FFF2-40B4-BE49-F238E27FC236}">
                  <a16:creationId xmlns:a16="http://schemas.microsoft.com/office/drawing/2014/main" id="{50AA4119-E6C4-DCE3-BDE7-4BB0C5F7BC16}"/>
                </a:ext>
              </a:extLst>
            </p:cNvPr>
            <p:cNvGrpSpPr/>
            <p:nvPr/>
          </p:nvGrpSpPr>
          <p:grpSpPr>
            <a:xfrm>
              <a:off x="1341684" y="2963608"/>
              <a:ext cx="1529139" cy="1163939"/>
              <a:chOff x="1341684" y="3481768"/>
              <a:chExt cx="1529139" cy="1163939"/>
            </a:xfrm>
          </p:grpSpPr>
          <p:grpSp>
            <p:nvGrpSpPr>
              <p:cNvPr id="413" name="Groupe 412">
                <a:extLst>
                  <a:ext uri="{FF2B5EF4-FFF2-40B4-BE49-F238E27FC236}">
                    <a16:creationId xmlns:a16="http://schemas.microsoft.com/office/drawing/2014/main" id="{A82B595A-ECFF-4A5E-55F9-2ABE79D089E7}"/>
                  </a:ext>
                </a:extLst>
              </p:cNvPr>
              <p:cNvGrpSpPr/>
              <p:nvPr/>
            </p:nvGrpSpPr>
            <p:grpSpPr>
              <a:xfrm>
                <a:off x="1341684" y="3508578"/>
                <a:ext cx="1529139" cy="1130264"/>
                <a:chOff x="532435" y="1285240"/>
                <a:chExt cx="1757938" cy="1632598"/>
              </a:xfrm>
            </p:grpSpPr>
            <p:sp>
              <p:nvSpPr>
                <p:cNvPr id="423" name="Rectangle 422">
                  <a:extLst>
                    <a:ext uri="{FF2B5EF4-FFF2-40B4-BE49-F238E27FC236}">
                      <a16:creationId xmlns:a16="http://schemas.microsoft.com/office/drawing/2014/main" id="{427A33AA-4251-407C-D7DF-226D919CE9EE}"/>
                    </a:ext>
                  </a:extLst>
                </p:cNvPr>
                <p:cNvSpPr/>
                <p:nvPr/>
              </p:nvSpPr>
              <p:spPr>
                <a:xfrm>
                  <a:off x="542595" y="1285240"/>
                  <a:ext cx="1747778" cy="1632596"/>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24" name="Connecteur droit 423">
                  <a:extLst>
                    <a:ext uri="{FF2B5EF4-FFF2-40B4-BE49-F238E27FC236}">
                      <a16:creationId xmlns:a16="http://schemas.microsoft.com/office/drawing/2014/main" id="{1DA94B52-80FD-19F8-E03E-B955788E09D5}"/>
                    </a:ext>
                  </a:extLst>
                </p:cNvPr>
                <p:cNvCxnSpPr/>
                <p:nvPr/>
              </p:nvCxnSpPr>
              <p:spPr>
                <a:xfrm>
                  <a:off x="532435" y="1285240"/>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25" name="Connecteur droit 424">
                  <a:extLst>
                    <a:ext uri="{FF2B5EF4-FFF2-40B4-BE49-F238E27FC236}">
                      <a16:creationId xmlns:a16="http://schemas.microsoft.com/office/drawing/2014/main" id="{BFD5D4E1-57D1-70CA-0AFD-D249B5EBC02B}"/>
                    </a:ext>
                  </a:extLst>
                </p:cNvPr>
                <p:cNvCxnSpPr>
                  <a:cxnSpLocks/>
                </p:cNvCxnSpPr>
                <p:nvPr/>
              </p:nvCxnSpPr>
              <p:spPr>
                <a:xfrm>
                  <a:off x="913563" y="1510195"/>
                  <a:ext cx="0" cy="1407643"/>
                </a:xfrm>
                <a:prstGeom prst="line">
                  <a:avLst/>
                </a:prstGeom>
                <a:ln w="9525"/>
              </p:spPr>
              <p:style>
                <a:lnRef idx="1">
                  <a:schemeClr val="dk1"/>
                </a:lnRef>
                <a:fillRef idx="0">
                  <a:schemeClr val="dk1"/>
                </a:fillRef>
                <a:effectRef idx="0">
                  <a:schemeClr val="dk1"/>
                </a:effectRef>
                <a:fontRef idx="minor">
                  <a:schemeClr val="tx1"/>
                </a:fontRef>
              </p:style>
            </p:cxnSp>
            <p:cxnSp>
              <p:nvCxnSpPr>
                <p:cNvPr id="426" name="Connecteur droit 425">
                  <a:extLst>
                    <a:ext uri="{FF2B5EF4-FFF2-40B4-BE49-F238E27FC236}">
                      <a16:creationId xmlns:a16="http://schemas.microsoft.com/office/drawing/2014/main" id="{336FFA1D-1658-0419-150E-C4356A07E670}"/>
                    </a:ext>
                  </a:extLst>
                </p:cNvPr>
                <p:cNvCxnSpPr/>
                <p:nvPr/>
              </p:nvCxnSpPr>
              <p:spPr>
                <a:xfrm>
                  <a:off x="536435" y="1503681"/>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27" name="Connecteur droit 426">
                  <a:extLst>
                    <a:ext uri="{FF2B5EF4-FFF2-40B4-BE49-F238E27FC236}">
                      <a16:creationId xmlns:a16="http://schemas.microsoft.com/office/drawing/2014/main" id="{D64E4857-D23E-5EA3-F559-A857CC1EE865}"/>
                    </a:ext>
                  </a:extLst>
                </p:cNvPr>
                <p:cNvCxnSpPr>
                  <a:cxnSpLocks/>
                </p:cNvCxnSpPr>
                <p:nvPr/>
              </p:nvCxnSpPr>
              <p:spPr>
                <a:xfrm>
                  <a:off x="544324" y="1732281"/>
                  <a:ext cx="1737619" cy="0"/>
                </a:xfrm>
                <a:prstGeom prst="line">
                  <a:avLst/>
                </a:prstGeom>
              </p:spPr>
              <p:style>
                <a:lnRef idx="1">
                  <a:schemeClr val="dk1"/>
                </a:lnRef>
                <a:fillRef idx="0">
                  <a:schemeClr val="dk1"/>
                </a:fillRef>
                <a:effectRef idx="0">
                  <a:schemeClr val="dk1"/>
                </a:effectRef>
                <a:fontRef idx="minor">
                  <a:schemeClr val="tx1"/>
                </a:fontRef>
              </p:style>
            </p:cxnSp>
            <p:cxnSp>
              <p:nvCxnSpPr>
                <p:cNvPr id="428" name="Connecteur droit 427">
                  <a:extLst>
                    <a:ext uri="{FF2B5EF4-FFF2-40B4-BE49-F238E27FC236}">
                      <a16:creationId xmlns:a16="http://schemas.microsoft.com/office/drawing/2014/main" id="{C0FC29B5-5A57-1E34-6144-707A6A30280E}"/>
                    </a:ext>
                  </a:extLst>
                </p:cNvPr>
                <p:cNvCxnSpPr/>
                <p:nvPr/>
              </p:nvCxnSpPr>
              <p:spPr>
                <a:xfrm>
                  <a:off x="537515" y="219456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29" name="Connecteur droit 428">
                  <a:extLst>
                    <a:ext uri="{FF2B5EF4-FFF2-40B4-BE49-F238E27FC236}">
                      <a16:creationId xmlns:a16="http://schemas.microsoft.com/office/drawing/2014/main" id="{72104288-4283-154B-BB88-CD0CBFD8C514}"/>
                    </a:ext>
                  </a:extLst>
                </p:cNvPr>
                <p:cNvCxnSpPr/>
                <p:nvPr/>
              </p:nvCxnSpPr>
              <p:spPr>
                <a:xfrm>
                  <a:off x="537515" y="2418079"/>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30" name="Connecteur droit 429">
                  <a:extLst>
                    <a:ext uri="{FF2B5EF4-FFF2-40B4-BE49-F238E27FC236}">
                      <a16:creationId xmlns:a16="http://schemas.microsoft.com/office/drawing/2014/main" id="{E85BC9D0-4E0D-4536-5FDE-AC018618F6F2}"/>
                    </a:ext>
                  </a:extLst>
                </p:cNvPr>
                <p:cNvCxnSpPr>
                  <a:cxnSpLocks/>
                </p:cNvCxnSpPr>
                <p:nvPr/>
              </p:nvCxnSpPr>
              <p:spPr>
                <a:xfrm>
                  <a:off x="544690" y="1968500"/>
                  <a:ext cx="1737619" cy="0"/>
                </a:xfrm>
                <a:prstGeom prst="line">
                  <a:avLst/>
                </a:prstGeom>
              </p:spPr>
              <p:style>
                <a:lnRef idx="1">
                  <a:schemeClr val="dk1"/>
                </a:lnRef>
                <a:fillRef idx="0">
                  <a:schemeClr val="dk1"/>
                </a:fillRef>
                <a:effectRef idx="0">
                  <a:schemeClr val="dk1"/>
                </a:effectRef>
                <a:fontRef idx="minor">
                  <a:schemeClr val="tx1"/>
                </a:fontRef>
              </p:style>
            </p:cxnSp>
            <p:cxnSp>
              <p:nvCxnSpPr>
                <p:cNvPr id="431" name="Connecteur droit 430">
                  <a:extLst>
                    <a:ext uri="{FF2B5EF4-FFF2-40B4-BE49-F238E27FC236}">
                      <a16:creationId xmlns:a16="http://schemas.microsoft.com/office/drawing/2014/main" id="{5D75725C-FCA7-9749-9B77-158D6B723325}"/>
                    </a:ext>
                  </a:extLst>
                </p:cNvPr>
                <p:cNvCxnSpPr/>
                <p:nvPr/>
              </p:nvCxnSpPr>
              <p:spPr>
                <a:xfrm>
                  <a:off x="539420" y="2667635"/>
                  <a:ext cx="1747778" cy="0"/>
                </a:xfrm>
                <a:prstGeom prst="line">
                  <a:avLst/>
                </a:prstGeom>
              </p:spPr>
              <p:style>
                <a:lnRef idx="1">
                  <a:schemeClr val="dk1"/>
                </a:lnRef>
                <a:fillRef idx="0">
                  <a:schemeClr val="dk1"/>
                </a:fillRef>
                <a:effectRef idx="0">
                  <a:schemeClr val="dk1"/>
                </a:effectRef>
                <a:fontRef idx="minor">
                  <a:schemeClr val="tx1"/>
                </a:fontRef>
              </p:style>
            </p:cxnSp>
          </p:grpSp>
          <p:sp>
            <p:nvSpPr>
              <p:cNvPr id="414" name="ZoneTexte 413">
                <a:extLst>
                  <a:ext uri="{FF2B5EF4-FFF2-40B4-BE49-F238E27FC236}">
                    <a16:creationId xmlns:a16="http://schemas.microsoft.com/office/drawing/2014/main" id="{BB0AA350-73B8-8157-9A4E-0081CAC25996}"/>
                  </a:ext>
                </a:extLst>
              </p:cNvPr>
              <p:cNvSpPr txBox="1"/>
              <p:nvPr/>
            </p:nvSpPr>
            <p:spPr>
              <a:xfrm>
                <a:off x="1677144" y="3481768"/>
                <a:ext cx="1150767"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Ordinateurs</a:t>
                </a:r>
                <a:endParaRPr lang="es-ES" sz="800" b="1" dirty="0">
                  <a:solidFill>
                    <a:srgbClr val="3F5B78"/>
                  </a:solidFill>
                  <a:latin typeface="Poppins" panose="00000500000000000000" pitchFamily="2" charset="0"/>
                  <a:cs typeface="Poppins" panose="00000500000000000000" pitchFamily="2" charset="0"/>
                </a:endParaRPr>
              </a:p>
            </p:txBody>
          </p:sp>
          <p:sp>
            <p:nvSpPr>
              <p:cNvPr id="415" name="ZoneTexte 414">
                <a:extLst>
                  <a:ext uri="{FF2B5EF4-FFF2-40B4-BE49-F238E27FC236}">
                    <a16:creationId xmlns:a16="http://schemas.microsoft.com/office/drawing/2014/main" id="{75CA1448-7CC3-466D-5A33-5D793373745D}"/>
                  </a:ext>
                </a:extLst>
              </p:cNvPr>
              <p:cNvSpPr txBox="1"/>
              <p:nvPr/>
            </p:nvSpPr>
            <p:spPr>
              <a:xfrm>
                <a:off x="1366765" y="3644091"/>
                <a:ext cx="400807" cy="201589"/>
              </a:xfrm>
              <a:prstGeom prst="rect">
                <a:avLst/>
              </a:prstGeom>
              <a:noFill/>
            </p:spPr>
            <p:txBody>
              <a:bodyPr wrap="square" rtlCol="0">
                <a:spAutoFit/>
              </a:bodyPr>
              <a:lstStyle/>
              <a:p>
                <a:r>
                  <a:rPr lang="fr-FR" sz="700" dirty="0"/>
                  <a:t>PK</a:t>
                </a:r>
                <a:endParaRPr lang="es-ES" sz="700" dirty="0"/>
              </a:p>
            </p:txBody>
          </p:sp>
          <p:sp>
            <p:nvSpPr>
              <p:cNvPr id="416" name="ZoneTexte 415">
                <a:extLst>
                  <a:ext uri="{FF2B5EF4-FFF2-40B4-BE49-F238E27FC236}">
                    <a16:creationId xmlns:a16="http://schemas.microsoft.com/office/drawing/2014/main" id="{A32304CE-D740-5B4D-AC07-B8A0FB0C9335}"/>
                  </a:ext>
                </a:extLst>
              </p:cNvPr>
              <p:cNvSpPr txBox="1"/>
              <p:nvPr/>
            </p:nvSpPr>
            <p:spPr>
              <a:xfrm>
                <a:off x="1369033" y="4444118"/>
                <a:ext cx="400807" cy="201589"/>
              </a:xfrm>
              <a:prstGeom prst="rect">
                <a:avLst/>
              </a:prstGeom>
              <a:noFill/>
            </p:spPr>
            <p:txBody>
              <a:bodyPr wrap="square" rtlCol="0">
                <a:spAutoFit/>
              </a:bodyPr>
              <a:lstStyle/>
              <a:p>
                <a:r>
                  <a:rPr lang="fr-FR" sz="700" dirty="0"/>
                  <a:t>FK</a:t>
                </a:r>
                <a:endParaRPr lang="es-ES" sz="700" dirty="0"/>
              </a:p>
            </p:txBody>
          </p:sp>
          <p:sp>
            <p:nvSpPr>
              <p:cNvPr id="417" name="ZoneTexte 416">
                <a:extLst>
                  <a:ext uri="{FF2B5EF4-FFF2-40B4-BE49-F238E27FC236}">
                    <a16:creationId xmlns:a16="http://schemas.microsoft.com/office/drawing/2014/main" id="{C1FEB574-BC90-BD9B-EA07-26E9F7862E36}"/>
                  </a:ext>
                </a:extLst>
              </p:cNvPr>
              <p:cNvSpPr txBox="1"/>
              <p:nvPr/>
            </p:nvSpPr>
            <p:spPr>
              <a:xfrm>
                <a:off x="1779944" y="364025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Code_pc</a:t>
                </a:r>
                <a:endParaRPr lang="es-ES" sz="600" dirty="0">
                  <a:latin typeface="Poppins" panose="00000500000000000000" pitchFamily="2" charset="0"/>
                  <a:cs typeface="Poppins" panose="00000500000000000000" pitchFamily="2" charset="0"/>
                </a:endParaRPr>
              </a:p>
            </p:txBody>
          </p:sp>
          <p:sp>
            <p:nvSpPr>
              <p:cNvPr id="418" name="ZoneTexte 417">
                <a:extLst>
                  <a:ext uri="{FF2B5EF4-FFF2-40B4-BE49-F238E27FC236}">
                    <a16:creationId xmlns:a16="http://schemas.microsoft.com/office/drawing/2014/main" id="{73293D4D-D251-D372-2281-350505DFD9A8}"/>
                  </a:ext>
                </a:extLst>
              </p:cNvPr>
              <p:cNvSpPr txBox="1"/>
              <p:nvPr/>
            </p:nvSpPr>
            <p:spPr>
              <a:xfrm>
                <a:off x="1783893" y="3793820"/>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Marque</a:t>
                </a:r>
                <a:endParaRPr lang="es-ES" sz="600" dirty="0">
                  <a:latin typeface="Poppins" panose="00000500000000000000" pitchFamily="2" charset="0"/>
                  <a:cs typeface="Poppins" panose="00000500000000000000" pitchFamily="2" charset="0"/>
                </a:endParaRPr>
              </a:p>
            </p:txBody>
          </p:sp>
          <p:sp>
            <p:nvSpPr>
              <p:cNvPr id="419" name="ZoneTexte 418">
                <a:extLst>
                  <a:ext uri="{FF2B5EF4-FFF2-40B4-BE49-F238E27FC236}">
                    <a16:creationId xmlns:a16="http://schemas.microsoft.com/office/drawing/2014/main" id="{5BCAA934-D395-3527-506A-56AEF6406493}"/>
                  </a:ext>
                </a:extLst>
              </p:cNvPr>
              <p:cNvSpPr txBox="1"/>
              <p:nvPr/>
            </p:nvSpPr>
            <p:spPr>
              <a:xfrm>
                <a:off x="1787842" y="394738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Type_SE</a:t>
                </a:r>
                <a:endParaRPr lang="es-ES" sz="600" dirty="0">
                  <a:latin typeface="Poppins" panose="00000500000000000000" pitchFamily="2" charset="0"/>
                  <a:cs typeface="Poppins" panose="00000500000000000000" pitchFamily="2" charset="0"/>
                </a:endParaRPr>
              </a:p>
            </p:txBody>
          </p:sp>
          <p:sp>
            <p:nvSpPr>
              <p:cNvPr id="420" name="ZoneTexte 419">
                <a:extLst>
                  <a:ext uri="{FF2B5EF4-FFF2-40B4-BE49-F238E27FC236}">
                    <a16:creationId xmlns:a16="http://schemas.microsoft.com/office/drawing/2014/main" id="{2C5D9E9B-5F31-7BE9-478D-7B1A1C8CDD5D}"/>
                  </a:ext>
                </a:extLst>
              </p:cNvPr>
              <p:cNvSpPr txBox="1"/>
              <p:nvPr/>
            </p:nvSpPr>
            <p:spPr>
              <a:xfrm>
                <a:off x="1791791" y="4100957"/>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Ram</a:t>
                </a:r>
                <a:endParaRPr lang="es-ES" sz="600" dirty="0">
                  <a:latin typeface="Poppins" panose="00000500000000000000" pitchFamily="2" charset="0"/>
                  <a:cs typeface="Poppins" panose="00000500000000000000" pitchFamily="2" charset="0"/>
                </a:endParaRPr>
              </a:p>
            </p:txBody>
          </p:sp>
          <p:sp>
            <p:nvSpPr>
              <p:cNvPr id="421" name="ZoneTexte 420">
                <a:extLst>
                  <a:ext uri="{FF2B5EF4-FFF2-40B4-BE49-F238E27FC236}">
                    <a16:creationId xmlns:a16="http://schemas.microsoft.com/office/drawing/2014/main" id="{C6736C1B-B9C7-75FB-E162-0A30EE129F3F}"/>
                  </a:ext>
                </a:extLst>
              </p:cNvPr>
              <p:cNvSpPr txBox="1"/>
              <p:nvPr/>
            </p:nvSpPr>
            <p:spPr>
              <a:xfrm>
                <a:off x="1795740" y="426988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Dique_dur</a:t>
                </a:r>
                <a:endParaRPr lang="es-ES" sz="600" dirty="0">
                  <a:latin typeface="Poppins" panose="00000500000000000000" pitchFamily="2" charset="0"/>
                  <a:cs typeface="Poppins" panose="00000500000000000000" pitchFamily="2" charset="0"/>
                </a:endParaRPr>
              </a:p>
            </p:txBody>
          </p:sp>
          <p:sp>
            <p:nvSpPr>
              <p:cNvPr id="422" name="ZoneTexte 421">
                <a:extLst>
                  <a:ext uri="{FF2B5EF4-FFF2-40B4-BE49-F238E27FC236}">
                    <a16:creationId xmlns:a16="http://schemas.microsoft.com/office/drawing/2014/main" id="{E069A983-D429-EFDE-8AA7-DC409A255D84}"/>
                  </a:ext>
                </a:extLst>
              </p:cNvPr>
              <p:cNvSpPr txBox="1"/>
              <p:nvPr/>
            </p:nvSpPr>
            <p:spPr>
              <a:xfrm>
                <a:off x="1799689" y="4442647"/>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Nom_salle</a:t>
                </a:r>
                <a:endParaRPr lang="es-ES" sz="600" dirty="0">
                  <a:latin typeface="Poppins" panose="00000500000000000000" pitchFamily="2" charset="0"/>
                  <a:cs typeface="Poppins" panose="00000500000000000000" pitchFamily="2" charset="0"/>
                </a:endParaRPr>
              </a:p>
            </p:txBody>
          </p:sp>
        </p:grpSp>
        <p:grpSp>
          <p:nvGrpSpPr>
            <p:cNvPr id="314" name="Groupe 313">
              <a:extLst>
                <a:ext uri="{FF2B5EF4-FFF2-40B4-BE49-F238E27FC236}">
                  <a16:creationId xmlns:a16="http://schemas.microsoft.com/office/drawing/2014/main" id="{5BF02EBC-6D8C-E230-36DC-13D8701719C4}"/>
                </a:ext>
              </a:extLst>
            </p:cNvPr>
            <p:cNvGrpSpPr/>
            <p:nvPr/>
          </p:nvGrpSpPr>
          <p:grpSpPr>
            <a:xfrm>
              <a:off x="9592472" y="2837897"/>
              <a:ext cx="1520301" cy="1051225"/>
              <a:chOff x="9737252" y="1865077"/>
              <a:chExt cx="1520301" cy="1051225"/>
            </a:xfrm>
          </p:grpSpPr>
          <p:grpSp>
            <p:nvGrpSpPr>
              <p:cNvPr id="396" name="Groupe 395">
                <a:extLst>
                  <a:ext uri="{FF2B5EF4-FFF2-40B4-BE49-F238E27FC236}">
                    <a16:creationId xmlns:a16="http://schemas.microsoft.com/office/drawing/2014/main" id="{ED43F848-4A7F-88D0-7F6F-F785A345C93B}"/>
                  </a:ext>
                </a:extLst>
              </p:cNvPr>
              <p:cNvGrpSpPr/>
              <p:nvPr/>
            </p:nvGrpSpPr>
            <p:grpSpPr>
              <a:xfrm>
                <a:off x="9737252" y="1901126"/>
                <a:ext cx="1520301" cy="1015176"/>
                <a:chOff x="527355" y="1064870"/>
                <a:chExt cx="1747778" cy="1632597"/>
              </a:xfrm>
            </p:grpSpPr>
            <p:sp>
              <p:nvSpPr>
                <p:cNvPr id="405" name="Rectangle 404">
                  <a:extLst>
                    <a:ext uri="{FF2B5EF4-FFF2-40B4-BE49-F238E27FC236}">
                      <a16:creationId xmlns:a16="http://schemas.microsoft.com/office/drawing/2014/main" id="{34BFCDC7-B35A-D0CE-2A72-EC9E4504E797}"/>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406" name="Connecteur droit 405">
                  <a:extLst>
                    <a:ext uri="{FF2B5EF4-FFF2-40B4-BE49-F238E27FC236}">
                      <a16:creationId xmlns:a16="http://schemas.microsoft.com/office/drawing/2014/main" id="{6207EC95-7EE0-9442-1739-3DDCA4CE22D2}"/>
                    </a:ext>
                  </a:extLst>
                </p:cNvPr>
                <p:cNvCxnSpPr/>
                <p:nvPr/>
              </p:nvCxnSpPr>
              <p:spPr>
                <a:xfrm>
                  <a:off x="527355" y="1294112"/>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07" name="Connecteur droit 406">
                  <a:extLst>
                    <a:ext uri="{FF2B5EF4-FFF2-40B4-BE49-F238E27FC236}">
                      <a16:creationId xmlns:a16="http://schemas.microsoft.com/office/drawing/2014/main" id="{87517899-6054-6504-CE7F-015FE613A6AB}"/>
                    </a:ext>
                  </a:extLst>
                </p:cNvPr>
                <p:cNvCxnSpPr>
                  <a:cxnSpLocks/>
                </p:cNvCxnSpPr>
                <p:nvPr/>
              </p:nvCxnSpPr>
              <p:spPr>
                <a:xfrm>
                  <a:off x="913564" y="1290191"/>
                  <a:ext cx="0" cy="1407276"/>
                </a:xfrm>
                <a:prstGeom prst="line">
                  <a:avLst/>
                </a:prstGeom>
                <a:ln w="9525"/>
              </p:spPr>
              <p:style>
                <a:lnRef idx="1">
                  <a:schemeClr val="dk1"/>
                </a:lnRef>
                <a:fillRef idx="0">
                  <a:schemeClr val="dk1"/>
                </a:fillRef>
                <a:effectRef idx="0">
                  <a:schemeClr val="dk1"/>
                </a:effectRef>
                <a:fontRef idx="minor">
                  <a:schemeClr val="tx1"/>
                </a:fontRef>
              </p:style>
            </p:cxnSp>
            <p:cxnSp>
              <p:nvCxnSpPr>
                <p:cNvPr id="408" name="Connecteur droit 407">
                  <a:extLst>
                    <a:ext uri="{FF2B5EF4-FFF2-40B4-BE49-F238E27FC236}">
                      <a16:creationId xmlns:a16="http://schemas.microsoft.com/office/drawing/2014/main" id="{D87DD015-933C-99C5-A8E0-1003FCC4DB26}"/>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409" name="Connecteur droit 408">
                  <a:extLst>
                    <a:ext uri="{FF2B5EF4-FFF2-40B4-BE49-F238E27FC236}">
                      <a16:creationId xmlns:a16="http://schemas.microsoft.com/office/drawing/2014/main" id="{B7D8BBC0-5F2F-45B9-5D60-6B233E7AD53C}"/>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10" name="Connecteur droit 409">
                  <a:extLst>
                    <a:ext uri="{FF2B5EF4-FFF2-40B4-BE49-F238E27FC236}">
                      <a16:creationId xmlns:a16="http://schemas.microsoft.com/office/drawing/2014/main" id="{C79CDFA6-5B1C-F6B7-C0CE-3B15E4BE9590}"/>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11" name="Connecteur droit 410">
                  <a:extLst>
                    <a:ext uri="{FF2B5EF4-FFF2-40B4-BE49-F238E27FC236}">
                      <a16:creationId xmlns:a16="http://schemas.microsoft.com/office/drawing/2014/main" id="{B8416014-FA9A-4346-D562-3AD036085890}"/>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412" name="Connecteur droit 411">
                  <a:extLst>
                    <a:ext uri="{FF2B5EF4-FFF2-40B4-BE49-F238E27FC236}">
                      <a16:creationId xmlns:a16="http://schemas.microsoft.com/office/drawing/2014/main" id="{FA759951-01CD-B9EC-6290-054E1D212639}"/>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397" name="ZoneTexte 396">
                <a:extLst>
                  <a:ext uri="{FF2B5EF4-FFF2-40B4-BE49-F238E27FC236}">
                    <a16:creationId xmlns:a16="http://schemas.microsoft.com/office/drawing/2014/main" id="{F5562EBA-4F86-AABE-FAE1-D2743819E309}"/>
                  </a:ext>
                </a:extLst>
              </p:cNvPr>
              <p:cNvSpPr txBox="1"/>
              <p:nvPr/>
            </p:nvSpPr>
            <p:spPr>
              <a:xfrm>
                <a:off x="10253616" y="1865077"/>
                <a:ext cx="797664"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Panne</a:t>
                </a:r>
                <a:endParaRPr lang="es-ES" sz="800" b="1" dirty="0">
                  <a:solidFill>
                    <a:srgbClr val="3F5B78"/>
                  </a:solidFill>
                  <a:latin typeface="Poppins" panose="00000500000000000000" pitchFamily="2" charset="0"/>
                  <a:cs typeface="Poppins" panose="00000500000000000000" pitchFamily="2" charset="0"/>
                </a:endParaRPr>
              </a:p>
            </p:txBody>
          </p:sp>
          <p:sp>
            <p:nvSpPr>
              <p:cNvPr id="398" name="ZoneTexte 397">
                <a:extLst>
                  <a:ext uri="{FF2B5EF4-FFF2-40B4-BE49-F238E27FC236}">
                    <a16:creationId xmlns:a16="http://schemas.microsoft.com/office/drawing/2014/main" id="{5618ED99-F343-66AD-D411-9C10B35AF59B}"/>
                  </a:ext>
                </a:extLst>
              </p:cNvPr>
              <p:cNvSpPr txBox="1"/>
              <p:nvPr/>
            </p:nvSpPr>
            <p:spPr>
              <a:xfrm>
                <a:off x="9754088" y="2011148"/>
                <a:ext cx="400807" cy="201589"/>
              </a:xfrm>
              <a:prstGeom prst="rect">
                <a:avLst/>
              </a:prstGeom>
              <a:noFill/>
            </p:spPr>
            <p:txBody>
              <a:bodyPr wrap="square" rtlCol="0">
                <a:spAutoFit/>
              </a:bodyPr>
              <a:lstStyle/>
              <a:p>
                <a:r>
                  <a:rPr lang="fr-FR" sz="700" dirty="0"/>
                  <a:t>PK</a:t>
                </a:r>
                <a:endParaRPr lang="es-ES" sz="700" dirty="0"/>
              </a:p>
            </p:txBody>
          </p:sp>
          <p:sp>
            <p:nvSpPr>
              <p:cNvPr id="399" name="ZoneTexte 398">
                <a:extLst>
                  <a:ext uri="{FF2B5EF4-FFF2-40B4-BE49-F238E27FC236}">
                    <a16:creationId xmlns:a16="http://schemas.microsoft.com/office/drawing/2014/main" id="{20A739D1-3882-06A7-0121-A6532A1574EC}"/>
                  </a:ext>
                </a:extLst>
              </p:cNvPr>
              <p:cNvSpPr txBox="1"/>
              <p:nvPr/>
            </p:nvSpPr>
            <p:spPr>
              <a:xfrm>
                <a:off x="10093424" y="200346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Id_panne</a:t>
                </a:r>
                <a:endParaRPr lang="es-ES" sz="600" dirty="0">
                  <a:latin typeface="Poppins" panose="00000500000000000000" pitchFamily="2" charset="0"/>
                  <a:cs typeface="Poppins" panose="00000500000000000000" pitchFamily="2" charset="0"/>
                </a:endParaRPr>
              </a:p>
            </p:txBody>
          </p:sp>
          <p:sp>
            <p:nvSpPr>
              <p:cNvPr id="400" name="ZoneTexte 399">
                <a:extLst>
                  <a:ext uri="{FF2B5EF4-FFF2-40B4-BE49-F238E27FC236}">
                    <a16:creationId xmlns:a16="http://schemas.microsoft.com/office/drawing/2014/main" id="{6191B096-67EF-E177-E7FC-490AF3EC86F8}"/>
                  </a:ext>
                </a:extLst>
              </p:cNvPr>
              <p:cNvSpPr txBox="1"/>
              <p:nvPr/>
            </p:nvSpPr>
            <p:spPr>
              <a:xfrm>
                <a:off x="10093424" y="214168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Details</a:t>
                </a:r>
                <a:endParaRPr lang="es-ES" sz="600" dirty="0">
                  <a:latin typeface="Poppins" panose="00000500000000000000" pitchFamily="2" charset="0"/>
                  <a:cs typeface="Poppins" panose="00000500000000000000" pitchFamily="2" charset="0"/>
                </a:endParaRPr>
              </a:p>
            </p:txBody>
          </p:sp>
          <p:sp>
            <p:nvSpPr>
              <p:cNvPr id="401" name="ZoneTexte 400">
                <a:extLst>
                  <a:ext uri="{FF2B5EF4-FFF2-40B4-BE49-F238E27FC236}">
                    <a16:creationId xmlns:a16="http://schemas.microsoft.com/office/drawing/2014/main" id="{C9D11659-CE47-5088-7818-44F0FB959C16}"/>
                  </a:ext>
                </a:extLst>
              </p:cNvPr>
              <p:cNvSpPr txBox="1"/>
              <p:nvPr/>
            </p:nvSpPr>
            <p:spPr>
              <a:xfrm>
                <a:off x="10093424" y="227989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Degre_criticité</a:t>
                </a:r>
                <a:endParaRPr lang="es-ES" sz="600" dirty="0">
                  <a:latin typeface="Poppins" panose="00000500000000000000" pitchFamily="2" charset="0"/>
                  <a:cs typeface="Poppins" panose="00000500000000000000" pitchFamily="2" charset="0"/>
                </a:endParaRPr>
              </a:p>
            </p:txBody>
          </p:sp>
          <p:sp>
            <p:nvSpPr>
              <p:cNvPr id="402" name="ZoneTexte 401">
                <a:extLst>
                  <a:ext uri="{FF2B5EF4-FFF2-40B4-BE49-F238E27FC236}">
                    <a16:creationId xmlns:a16="http://schemas.microsoft.com/office/drawing/2014/main" id="{90E8C58A-3FF6-394E-8909-FFAFFEA83801}"/>
                  </a:ext>
                </a:extLst>
              </p:cNvPr>
              <p:cNvSpPr txBox="1"/>
              <p:nvPr/>
            </p:nvSpPr>
            <p:spPr>
              <a:xfrm>
                <a:off x="10119092" y="2428342"/>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Type_panne</a:t>
                </a:r>
                <a:endParaRPr lang="es-ES" sz="600" dirty="0">
                  <a:latin typeface="Poppins" panose="00000500000000000000" pitchFamily="2" charset="0"/>
                  <a:cs typeface="Poppins" panose="00000500000000000000" pitchFamily="2" charset="0"/>
                </a:endParaRPr>
              </a:p>
            </p:txBody>
          </p:sp>
          <p:sp>
            <p:nvSpPr>
              <p:cNvPr id="403" name="ZoneTexte 402">
                <a:extLst>
                  <a:ext uri="{FF2B5EF4-FFF2-40B4-BE49-F238E27FC236}">
                    <a16:creationId xmlns:a16="http://schemas.microsoft.com/office/drawing/2014/main" id="{AFDDD29E-D4C2-4D4A-0B11-1F27B3D8D0C1}"/>
                  </a:ext>
                </a:extLst>
              </p:cNvPr>
              <p:cNvSpPr txBox="1"/>
              <p:nvPr/>
            </p:nvSpPr>
            <p:spPr>
              <a:xfrm>
                <a:off x="10121066" y="257679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Dete_declaration</a:t>
                </a:r>
                <a:endParaRPr lang="es-ES" sz="600" dirty="0">
                  <a:latin typeface="Poppins" panose="00000500000000000000" pitchFamily="2" charset="0"/>
                  <a:cs typeface="Poppins" panose="00000500000000000000" pitchFamily="2" charset="0"/>
                </a:endParaRPr>
              </a:p>
            </p:txBody>
          </p:sp>
          <p:sp>
            <p:nvSpPr>
              <p:cNvPr id="404" name="ZoneTexte 403">
                <a:extLst>
                  <a:ext uri="{FF2B5EF4-FFF2-40B4-BE49-F238E27FC236}">
                    <a16:creationId xmlns:a16="http://schemas.microsoft.com/office/drawing/2014/main" id="{A688CF66-9E9F-6982-054C-3BDA12F4B408}"/>
                  </a:ext>
                </a:extLst>
              </p:cNvPr>
              <p:cNvSpPr txBox="1"/>
              <p:nvPr/>
            </p:nvSpPr>
            <p:spPr>
              <a:xfrm>
                <a:off x="10113168" y="272524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Reparée</a:t>
                </a:r>
                <a:endParaRPr lang="es-ES" sz="600" dirty="0">
                  <a:latin typeface="Poppins" panose="00000500000000000000" pitchFamily="2" charset="0"/>
                  <a:cs typeface="Poppins" panose="00000500000000000000" pitchFamily="2" charset="0"/>
                </a:endParaRPr>
              </a:p>
            </p:txBody>
          </p:sp>
        </p:grpSp>
        <p:grpSp>
          <p:nvGrpSpPr>
            <p:cNvPr id="315" name="Groupe 314">
              <a:extLst>
                <a:ext uri="{FF2B5EF4-FFF2-40B4-BE49-F238E27FC236}">
                  <a16:creationId xmlns:a16="http://schemas.microsoft.com/office/drawing/2014/main" id="{0F558FFF-BCC1-8026-566C-D6BF6276B320}"/>
                </a:ext>
              </a:extLst>
            </p:cNvPr>
            <p:cNvGrpSpPr/>
            <p:nvPr/>
          </p:nvGrpSpPr>
          <p:grpSpPr>
            <a:xfrm>
              <a:off x="9686814" y="4778815"/>
              <a:ext cx="1520301" cy="1050296"/>
              <a:chOff x="9767459" y="3915215"/>
              <a:chExt cx="1520301" cy="1050296"/>
            </a:xfrm>
          </p:grpSpPr>
          <p:grpSp>
            <p:nvGrpSpPr>
              <p:cNvPr id="379" name="Groupe 378">
                <a:extLst>
                  <a:ext uri="{FF2B5EF4-FFF2-40B4-BE49-F238E27FC236}">
                    <a16:creationId xmlns:a16="http://schemas.microsoft.com/office/drawing/2014/main" id="{74DC3172-1F9C-6CB4-6A5F-35402743D415}"/>
                  </a:ext>
                </a:extLst>
              </p:cNvPr>
              <p:cNvGrpSpPr/>
              <p:nvPr/>
            </p:nvGrpSpPr>
            <p:grpSpPr>
              <a:xfrm>
                <a:off x="9767459" y="3950335"/>
                <a:ext cx="1520301" cy="1015176"/>
                <a:chOff x="527355" y="1064870"/>
                <a:chExt cx="1747778" cy="1632597"/>
              </a:xfrm>
            </p:grpSpPr>
            <p:sp>
              <p:nvSpPr>
                <p:cNvPr id="388" name="Rectangle 387">
                  <a:extLst>
                    <a:ext uri="{FF2B5EF4-FFF2-40B4-BE49-F238E27FC236}">
                      <a16:creationId xmlns:a16="http://schemas.microsoft.com/office/drawing/2014/main" id="{3EF53ED2-18F0-4C42-464D-696D27D04AB4}"/>
                    </a:ext>
                  </a:extLst>
                </p:cNvPr>
                <p:cNvSpPr/>
                <p:nvPr/>
              </p:nvSpPr>
              <p:spPr>
                <a:xfrm>
                  <a:off x="527355" y="1064870"/>
                  <a:ext cx="1747778" cy="1632597"/>
                </a:xfrm>
                <a:prstGeom prst="rect">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389" name="Connecteur droit 388">
                  <a:extLst>
                    <a:ext uri="{FF2B5EF4-FFF2-40B4-BE49-F238E27FC236}">
                      <a16:creationId xmlns:a16="http://schemas.microsoft.com/office/drawing/2014/main" id="{3F640545-72D5-ECD4-1784-D97BD33E1DF2}"/>
                    </a:ext>
                  </a:extLst>
                </p:cNvPr>
                <p:cNvCxnSpPr/>
                <p:nvPr/>
              </p:nvCxnSpPr>
              <p:spPr>
                <a:xfrm>
                  <a:off x="527355" y="1300286"/>
                  <a:ext cx="1747778"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90" name="Connecteur droit 389">
                  <a:extLst>
                    <a:ext uri="{FF2B5EF4-FFF2-40B4-BE49-F238E27FC236}">
                      <a16:creationId xmlns:a16="http://schemas.microsoft.com/office/drawing/2014/main" id="{1CFCBD8A-E130-6250-B177-07720DA29CA6}"/>
                    </a:ext>
                  </a:extLst>
                </p:cNvPr>
                <p:cNvCxnSpPr>
                  <a:cxnSpLocks/>
                </p:cNvCxnSpPr>
                <p:nvPr/>
              </p:nvCxnSpPr>
              <p:spPr>
                <a:xfrm>
                  <a:off x="913564" y="1302579"/>
                  <a:ext cx="0" cy="1394888"/>
                </a:xfrm>
                <a:prstGeom prst="line">
                  <a:avLst/>
                </a:prstGeom>
                <a:ln w="9525"/>
              </p:spPr>
              <p:style>
                <a:lnRef idx="1">
                  <a:schemeClr val="dk1"/>
                </a:lnRef>
                <a:fillRef idx="0">
                  <a:schemeClr val="dk1"/>
                </a:fillRef>
                <a:effectRef idx="0">
                  <a:schemeClr val="dk1"/>
                </a:effectRef>
                <a:fontRef idx="minor">
                  <a:schemeClr val="tx1"/>
                </a:fontRef>
              </p:style>
            </p:cxnSp>
            <p:cxnSp>
              <p:nvCxnSpPr>
                <p:cNvPr id="391" name="Connecteur droit 390">
                  <a:extLst>
                    <a:ext uri="{FF2B5EF4-FFF2-40B4-BE49-F238E27FC236}">
                      <a16:creationId xmlns:a16="http://schemas.microsoft.com/office/drawing/2014/main" id="{E03FEAE4-ACFE-6557-1F16-14A0C1356806}"/>
                    </a:ext>
                  </a:extLst>
                </p:cNvPr>
                <p:cNvCxnSpPr/>
                <p:nvPr/>
              </p:nvCxnSpPr>
              <p:spPr>
                <a:xfrm>
                  <a:off x="527355" y="1503680"/>
                  <a:ext cx="1747778" cy="0"/>
                </a:xfrm>
                <a:prstGeom prst="line">
                  <a:avLst/>
                </a:prstGeom>
              </p:spPr>
              <p:style>
                <a:lnRef idx="1">
                  <a:schemeClr val="dk1"/>
                </a:lnRef>
                <a:fillRef idx="0">
                  <a:schemeClr val="dk1"/>
                </a:fillRef>
                <a:effectRef idx="0">
                  <a:schemeClr val="dk1"/>
                </a:effectRef>
                <a:fontRef idx="minor">
                  <a:schemeClr val="tx1"/>
                </a:fontRef>
              </p:style>
            </p:cxnSp>
            <p:cxnSp>
              <p:nvCxnSpPr>
                <p:cNvPr id="392" name="Connecteur droit 391">
                  <a:extLst>
                    <a:ext uri="{FF2B5EF4-FFF2-40B4-BE49-F238E27FC236}">
                      <a16:creationId xmlns:a16="http://schemas.microsoft.com/office/drawing/2014/main" id="{050AE790-0B67-A465-21FC-50F2073A78E3}"/>
                    </a:ext>
                  </a:extLst>
                </p:cNvPr>
                <p:cNvCxnSpPr>
                  <a:cxnSpLocks/>
                </p:cNvCxnSpPr>
                <p:nvPr/>
              </p:nvCxnSpPr>
              <p:spPr>
                <a:xfrm>
                  <a:off x="537515" y="17322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393" name="Connecteur droit 392">
                  <a:extLst>
                    <a:ext uri="{FF2B5EF4-FFF2-40B4-BE49-F238E27FC236}">
                      <a16:creationId xmlns:a16="http://schemas.microsoft.com/office/drawing/2014/main" id="{B79ACB11-C538-618C-3152-3919B0D9A079}"/>
                    </a:ext>
                  </a:extLst>
                </p:cNvPr>
                <p:cNvCxnSpPr>
                  <a:cxnSpLocks/>
                </p:cNvCxnSpPr>
                <p:nvPr/>
              </p:nvCxnSpPr>
              <p:spPr>
                <a:xfrm>
                  <a:off x="537515" y="219456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394" name="Connecteur droit 393">
                  <a:extLst>
                    <a:ext uri="{FF2B5EF4-FFF2-40B4-BE49-F238E27FC236}">
                      <a16:creationId xmlns:a16="http://schemas.microsoft.com/office/drawing/2014/main" id="{3A407CFA-BED9-06DD-855D-7AAF124E1CA5}"/>
                    </a:ext>
                  </a:extLst>
                </p:cNvPr>
                <p:cNvCxnSpPr>
                  <a:cxnSpLocks/>
                </p:cNvCxnSpPr>
                <p:nvPr/>
              </p:nvCxnSpPr>
              <p:spPr>
                <a:xfrm>
                  <a:off x="537515" y="2418080"/>
                  <a:ext cx="1737618" cy="0"/>
                </a:xfrm>
                <a:prstGeom prst="line">
                  <a:avLst/>
                </a:prstGeom>
              </p:spPr>
              <p:style>
                <a:lnRef idx="1">
                  <a:schemeClr val="dk1"/>
                </a:lnRef>
                <a:fillRef idx="0">
                  <a:schemeClr val="dk1"/>
                </a:fillRef>
                <a:effectRef idx="0">
                  <a:schemeClr val="dk1"/>
                </a:effectRef>
                <a:fontRef idx="minor">
                  <a:schemeClr val="tx1"/>
                </a:fontRef>
              </p:style>
            </p:cxnSp>
            <p:cxnSp>
              <p:nvCxnSpPr>
                <p:cNvPr id="395" name="Connecteur droit 394">
                  <a:extLst>
                    <a:ext uri="{FF2B5EF4-FFF2-40B4-BE49-F238E27FC236}">
                      <a16:creationId xmlns:a16="http://schemas.microsoft.com/office/drawing/2014/main" id="{CC2B2B0C-B013-A941-63E5-98A03DBBDBF5}"/>
                    </a:ext>
                  </a:extLst>
                </p:cNvPr>
                <p:cNvCxnSpPr>
                  <a:cxnSpLocks/>
                </p:cNvCxnSpPr>
                <p:nvPr/>
              </p:nvCxnSpPr>
              <p:spPr>
                <a:xfrm>
                  <a:off x="529895" y="1953260"/>
                  <a:ext cx="1737618" cy="0"/>
                </a:xfrm>
                <a:prstGeom prst="line">
                  <a:avLst/>
                </a:prstGeom>
              </p:spPr>
              <p:style>
                <a:lnRef idx="1">
                  <a:schemeClr val="dk1"/>
                </a:lnRef>
                <a:fillRef idx="0">
                  <a:schemeClr val="dk1"/>
                </a:fillRef>
                <a:effectRef idx="0">
                  <a:schemeClr val="dk1"/>
                </a:effectRef>
                <a:fontRef idx="minor">
                  <a:schemeClr val="tx1"/>
                </a:fontRef>
              </p:style>
            </p:cxnSp>
          </p:grpSp>
          <p:sp>
            <p:nvSpPr>
              <p:cNvPr id="380" name="ZoneTexte 379">
                <a:extLst>
                  <a:ext uri="{FF2B5EF4-FFF2-40B4-BE49-F238E27FC236}">
                    <a16:creationId xmlns:a16="http://schemas.microsoft.com/office/drawing/2014/main" id="{B38094E5-05CF-6D05-32C7-176DC45842AC}"/>
                  </a:ext>
                </a:extLst>
              </p:cNvPr>
              <p:cNvSpPr txBox="1"/>
              <p:nvPr/>
            </p:nvSpPr>
            <p:spPr>
              <a:xfrm>
                <a:off x="10154895" y="3915215"/>
                <a:ext cx="1008908" cy="217096"/>
              </a:xfrm>
              <a:prstGeom prst="rect">
                <a:avLst/>
              </a:prstGeom>
              <a:noFill/>
            </p:spPr>
            <p:txBody>
              <a:bodyPr wrap="square" rtlCol="0">
                <a:spAutoFit/>
              </a:bodyPr>
              <a:lstStyle/>
              <a:p>
                <a:r>
                  <a:rPr lang="fr-FR" sz="800" b="1" dirty="0">
                    <a:solidFill>
                      <a:srgbClr val="3F5B78"/>
                    </a:solidFill>
                    <a:latin typeface="Poppins" panose="00000500000000000000" pitchFamily="2" charset="0"/>
                    <a:cs typeface="Poppins" panose="00000500000000000000" pitchFamily="2" charset="0"/>
                  </a:rPr>
                  <a:t>Réservation</a:t>
                </a:r>
                <a:endParaRPr lang="es-ES" sz="800" b="1" dirty="0">
                  <a:solidFill>
                    <a:srgbClr val="3F5B78"/>
                  </a:solidFill>
                  <a:latin typeface="Poppins" panose="00000500000000000000" pitchFamily="2" charset="0"/>
                  <a:cs typeface="Poppins" panose="00000500000000000000" pitchFamily="2" charset="0"/>
                </a:endParaRPr>
              </a:p>
            </p:txBody>
          </p:sp>
          <p:sp>
            <p:nvSpPr>
              <p:cNvPr id="381" name="ZoneTexte 380">
                <a:extLst>
                  <a:ext uri="{FF2B5EF4-FFF2-40B4-BE49-F238E27FC236}">
                    <a16:creationId xmlns:a16="http://schemas.microsoft.com/office/drawing/2014/main" id="{66461887-A8A8-CF58-97BA-641DF09F92D3}"/>
                  </a:ext>
                </a:extLst>
              </p:cNvPr>
              <p:cNvSpPr txBox="1"/>
              <p:nvPr/>
            </p:nvSpPr>
            <p:spPr>
              <a:xfrm>
                <a:off x="9790944" y="4068964"/>
                <a:ext cx="400807" cy="201589"/>
              </a:xfrm>
              <a:prstGeom prst="rect">
                <a:avLst/>
              </a:prstGeom>
              <a:noFill/>
            </p:spPr>
            <p:txBody>
              <a:bodyPr wrap="square" rtlCol="0">
                <a:spAutoFit/>
              </a:bodyPr>
              <a:lstStyle/>
              <a:p>
                <a:r>
                  <a:rPr lang="fr-FR" sz="700" dirty="0"/>
                  <a:t>PK</a:t>
                </a:r>
                <a:endParaRPr lang="es-ES" sz="700" dirty="0"/>
              </a:p>
            </p:txBody>
          </p:sp>
          <p:sp>
            <p:nvSpPr>
              <p:cNvPr id="382" name="ZoneTexte 381">
                <a:extLst>
                  <a:ext uri="{FF2B5EF4-FFF2-40B4-BE49-F238E27FC236}">
                    <a16:creationId xmlns:a16="http://schemas.microsoft.com/office/drawing/2014/main" id="{4DF053C7-A59F-E2ED-629B-20FD9506E302}"/>
                  </a:ext>
                </a:extLst>
              </p:cNvPr>
              <p:cNvSpPr txBox="1"/>
              <p:nvPr/>
            </p:nvSpPr>
            <p:spPr>
              <a:xfrm>
                <a:off x="10188196" y="4058086"/>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Id_reservation</a:t>
                </a:r>
                <a:endParaRPr lang="es-ES" sz="600" dirty="0">
                  <a:latin typeface="Poppins" panose="00000500000000000000" pitchFamily="2" charset="0"/>
                  <a:cs typeface="Poppins" panose="00000500000000000000" pitchFamily="2" charset="0"/>
                </a:endParaRPr>
              </a:p>
            </p:txBody>
          </p:sp>
          <p:sp>
            <p:nvSpPr>
              <p:cNvPr id="383" name="ZoneTexte 382">
                <a:extLst>
                  <a:ext uri="{FF2B5EF4-FFF2-40B4-BE49-F238E27FC236}">
                    <a16:creationId xmlns:a16="http://schemas.microsoft.com/office/drawing/2014/main" id="{9B6933AC-AAF4-BFEB-FA5A-54A47D850BFF}"/>
                  </a:ext>
                </a:extLst>
              </p:cNvPr>
              <p:cNvSpPr txBox="1"/>
              <p:nvPr/>
            </p:nvSpPr>
            <p:spPr>
              <a:xfrm>
                <a:off x="10192145" y="4188619"/>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Date_reservation</a:t>
                </a:r>
                <a:endParaRPr lang="es-ES" sz="600" dirty="0">
                  <a:latin typeface="Poppins" panose="00000500000000000000" pitchFamily="2" charset="0"/>
                  <a:cs typeface="Poppins" panose="00000500000000000000" pitchFamily="2" charset="0"/>
                </a:endParaRPr>
              </a:p>
            </p:txBody>
          </p:sp>
          <p:sp>
            <p:nvSpPr>
              <p:cNvPr id="384" name="ZoneTexte 383">
                <a:extLst>
                  <a:ext uri="{FF2B5EF4-FFF2-40B4-BE49-F238E27FC236}">
                    <a16:creationId xmlns:a16="http://schemas.microsoft.com/office/drawing/2014/main" id="{F73706D9-89EE-38A3-1786-42F1E2E6113C}"/>
                  </a:ext>
                </a:extLst>
              </p:cNvPr>
              <p:cNvSpPr txBox="1"/>
              <p:nvPr/>
            </p:nvSpPr>
            <p:spPr>
              <a:xfrm>
                <a:off x="10196094" y="4324911"/>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Jour</a:t>
                </a:r>
                <a:endParaRPr lang="es-ES" sz="600" dirty="0">
                  <a:latin typeface="Poppins" panose="00000500000000000000" pitchFamily="2" charset="0"/>
                  <a:cs typeface="Poppins" panose="00000500000000000000" pitchFamily="2" charset="0"/>
                </a:endParaRPr>
              </a:p>
            </p:txBody>
          </p:sp>
          <p:sp>
            <p:nvSpPr>
              <p:cNvPr id="385" name="ZoneTexte 384">
                <a:extLst>
                  <a:ext uri="{FF2B5EF4-FFF2-40B4-BE49-F238E27FC236}">
                    <a16:creationId xmlns:a16="http://schemas.microsoft.com/office/drawing/2014/main" id="{18C93F8A-2471-444D-FA1A-E59302E9403D}"/>
                  </a:ext>
                </a:extLst>
              </p:cNvPr>
              <p:cNvSpPr txBox="1"/>
              <p:nvPr/>
            </p:nvSpPr>
            <p:spPr>
              <a:xfrm>
                <a:off x="10200043" y="447080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Heure_debut</a:t>
                </a:r>
                <a:endParaRPr lang="es-ES" sz="600" dirty="0">
                  <a:latin typeface="Poppins" panose="00000500000000000000" pitchFamily="2" charset="0"/>
                  <a:cs typeface="Poppins" panose="00000500000000000000" pitchFamily="2" charset="0"/>
                </a:endParaRPr>
              </a:p>
            </p:txBody>
          </p:sp>
          <p:sp>
            <p:nvSpPr>
              <p:cNvPr id="386" name="ZoneTexte 385">
                <a:extLst>
                  <a:ext uri="{FF2B5EF4-FFF2-40B4-BE49-F238E27FC236}">
                    <a16:creationId xmlns:a16="http://schemas.microsoft.com/office/drawing/2014/main" id="{E6D1EBE8-7CA7-6BFB-20CD-A0BA81376628}"/>
                  </a:ext>
                </a:extLst>
              </p:cNvPr>
              <p:cNvSpPr txBox="1"/>
              <p:nvPr/>
            </p:nvSpPr>
            <p:spPr>
              <a:xfrm>
                <a:off x="10203992" y="4616691"/>
                <a:ext cx="931926" cy="186082"/>
              </a:xfrm>
              <a:prstGeom prst="rect">
                <a:avLst/>
              </a:prstGeom>
              <a:noFill/>
            </p:spPr>
            <p:txBody>
              <a:bodyPr wrap="square" rtlCol="0">
                <a:spAutoFit/>
              </a:bodyPr>
              <a:lstStyle/>
              <a:p>
                <a:pPr algn="ctr"/>
                <a:r>
                  <a:rPr lang="fr-FR" sz="600" dirty="0" err="1">
                    <a:latin typeface="Poppins" panose="00000500000000000000" pitchFamily="2" charset="0"/>
                    <a:cs typeface="Poppins" panose="00000500000000000000" pitchFamily="2" charset="0"/>
                  </a:rPr>
                  <a:t>Heure_fin</a:t>
                </a:r>
                <a:endParaRPr lang="es-ES" sz="600" dirty="0">
                  <a:latin typeface="Poppins" panose="00000500000000000000" pitchFamily="2" charset="0"/>
                  <a:cs typeface="Poppins" panose="00000500000000000000" pitchFamily="2" charset="0"/>
                </a:endParaRPr>
              </a:p>
            </p:txBody>
          </p:sp>
          <p:sp>
            <p:nvSpPr>
              <p:cNvPr id="387" name="ZoneTexte 386">
                <a:extLst>
                  <a:ext uri="{FF2B5EF4-FFF2-40B4-BE49-F238E27FC236}">
                    <a16:creationId xmlns:a16="http://schemas.microsoft.com/office/drawing/2014/main" id="{CAEEC7FF-B4D3-4FE7-4271-0DE26BFF33CE}"/>
                  </a:ext>
                </a:extLst>
              </p:cNvPr>
              <p:cNvSpPr txBox="1"/>
              <p:nvPr/>
            </p:nvSpPr>
            <p:spPr>
              <a:xfrm>
                <a:off x="10207941" y="4770259"/>
                <a:ext cx="931926" cy="186082"/>
              </a:xfrm>
              <a:prstGeom prst="rect">
                <a:avLst/>
              </a:prstGeom>
              <a:noFill/>
            </p:spPr>
            <p:txBody>
              <a:bodyPr wrap="square" rtlCol="0">
                <a:spAutoFit/>
              </a:bodyPr>
              <a:lstStyle/>
              <a:p>
                <a:pPr algn="ctr"/>
                <a:r>
                  <a:rPr lang="fr-FR" sz="600" dirty="0">
                    <a:latin typeface="Poppins" panose="00000500000000000000" pitchFamily="2" charset="0"/>
                    <a:cs typeface="Poppins" panose="00000500000000000000" pitchFamily="2" charset="0"/>
                  </a:rPr>
                  <a:t>Enseignant</a:t>
                </a:r>
                <a:endParaRPr lang="es-ES" sz="600" dirty="0">
                  <a:latin typeface="Poppins" panose="00000500000000000000" pitchFamily="2" charset="0"/>
                  <a:cs typeface="Poppins" panose="00000500000000000000" pitchFamily="2" charset="0"/>
                </a:endParaRPr>
              </a:p>
            </p:txBody>
          </p:sp>
        </p:grpSp>
        <p:grpSp>
          <p:nvGrpSpPr>
            <p:cNvPr id="316" name="Groupe 315">
              <a:extLst>
                <a:ext uri="{FF2B5EF4-FFF2-40B4-BE49-F238E27FC236}">
                  <a16:creationId xmlns:a16="http://schemas.microsoft.com/office/drawing/2014/main" id="{3FA51139-88FC-2620-9D69-727A835DACEC}"/>
                </a:ext>
              </a:extLst>
            </p:cNvPr>
            <p:cNvGrpSpPr/>
            <p:nvPr/>
          </p:nvGrpSpPr>
          <p:grpSpPr>
            <a:xfrm>
              <a:off x="2929121" y="1733118"/>
              <a:ext cx="2576329" cy="252955"/>
              <a:chOff x="2929121" y="1733118"/>
              <a:chExt cx="2576329" cy="252955"/>
            </a:xfrm>
          </p:grpSpPr>
          <p:cxnSp>
            <p:nvCxnSpPr>
              <p:cNvPr id="371" name="Connecteur droit 370">
                <a:extLst>
                  <a:ext uri="{FF2B5EF4-FFF2-40B4-BE49-F238E27FC236}">
                    <a16:creationId xmlns:a16="http://schemas.microsoft.com/office/drawing/2014/main" id="{BBACA8B6-474D-6995-9769-9CC45540B103}"/>
                  </a:ext>
                </a:extLst>
              </p:cNvPr>
              <p:cNvCxnSpPr>
                <a:stCxn id="502" idx="3"/>
              </p:cNvCxnSpPr>
              <p:nvPr/>
            </p:nvCxnSpPr>
            <p:spPr>
              <a:xfrm flipV="1">
                <a:off x="2929121" y="185356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72" name="Connecteur droit 371">
                <a:extLst>
                  <a:ext uri="{FF2B5EF4-FFF2-40B4-BE49-F238E27FC236}">
                    <a16:creationId xmlns:a16="http://schemas.microsoft.com/office/drawing/2014/main" id="{5860DCF1-0A99-6272-62D8-B260F3EC16D6}"/>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73" name="Connecteur droit 372">
                <a:extLst>
                  <a:ext uri="{FF2B5EF4-FFF2-40B4-BE49-F238E27FC236}">
                    <a16:creationId xmlns:a16="http://schemas.microsoft.com/office/drawing/2014/main" id="{2D6FB341-E734-536A-FD3B-0AA72B0BDE2C}"/>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74" name="Connecteur droit 373">
                <a:extLst>
                  <a:ext uri="{FF2B5EF4-FFF2-40B4-BE49-F238E27FC236}">
                    <a16:creationId xmlns:a16="http://schemas.microsoft.com/office/drawing/2014/main" id="{77C32524-7A0C-8DDB-A4C2-A8835A980162}"/>
                  </a:ext>
                </a:extLst>
              </p:cNvPr>
              <p:cNvCxnSpPr>
                <a:cxnSpLocks/>
                <a:stCxn id="375"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75" name="Ellipse 374">
                <a:extLst>
                  <a:ext uri="{FF2B5EF4-FFF2-40B4-BE49-F238E27FC236}">
                    <a16:creationId xmlns:a16="http://schemas.microsoft.com/office/drawing/2014/main" id="{4041B516-7457-DAE1-09D5-48A12BF9AEBE}"/>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6" name="ZoneTexte 375">
                <a:extLst>
                  <a:ext uri="{FF2B5EF4-FFF2-40B4-BE49-F238E27FC236}">
                    <a16:creationId xmlns:a16="http://schemas.microsoft.com/office/drawing/2014/main" id="{C6425835-7660-49FB-9441-0DD80AF58457}"/>
                  </a:ext>
                </a:extLst>
              </p:cNvPr>
              <p:cNvSpPr txBox="1"/>
              <p:nvPr/>
            </p:nvSpPr>
            <p:spPr>
              <a:xfrm>
                <a:off x="3268980" y="1733118"/>
                <a:ext cx="327660" cy="200055"/>
              </a:xfrm>
              <a:prstGeom prst="rect">
                <a:avLst/>
              </a:prstGeom>
              <a:noFill/>
            </p:spPr>
            <p:txBody>
              <a:bodyPr wrap="square" rtlCol="0">
                <a:spAutoFit/>
              </a:bodyPr>
              <a:lstStyle/>
              <a:p>
                <a:r>
                  <a:rPr lang="fr-FR" sz="700" dirty="0"/>
                  <a:t>1-1</a:t>
                </a:r>
                <a:endParaRPr lang="es-ES" sz="700" dirty="0"/>
              </a:p>
            </p:txBody>
          </p:sp>
          <p:sp>
            <p:nvSpPr>
              <p:cNvPr id="377" name="ZoneTexte 376">
                <a:extLst>
                  <a:ext uri="{FF2B5EF4-FFF2-40B4-BE49-F238E27FC236}">
                    <a16:creationId xmlns:a16="http://schemas.microsoft.com/office/drawing/2014/main" id="{026165AB-78EC-9E1D-6C8A-469C4BB1C898}"/>
                  </a:ext>
                </a:extLst>
              </p:cNvPr>
              <p:cNvSpPr txBox="1"/>
              <p:nvPr/>
            </p:nvSpPr>
            <p:spPr>
              <a:xfrm>
                <a:off x="4843145" y="1741373"/>
                <a:ext cx="327660" cy="200055"/>
              </a:xfrm>
              <a:prstGeom prst="rect">
                <a:avLst/>
              </a:prstGeom>
              <a:noFill/>
            </p:spPr>
            <p:txBody>
              <a:bodyPr wrap="square" rtlCol="0">
                <a:spAutoFit/>
              </a:bodyPr>
              <a:lstStyle/>
              <a:p>
                <a:r>
                  <a:rPr lang="fr-FR" sz="700" dirty="0"/>
                  <a:t>1-1</a:t>
                </a:r>
                <a:endParaRPr lang="es-ES" sz="700" dirty="0"/>
              </a:p>
            </p:txBody>
          </p:sp>
          <p:sp>
            <p:nvSpPr>
              <p:cNvPr id="378" name="ZoneTexte 377">
                <a:extLst>
                  <a:ext uri="{FF2B5EF4-FFF2-40B4-BE49-F238E27FC236}">
                    <a16:creationId xmlns:a16="http://schemas.microsoft.com/office/drawing/2014/main" id="{5D55FDB4-3F02-C54C-F715-BC9D32A9F1E7}"/>
                  </a:ext>
                </a:extLst>
              </p:cNvPr>
              <p:cNvSpPr txBox="1"/>
              <p:nvPr/>
            </p:nvSpPr>
            <p:spPr>
              <a:xfrm>
                <a:off x="3993532" y="1759788"/>
                <a:ext cx="488933"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Gère</a:t>
                </a:r>
                <a:endParaRPr lang="es-ES" sz="700" dirty="0">
                  <a:latin typeface="Poppins" panose="00000500000000000000" pitchFamily="2" charset="0"/>
                  <a:cs typeface="Poppins" panose="00000500000000000000" pitchFamily="2" charset="0"/>
                </a:endParaRPr>
              </a:p>
            </p:txBody>
          </p:sp>
        </p:grpSp>
        <p:grpSp>
          <p:nvGrpSpPr>
            <p:cNvPr id="317" name="Groupe 316">
              <a:extLst>
                <a:ext uri="{FF2B5EF4-FFF2-40B4-BE49-F238E27FC236}">
                  <a16:creationId xmlns:a16="http://schemas.microsoft.com/office/drawing/2014/main" id="{E5207BA1-A6B0-9C5E-E74F-3BB13E6BE980}"/>
                </a:ext>
              </a:extLst>
            </p:cNvPr>
            <p:cNvGrpSpPr/>
            <p:nvPr/>
          </p:nvGrpSpPr>
          <p:grpSpPr>
            <a:xfrm>
              <a:off x="6027303" y="1990146"/>
              <a:ext cx="572870" cy="957459"/>
              <a:chOff x="6027303" y="1990146"/>
              <a:chExt cx="572870" cy="957459"/>
            </a:xfrm>
          </p:grpSpPr>
          <p:cxnSp>
            <p:nvCxnSpPr>
              <p:cNvPr id="363" name="Connecteur droit 362">
                <a:extLst>
                  <a:ext uri="{FF2B5EF4-FFF2-40B4-BE49-F238E27FC236}">
                    <a16:creationId xmlns:a16="http://schemas.microsoft.com/office/drawing/2014/main" id="{34A618F7-2579-ACB9-B6DF-5400F33C66FE}"/>
                  </a:ext>
                </a:extLst>
              </p:cNvPr>
              <p:cNvCxnSpPr>
                <a:cxnSpLocks/>
              </p:cNvCxnSpPr>
              <p:nvPr/>
            </p:nvCxnSpPr>
            <p:spPr>
              <a:xfrm>
                <a:off x="6304724" y="1990146"/>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64" name="Connecteur droit 363">
                <a:extLst>
                  <a:ext uri="{FF2B5EF4-FFF2-40B4-BE49-F238E27FC236}">
                    <a16:creationId xmlns:a16="http://schemas.microsoft.com/office/drawing/2014/main" id="{004D5968-9D47-7FD8-A175-80E55A0082BF}"/>
                  </a:ext>
                </a:extLst>
              </p:cNvPr>
              <p:cNvCxnSpPr>
                <a:cxnSpLocks/>
              </p:cNvCxnSpPr>
              <p:nvPr/>
            </p:nvCxnSpPr>
            <p:spPr>
              <a:xfrm flipH="1">
                <a:off x="6304667" y="2217369"/>
                <a:ext cx="57" cy="12023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65" name="Connecteur droit 364">
                <a:extLst>
                  <a:ext uri="{FF2B5EF4-FFF2-40B4-BE49-F238E27FC236}">
                    <a16:creationId xmlns:a16="http://schemas.microsoft.com/office/drawing/2014/main" id="{FFD1D721-20BA-5856-27E4-FB63DEFD9CA9}"/>
                  </a:ext>
                </a:extLst>
              </p:cNvPr>
              <p:cNvCxnSpPr>
                <a:cxnSpLocks/>
              </p:cNvCxnSpPr>
              <p:nvPr/>
            </p:nvCxnSpPr>
            <p:spPr>
              <a:xfrm>
                <a:off x="6306572" y="2597262"/>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66" name="Connecteur droit 365">
                <a:extLst>
                  <a:ext uri="{FF2B5EF4-FFF2-40B4-BE49-F238E27FC236}">
                    <a16:creationId xmlns:a16="http://schemas.microsoft.com/office/drawing/2014/main" id="{CE13D06C-8A46-D8E5-D39C-39B6F8ED3406}"/>
                  </a:ext>
                </a:extLst>
              </p:cNvPr>
              <p:cNvCxnSpPr>
                <a:cxnSpLocks/>
              </p:cNvCxnSpPr>
              <p:nvPr/>
            </p:nvCxnSpPr>
            <p:spPr>
              <a:xfrm>
                <a:off x="6309931" y="2826467"/>
                <a:ext cx="0" cy="12113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67" name="Ellipse 366">
                <a:extLst>
                  <a:ext uri="{FF2B5EF4-FFF2-40B4-BE49-F238E27FC236}">
                    <a16:creationId xmlns:a16="http://schemas.microsoft.com/office/drawing/2014/main" id="{3957A32D-D121-BBD7-1404-D56E89948653}"/>
                  </a:ext>
                </a:extLst>
              </p:cNvPr>
              <p:cNvSpPr/>
              <p:nvPr/>
            </p:nvSpPr>
            <p:spPr>
              <a:xfrm>
                <a:off x="6027303" y="2346259"/>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8" name="ZoneTexte 367">
                <a:extLst>
                  <a:ext uri="{FF2B5EF4-FFF2-40B4-BE49-F238E27FC236}">
                    <a16:creationId xmlns:a16="http://schemas.microsoft.com/office/drawing/2014/main" id="{FB9B6A2A-2519-E77C-9920-95CCBB3B6BC3}"/>
                  </a:ext>
                </a:extLst>
              </p:cNvPr>
              <p:cNvSpPr txBox="1"/>
              <p:nvPr/>
            </p:nvSpPr>
            <p:spPr>
              <a:xfrm>
                <a:off x="6153785" y="2053793"/>
                <a:ext cx="327660" cy="200055"/>
              </a:xfrm>
              <a:prstGeom prst="rect">
                <a:avLst/>
              </a:prstGeom>
              <a:noFill/>
            </p:spPr>
            <p:txBody>
              <a:bodyPr wrap="square" rtlCol="0">
                <a:spAutoFit/>
              </a:bodyPr>
              <a:lstStyle/>
              <a:p>
                <a:r>
                  <a:rPr lang="fr-FR" sz="700" dirty="0"/>
                  <a:t>1-N</a:t>
                </a:r>
                <a:endParaRPr lang="es-ES" sz="700" dirty="0"/>
              </a:p>
            </p:txBody>
          </p:sp>
          <p:sp>
            <p:nvSpPr>
              <p:cNvPr id="369" name="ZoneTexte 368">
                <a:extLst>
                  <a:ext uri="{FF2B5EF4-FFF2-40B4-BE49-F238E27FC236}">
                    <a16:creationId xmlns:a16="http://schemas.microsoft.com/office/drawing/2014/main" id="{6827A8BF-6C9D-5908-5E6E-94FA52DC2A7B}"/>
                  </a:ext>
                </a:extLst>
              </p:cNvPr>
              <p:cNvSpPr txBox="1"/>
              <p:nvPr/>
            </p:nvSpPr>
            <p:spPr>
              <a:xfrm>
                <a:off x="6161405" y="2665933"/>
                <a:ext cx="327660" cy="200055"/>
              </a:xfrm>
              <a:prstGeom prst="rect">
                <a:avLst/>
              </a:prstGeom>
              <a:noFill/>
            </p:spPr>
            <p:txBody>
              <a:bodyPr wrap="square" rtlCol="0">
                <a:spAutoFit/>
              </a:bodyPr>
              <a:lstStyle/>
              <a:p>
                <a:r>
                  <a:rPr lang="fr-FR" sz="700" dirty="0"/>
                  <a:t>1-1</a:t>
                </a:r>
                <a:endParaRPr lang="es-ES" sz="700" dirty="0"/>
              </a:p>
            </p:txBody>
          </p:sp>
          <p:sp>
            <p:nvSpPr>
              <p:cNvPr id="370" name="ZoneTexte 369">
                <a:extLst>
                  <a:ext uri="{FF2B5EF4-FFF2-40B4-BE49-F238E27FC236}">
                    <a16:creationId xmlns:a16="http://schemas.microsoft.com/office/drawing/2014/main" id="{10744199-A84F-FB67-8EE8-363E0937C6CB}"/>
                  </a:ext>
                </a:extLst>
              </p:cNvPr>
              <p:cNvSpPr txBox="1"/>
              <p:nvPr/>
            </p:nvSpPr>
            <p:spPr>
              <a:xfrm>
                <a:off x="6059804" y="2371293"/>
                <a:ext cx="518791" cy="200055"/>
              </a:xfrm>
              <a:prstGeom prst="rect">
                <a:avLst/>
              </a:prstGeom>
              <a:noFill/>
            </p:spPr>
            <p:txBody>
              <a:bodyPr wrap="square" rtlCol="0">
                <a:spAutoFit/>
              </a:bodyPr>
              <a:lstStyle/>
              <a:p>
                <a:r>
                  <a:rPr lang="fr-FR" sz="700" dirty="0"/>
                  <a:t>Consulte</a:t>
                </a:r>
                <a:endParaRPr lang="es-ES" sz="700" dirty="0"/>
              </a:p>
            </p:txBody>
          </p:sp>
        </p:grpSp>
        <p:grpSp>
          <p:nvGrpSpPr>
            <p:cNvPr id="318" name="Groupe 317">
              <a:extLst>
                <a:ext uri="{FF2B5EF4-FFF2-40B4-BE49-F238E27FC236}">
                  <a16:creationId xmlns:a16="http://schemas.microsoft.com/office/drawing/2014/main" id="{6A8295B5-9E35-EF1F-0FD6-E3D6769521EF}"/>
                </a:ext>
              </a:extLst>
            </p:cNvPr>
            <p:cNvGrpSpPr/>
            <p:nvPr/>
          </p:nvGrpSpPr>
          <p:grpSpPr>
            <a:xfrm>
              <a:off x="2882131" y="3424758"/>
              <a:ext cx="2663959" cy="252955"/>
              <a:chOff x="2841491" y="1733118"/>
              <a:chExt cx="2663959" cy="252955"/>
            </a:xfrm>
          </p:grpSpPr>
          <p:cxnSp>
            <p:nvCxnSpPr>
              <p:cNvPr id="355" name="Connecteur droit 354">
                <a:extLst>
                  <a:ext uri="{FF2B5EF4-FFF2-40B4-BE49-F238E27FC236}">
                    <a16:creationId xmlns:a16="http://schemas.microsoft.com/office/drawing/2014/main" id="{AC480C22-268E-F9A9-EB13-F133D4B48D72}"/>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56" name="Connecteur droit 355">
                <a:extLst>
                  <a:ext uri="{FF2B5EF4-FFF2-40B4-BE49-F238E27FC236}">
                    <a16:creationId xmlns:a16="http://schemas.microsoft.com/office/drawing/2014/main" id="{B81346D1-FD65-071D-C8E9-E27A023923E0}"/>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57" name="Connecteur droit 356">
                <a:extLst>
                  <a:ext uri="{FF2B5EF4-FFF2-40B4-BE49-F238E27FC236}">
                    <a16:creationId xmlns:a16="http://schemas.microsoft.com/office/drawing/2014/main" id="{6CB3E3A2-5C89-7B8B-CC26-446BE04D88D4}"/>
                  </a:ext>
                </a:extLst>
              </p:cNvPr>
              <p:cNvCxnSpPr>
                <a:cxnSpLocks/>
                <a:stCxn id="358"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58" name="Ellipse 357">
                <a:extLst>
                  <a:ext uri="{FF2B5EF4-FFF2-40B4-BE49-F238E27FC236}">
                    <a16:creationId xmlns:a16="http://schemas.microsoft.com/office/drawing/2014/main" id="{CA3ADE08-7534-277F-318D-4DD855245E3B}"/>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9" name="ZoneTexte 358">
                <a:extLst>
                  <a:ext uri="{FF2B5EF4-FFF2-40B4-BE49-F238E27FC236}">
                    <a16:creationId xmlns:a16="http://schemas.microsoft.com/office/drawing/2014/main" id="{80745166-555A-83DC-02D3-BE6A599525D2}"/>
                  </a:ext>
                </a:extLst>
              </p:cNvPr>
              <p:cNvSpPr txBox="1"/>
              <p:nvPr/>
            </p:nvSpPr>
            <p:spPr>
              <a:xfrm>
                <a:off x="3268980" y="1733118"/>
                <a:ext cx="327660" cy="200055"/>
              </a:xfrm>
              <a:prstGeom prst="rect">
                <a:avLst/>
              </a:prstGeom>
              <a:noFill/>
            </p:spPr>
            <p:txBody>
              <a:bodyPr wrap="square" rtlCol="0">
                <a:spAutoFit/>
              </a:bodyPr>
              <a:lstStyle/>
              <a:p>
                <a:r>
                  <a:rPr lang="fr-FR" sz="700" dirty="0"/>
                  <a:t>1-1</a:t>
                </a:r>
                <a:endParaRPr lang="es-ES" sz="700" dirty="0"/>
              </a:p>
            </p:txBody>
          </p:sp>
          <p:sp>
            <p:nvSpPr>
              <p:cNvPr id="360" name="ZoneTexte 359">
                <a:extLst>
                  <a:ext uri="{FF2B5EF4-FFF2-40B4-BE49-F238E27FC236}">
                    <a16:creationId xmlns:a16="http://schemas.microsoft.com/office/drawing/2014/main" id="{2AF8F7AC-3256-97A3-231D-A8131DA4FE74}"/>
                  </a:ext>
                </a:extLst>
              </p:cNvPr>
              <p:cNvSpPr txBox="1"/>
              <p:nvPr/>
            </p:nvSpPr>
            <p:spPr>
              <a:xfrm>
                <a:off x="4843145" y="1741373"/>
                <a:ext cx="327660" cy="200055"/>
              </a:xfrm>
              <a:prstGeom prst="rect">
                <a:avLst/>
              </a:prstGeom>
              <a:noFill/>
            </p:spPr>
            <p:txBody>
              <a:bodyPr wrap="square" rtlCol="0">
                <a:spAutoFit/>
              </a:bodyPr>
              <a:lstStyle/>
              <a:p>
                <a:r>
                  <a:rPr lang="fr-FR" sz="700" dirty="0"/>
                  <a:t>1-N</a:t>
                </a:r>
                <a:endParaRPr lang="es-ES" sz="700" dirty="0"/>
              </a:p>
            </p:txBody>
          </p:sp>
          <p:sp>
            <p:nvSpPr>
              <p:cNvPr id="361" name="ZoneTexte 360">
                <a:extLst>
                  <a:ext uri="{FF2B5EF4-FFF2-40B4-BE49-F238E27FC236}">
                    <a16:creationId xmlns:a16="http://schemas.microsoft.com/office/drawing/2014/main" id="{691AE37B-E837-A4B1-F63C-45A5D5A99EA7}"/>
                  </a:ext>
                </a:extLst>
              </p:cNvPr>
              <p:cNvSpPr txBox="1"/>
              <p:nvPr/>
            </p:nvSpPr>
            <p:spPr>
              <a:xfrm>
                <a:off x="3917332" y="1759788"/>
                <a:ext cx="621648"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Possède</a:t>
                </a:r>
                <a:endParaRPr lang="es-ES" sz="700" dirty="0">
                  <a:latin typeface="Poppins" panose="00000500000000000000" pitchFamily="2" charset="0"/>
                  <a:cs typeface="Poppins" panose="00000500000000000000" pitchFamily="2" charset="0"/>
                </a:endParaRPr>
              </a:p>
            </p:txBody>
          </p:sp>
          <p:cxnSp>
            <p:nvCxnSpPr>
              <p:cNvPr id="362" name="Connecteur droit 361">
                <a:extLst>
                  <a:ext uri="{FF2B5EF4-FFF2-40B4-BE49-F238E27FC236}">
                    <a16:creationId xmlns:a16="http://schemas.microsoft.com/office/drawing/2014/main" id="{B10EB346-29A3-2350-2268-6AF40B3E776D}"/>
                  </a:ext>
                </a:extLst>
              </p:cNvPr>
              <p:cNvCxnSpPr>
                <a:cxnSpLocks/>
              </p:cNvCxnSpPr>
              <p:nvPr/>
            </p:nvCxnSpPr>
            <p:spPr>
              <a:xfrm>
                <a:off x="2841491" y="1853812"/>
                <a:ext cx="482099" cy="0"/>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grpSp>
        <p:grpSp>
          <p:nvGrpSpPr>
            <p:cNvPr id="319" name="Groupe 318">
              <a:extLst>
                <a:ext uri="{FF2B5EF4-FFF2-40B4-BE49-F238E27FC236}">
                  <a16:creationId xmlns:a16="http://schemas.microsoft.com/office/drawing/2014/main" id="{24753786-CCE7-2309-36C5-2B1A61CF9DF0}"/>
                </a:ext>
              </a:extLst>
            </p:cNvPr>
            <p:cNvGrpSpPr/>
            <p:nvPr/>
          </p:nvGrpSpPr>
          <p:grpSpPr>
            <a:xfrm>
              <a:off x="7076441" y="3424758"/>
              <a:ext cx="2510790" cy="252955"/>
              <a:chOff x="3048501" y="1733118"/>
              <a:chExt cx="2422635" cy="252955"/>
            </a:xfrm>
          </p:grpSpPr>
          <p:cxnSp>
            <p:nvCxnSpPr>
              <p:cNvPr id="347" name="Connecteur droit 346">
                <a:extLst>
                  <a:ext uri="{FF2B5EF4-FFF2-40B4-BE49-F238E27FC236}">
                    <a16:creationId xmlns:a16="http://schemas.microsoft.com/office/drawing/2014/main" id="{97AD1359-FAD0-C9EF-AE8D-CF66CE243532}"/>
                  </a:ext>
                </a:extLst>
              </p:cNvPr>
              <p:cNvCxnSpPr>
                <a:cxnSpLocks/>
              </p:cNvCxnSpPr>
              <p:nvPr/>
            </p:nvCxnSpPr>
            <p:spPr>
              <a:xfrm>
                <a:off x="3048501" y="1853812"/>
                <a:ext cx="278899" cy="0"/>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48" name="Connecteur droit 347">
                <a:extLst>
                  <a:ext uri="{FF2B5EF4-FFF2-40B4-BE49-F238E27FC236}">
                    <a16:creationId xmlns:a16="http://schemas.microsoft.com/office/drawing/2014/main" id="{D6F67A32-2B9E-5580-889F-DD1F39F56C54}"/>
                  </a:ext>
                </a:extLst>
              </p:cNvPr>
              <p:cNvCxnSpPr/>
              <p:nvPr/>
            </p:nvCxnSpPr>
            <p:spPr>
              <a:xfrm flipV="1">
                <a:off x="3496811" y="185547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49" name="Connecteur droit 348">
                <a:extLst>
                  <a:ext uri="{FF2B5EF4-FFF2-40B4-BE49-F238E27FC236}">
                    <a16:creationId xmlns:a16="http://schemas.microsoft.com/office/drawing/2014/main" id="{115E599A-EDAB-35C2-D633-61AFC43F1930}"/>
                  </a:ext>
                </a:extLst>
              </p:cNvPr>
              <p:cNvCxnSpPr/>
              <p:nvPr/>
            </p:nvCxnSpPr>
            <p:spPr>
              <a:xfrm flipV="1">
                <a:off x="5068412"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50" name="Connecteur droit 349">
                <a:extLst>
                  <a:ext uri="{FF2B5EF4-FFF2-40B4-BE49-F238E27FC236}">
                    <a16:creationId xmlns:a16="http://schemas.microsoft.com/office/drawing/2014/main" id="{1C72DFF9-8EEC-ABAD-BFDD-D9D725F664C8}"/>
                  </a:ext>
                </a:extLst>
              </p:cNvPr>
              <p:cNvCxnSpPr>
                <a:cxnSpLocks/>
                <a:stCxn id="351" idx="6"/>
              </p:cNvCxnSpPr>
              <p:nvPr/>
            </p:nvCxnSpPr>
            <p:spPr>
              <a:xfrm flipV="1">
                <a:off x="4479908" y="1859280"/>
                <a:ext cx="410227" cy="3039"/>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51" name="Ellipse 350">
                <a:extLst>
                  <a:ext uri="{FF2B5EF4-FFF2-40B4-BE49-F238E27FC236}">
                    <a16:creationId xmlns:a16="http://schemas.microsoft.com/office/drawing/2014/main" id="{9CB243A8-D8A9-118A-589A-876987C403C7}"/>
                  </a:ext>
                </a:extLst>
              </p:cNvPr>
              <p:cNvSpPr/>
              <p:nvPr/>
            </p:nvSpPr>
            <p:spPr>
              <a:xfrm>
                <a:off x="3907038" y="1738564"/>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2" name="ZoneTexte 351">
                <a:extLst>
                  <a:ext uri="{FF2B5EF4-FFF2-40B4-BE49-F238E27FC236}">
                    <a16:creationId xmlns:a16="http://schemas.microsoft.com/office/drawing/2014/main" id="{C260F2CF-1DC8-06A3-7A1C-B747D66D8338}"/>
                  </a:ext>
                </a:extLst>
              </p:cNvPr>
              <p:cNvSpPr txBox="1"/>
              <p:nvPr/>
            </p:nvSpPr>
            <p:spPr>
              <a:xfrm>
                <a:off x="3268980" y="1733118"/>
                <a:ext cx="327660" cy="200055"/>
              </a:xfrm>
              <a:prstGeom prst="rect">
                <a:avLst/>
              </a:prstGeom>
              <a:noFill/>
            </p:spPr>
            <p:txBody>
              <a:bodyPr wrap="square" rtlCol="0">
                <a:spAutoFit/>
              </a:bodyPr>
              <a:lstStyle/>
              <a:p>
                <a:r>
                  <a:rPr lang="fr-FR" sz="700" dirty="0"/>
                  <a:t>0-N</a:t>
                </a:r>
                <a:endParaRPr lang="es-ES" sz="700" dirty="0"/>
              </a:p>
            </p:txBody>
          </p:sp>
          <p:sp>
            <p:nvSpPr>
              <p:cNvPr id="353" name="ZoneTexte 352">
                <a:extLst>
                  <a:ext uri="{FF2B5EF4-FFF2-40B4-BE49-F238E27FC236}">
                    <a16:creationId xmlns:a16="http://schemas.microsoft.com/office/drawing/2014/main" id="{E65E27AF-EDE6-DCFE-7CC6-616F7788D8CC}"/>
                  </a:ext>
                </a:extLst>
              </p:cNvPr>
              <p:cNvSpPr txBox="1"/>
              <p:nvPr/>
            </p:nvSpPr>
            <p:spPr>
              <a:xfrm>
                <a:off x="4843145" y="1741373"/>
                <a:ext cx="327660" cy="200055"/>
              </a:xfrm>
              <a:prstGeom prst="rect">
                <a:avLst/>
              </a:prstGeom>
              <a:noFill/>
            </p:spPr>
            <p:txBody>
              <a:bodyPr wrap="square" rtlCol="0">
                <a:spAutoFit/>
              </a:bodyPr>
              <a:lstStyle/>
              <a:p>
                <a:r>
                  <a:rPr lang="fr-FR" sz="700" dirty="0"/>
                  <a:t>1-N</a:t>
                </a:r>
                <a:endParaRPr lang="es-ES" sz="700" dirty="0"/>
              </a:p>
            </p:txBody>
          </p:sp>
          <p:sp>
            <p:nvSpPr>
              <p:cNvPr id="354" name="ZoneTexte 353">
                <a:extLst>
                  <a:ext uri="{FF2B5EF4-FFF2-40B4-BE49-F238E27FC236}">
                    <a16:creationId xmlns:a16="http://schemas.microsoft.com/office/drawing/2014/main" id="{1F28EED8-2E6F-1C9E-E52A-5532002607BB}"/>
                  </a:ext>
                </a:extLst>
              </p:cNvPr>
              <p:cNvSpPr txBox="1"/>
              <p:nvPr/>
            </p:nvSpPr>
            <p:spPr>
              <a:xfrm>
                <a:off x="3993532" y="1759788"/>
                <a:ext cx="488933" cy="200055"/>
              </a:xfrm>
              <a:prstGeom prst="rect">
                <a:avLst/>
              </a:prstGeom>
              <a:noFill/>
            </p:spPr>
            <p:txBody>
              <a:bodyPr wrap="square" rtlCol="0">
                <a:spAutoFit/>
              </a:bodyPr>
              <a:lstStyle/>
              <a:p>
                <a:r>
                  <a:rPr lang="fr-FR" sz="700" dirty="0">
                    <a:latin typeface="Poppins" panose="00000500000000000000" pitchFamily="2" charset="0"/>
                    <a:cs typeface="Poppins" panose="00000500000000000000" pitchFamily="2" charset="0"/>
                  </a:rPr>
                  <a:t>Subit</a:t>
                </a:r>
                <a:endParaRPr lang="es-ES" sz="700" dirty="0">
                  <a:latin typeface="Poppins" panose="00000500000000000000" pitchFamily="2" charset="0"/>
                  <a:cs typeface="Poppins" panose="00000500000000000000" pitchFamily="2" charset="0"/>
                </a:endParaRPr>
              </a:p>
            </p:txBody>
          </p:sp>
        </p:grpSp>
        <p:grpSp>
          <p:nvGrpSpPr>
            <p:cNvPr id="320" name="Groupe 319">
              <a:extLst>
                <a:ext uri="{FF2B5EF4-FFF2-40B4-BE49-F238E27FC236}">
                  <a16:creationId xmlns:a16="http://schemas.microsoft.com/office/drawing/2014/main" id="{B1651FF7-866D-B751-E385-0F2572B040EC}"/>
                </a:ext>
              </a:extLst>
            </p:cNvPr>
            <p:cNvGrpSpPr/>
            <p:nvPr/>
          </p:nvGrpSpPr>
          <p:grpSpPr>
            <a:xfrm>
              <a:off x="6027303" y="3978966"/>
              <a:ext cx="576697" cy="1034994"/>
              <a:chOff x="6027303" y="1990146"/>
              <a:chExt cx="576697" cy="957459"/>
            </a:xfrm>
          </p:grpSpPr>
          <p:cxnSp>
            <p:nvCxnSpPr>
              <p:cNvPr id="339" name="Connecteur droit 338">
                <a:extLst>
                  <a:ext uri="{FF2B5EF4-FFF2-40B4-BE49-F238E27FC236}">
                    <a16:creationId xmlns:a16="http://schemas.microsoft.com/office/drawing/2014/main" id="{F040D474-F476-3844-853C-124CCE07B9BE}"/>
                  </a:ext>
                </a:extLst>
              </p:cNvPr>
              <p:cNvCxnSpPr>
                <a:cxnSpLocks/>
              </p:cNvCxnSpPr>
              <p:nvPr/>
            </p:nvCxnSpPr>
            <p:spPr>
              <a:xfrm>
                <a:off x="6304724" y="1990146"/>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40" name="Connecteur droit 339">
                <a:extLst>
                  <a:ext uri="{FF2B5EF4-FFF2-40B4-BE49-F238E27FC236}">
                    <a16:creationId xmlns:a16="http://schemas.microsoft.com/office/drawing/2014/main" id="{117B0903-0133-097E-1477-F05A2D06B1E8}"/>
                  </a:ext>
                </a:extLst>
              </p:cNvPr>
              <p:cNvCxnSpPr>
                <a:cxnSpLocks/>
              </p:cNvCxnSpPr>
              <p:nvPr/>
            </p:nvCxnSpPr>
            <p:spPr>
              <a:xfrm flipH="1">
                <a:off x="6304667" y="2217369"/>
                <a:ext cx="57" cy="12023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41" name="Connecteur droit 340">
                <a:extLst>
                  <a:ext uri="{FF2B5EF4-FFF2-40B4-BE49-F238E27FC236}">
                    <a16:creationId xmlns:a16="http://schemas.microsoft.com/office/drawing/2014/main" id="{2B1FDFCD-8693-2495-68CC-6295306CDB26}"/>
                  </a:ext>
                </a:extLst>
              </p:cNvPr>
              <p:cNvCxnSpPr>
                <a:cxnSpLocks/>
              </p:cNvCxnSpPr>
              <p:nvPr/>
            </p:nvCxnSpPr>
            <p:spPr>
              <a:xfrm>
                <a:off x="6306572" y="2597262"/>
                <a:ext cx="3" cy="107262"/>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42" name="Connecteur droit 341">
                <a:extLst>
                  <a:ext uri="{FF2B5EF4-FFF2-40B4-BE49-F238E27FC236}">
                    <a16:creationId xmlns:a16="http://schemas.microsoft.com/office/drawing/2014/main" id="{82C232FB-F1DE-75AC-CFB8-79CB7731E6EC}"/>
                  </a:ext>
                </a:extLst>
              </p:cNvPr>
              <p:cNvCxnSpPr>
                <a:cxnSpLocks/>
              </p:cNvCxnSpPr>
              <p:nvPr/>
            </p:nvCxnSpPr>
            <p:spPr>
              <a:xfrm>
                <a:off x="6309931" y="2826467"/>
                <a:ext cx="0" cy="12113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43" name="Ellipse 342">
                <a:extLst>
                  <a:ext uri="{FF2B5EF4-FFF2-40B4-BE49-F238E27FC236}">
                    <a16:creationId xmlns:a16="http://schemas.microsoft.com/office/drawing/2014/main" id="{B2E9532E-989E-A599-9FA8-904ACBD483D7}"/>
                  </a:ext>
                </a:extLst>
              </p:cNvPr>
              <p:cNvSpPr/>
              <p:nvPr/>
            </p:nvSpPr>
            <p:spPr>
              <a:xfrm>
                <a:off x="6027303" y="2346259"/>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4" name="ZoneTexte 343">
                <a:extLst>
                  <a:ext uri="{FF2B5EF4-FFF2-40B4-BE49-F238E27FC236}">
                    <a16:creationId xmlns:a16="http://schemas.microsoft.com/office/drawing/2014/main" id="{00B4FF15-CCD3-58B5-3249-EA973846F361}"/>
                  </a:ext>
                </a:extLst>
              </p:cNvPr>
              <p:cNvSpPr txBox="1"/>
              <p:nvPr/>
            </p:nvSpPr>
            <p:spPr>
              <a:xfrm>
                <a:off x="6153785" y="2053793"/>
                <a:ext cx="327660" cy="185068"/>
              </a:xfrm>
              <a:prstGeom prst="rect">
                <a:avLst/>
              </a:prstGeom>
              <a:noFill/>
            </p:spPr>
            <p:txBody>
              <a:bodyPr wrap="square" rtlCol="0">
                <a:spAutoFit/>
              </a:bodyPr>
              <a:lstStyle/>
              <a:p>
                <a:r>
                  <a:rPr lang="fr-FR" sz="700" dirty="0"/>
                  <a:t>1-1</a:t>
                </a:r>
                <a:endParaRPr lang="es-ES" sz="700" dirty="0"/>
              </a:p>
            </p:txBody>
          </p:sp>
          <p:sp>
            <p:nvSpPr>
              <p:cNvPr id="345" name="ZoneTexte 344">
                <a:extLst>
                  <a:ext uri="{FF2B5EF4-FFF2-40B4-BE49-F238E27FC236}">
                    <a16:creationId xmlns:a16="http://schemas.microsoft.com/office/drawing/2014/main" id="{46D42A5F-EC29-6BB1-ACEE-79E3C13544D7}"/>
                  </a:ext>
                </a:extLst>
              </p:cNvPr>
              <p:cNvSpPr txBox="1"/>
              <p:nvPr/>
            </p:nvSpPr>
            <p:spPr>
              <a:xfrm>
                <a:off x="6161405" y="2665933"/>
                <a:ext cx="327660" cy="200055"/>
              </a:xfrm>
              <a:prstGeom prst="rect">
                <a:avLst/>
              </a:prstGeom>
              <a:noFill/>
            </p:spPr>
            <p:txBody>
              <a:bodyPr wrap="square" rtlCol="0">
                <a:spAutoFit/>
              </a:bodyPr>
              <a:lstStyle/>
              <a:p>
                <a:r>
                  <a:rPr lang="fr-FR" sz="700" dirty="0"/>
                  <a:t>1-1</a:t>
                </a:r>
                <a:endParaRPr lang="es-ES" sz="700" dirty="0"/>
              </a:p>
            </p:txBody>
          </p:sp>
          <p:sp>
            <p:nvSpPr>
              <p:cNvPr id="346" name="ZoneTexte 345">
                <a:extLst>
                  <a:ext uri="{FF2B5EF4-FFF2-40B4-BE49-F238E27FC236}">
                    <a16:creationId xmlns:a16="http://schemas.microsoft.com/office/drawing/2014/main" id="{9DE750FF-70A4-D1F6-E976-9EE9D49899EE}"/>
                  </a:ext>
                </a:extLst>
              </p:cNvPr>
              <p:cNvSpPr txBox="1"/>
              <p:nvPr/>
            </p:nvSpPr>
            <p:spPr>
              <a:xfrm>
                <a:off x="6049644" y="2380692"/>
                <a:ext cx="554356" cy="185068"/>
              </a:xfrm>
              <a:prstGeom prst="rect">
                <a:avLst/>
              </a:prstGeom>
              <a:noFill/>
            </p:spPr>
            <p:txBody>
              <a:bodyPr wrap="square" rtlCol="0">
                <a:spAutoFit/>
              </a:bodyPr>
              <a:lstStyle/>
              <a:p>
                <a:r>
                  <a:rPr lang="fr-FR" sz="700" dirty="0"/>
                  <a:t>Concerne</a:t>
                </a:r>
                <a:endParaRPr lang="es-ES" sz="700" dirty="0"/>
              </a:p>
            </p:txBody>
          </p:sp>
        </p:grpSp>
        <p:grpSp>
          <p:nvGrpSpPr>
            <p:cNvPr id="321" name="Groupe 320">
              <a:extLst>
                <a:ext uri="{FF2B5EF4-FFF2-40B4-BE49-F238E27FC236}">
                  <a16:creationId xmlns:a16="http://schemas.microsoft.com/office/drawing/2014/main" id="{77619AD0-ABE3-0ADA-6F5C-E4BCE11AAA95}"/>
                </a:ext>
              </a:extLst>
            </p:cNvPr>
            <p:cNvGrpSpPr/>
            <p:nvPr/>
          </p:nvGrpSpPr>
          <p:grpSpPr>
            <a:xfrm rot="20079008">
              <a:off x="2727349" y="4439177"/>
              <a:ext cx="2971515" cy="422873"/>
              <a:chOff x="2533935" y="1674115"/>
              <a:chExt cx="2971515" cy="422873"/>
            </a:xfrm>
          </p:grpSpPr>
          <p:cxnSp>
            <p:nvCxnSpPr>
              <p:cNvPr id="332" name="Connecteur droit 331">
                <a:extLst>
                  <a:ext uri="{FF2B5EF4-FFF2-40B4-BE49-F238E27FC236}">
                    <a16:creationId xmlns:a16="http://schemas.microsoft.com/office/drawing/2014/main" id="{DF8F5666-C54B-1977-889B-5063DF22C844}"/>
                  </a:ext>
                </a:extLst>
              </p:cNvPr>
              <p:cNvCxnSpPr>
                <a:cxnSpLocks/>
              </p:cNvCxnSpPr>
              <p:nvPr/>
            </p:nvCxnSpPr>
            <p:spPr>
              <a:xfrm rot="1520992" flipV="1">
                <a:off x="2533935" y="1674115"/>
                <a:ext cx="743164" cy="422873"/>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33" name="Connecteur droit 332">
                <a:extLst>
                  <a:ext uri="{FF2B5EF4-FFF2-40B4-BE49-F238E27FC236}">
                    <a16:creationId xmlns:a16="http://schemas.microsoft.com/office/drawing/2014/main" id="{1082977C-25F9-A419-25DD-16EFBEE3C9B5}"/>
                  </a:ext>
                </a:extLst>
              </p:cNvPr>
              <p:cNvCxnSpPr/>
              <p:nvPr/>
            </p:nvCxnSpPr>
            <p:spPr>
              <a:xfrm flipV="1">
                <a:off x="5102726" y="1857375"/>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34" name="Ellipse 333">
                <a:extLst>
                  <a:ext uri="{FF2B5EF4-FFF2-40B4-BE49-F238E27FC236}">
                    <a16:creationId xmlns:a16="http://schemas.microsoft.com/office/drawing/2014/main" id="{89618FD4-853A-378B-71B5-8C30C429ADFD}"/>
                  </a:ext>
                </a:extLst>
              </p:cNvPr>
              <p:cNvSpPr/>
              <p:nvPr/>
            </p:nvSpPr>
            <p:spPr>
              <a:xfrm rot="1520992">
                <a:off x="3954158" y="1710296"/>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5" name="ZoneTexte 334">
                <a:extLst>
                  <a:ext uri="{FF2B5EF4-FFF2-40B4-BE49-F238E27FC236}">
                    <a16:creationId xmlns:a16="http://schemas.microsoft.com/office/drawing/2014/main" id="{D3369825-DCEC-F3D2-DB2A-3ADD29A0A6B5}"/>
                  </a:ext>
                </a:extLst>
              </p:cNvPr>
              <p:cNvSpPr txBox="1"/>
              <p:nvPr/>
            </p:nvSpPr>
            <p:spPr>
              <a:xfrm rot="1520992">
                <a:off x="3262695" y="1758248"/>
                <a:ext cx="327660" cy="200055"/>
              </a:xfrm>
              <a:prstGeom prst="rect">
                <a:avLst/>
              </a:prstGeom>
              <a:noFill/>
            </p:spPr>
            <p:txBody>
              <a:bodyPr wrap="square" rtlCol="0">
                <a:spAutoFit/>
              </a:bodyPr>
              <a:lstStyle/>
              <a:p>
                <a:r>
                  <a:rPr lang="fr-FR" sz="700" dirty="0"/>
                  <a:t>0-N</a:t>
                </a:r>
                <a:endParaRPr lang="es-ES" sz="700" dirty="0"/>
              </a:p>
            </p:txBody>
          </p:sp>
          <p:sp>
            <p:nvSpPr>
              <p:cNvPr id="336" name="ZoneTexte 335">
                <a:extLst>
                  <a:ext uri="{FF2B5EF4-FFF2-40B4-BE49-F238E27FC236}">
                    <a16:creationId xmlns:a16="http://schemas.microsoft.com/office/drawing/2014/main" id="{431DB53B-9BC0-EDAB-0628-3C896D57DFE7}"/>
                  </a:ext>
                </a:extLst>
              </p:cNvPr>
              <p:cNvSpPr txBox="1"/>
              <p:nvPr/>
            </p:nvSpPr>
            <p:spPr>
              <a:xfrm rot="1520992">
                <a:off x="4825263" y="1755387"/>
                <a:ext cx="327660" cy="200055"/>
              </a:xfrm>
              <a:prstGeom prst="rect">
                <a:avLst/>
              </a:prstGeom>
              <a:noFill/>
            </p:spPr>
            <p:txBody>
              <a:bodyPr wrap="square" rtlCol="0">
                <a:spAutoFit/>
              </a:bodyPr>
              <a:lstStyle/>
              <a:p>
                <a:r>
                  <a:rPr lang="fr-FR" sz="700" dirty="0"/>
                  <a:t>0-N</a:t>
                </a:r>
                <a:endParaRPr lang="es-ES" sz="700" dirty="0"/>
              </a:p>
            </p:txBody>
          </p:sp>
          <p:cxnSp>
            <p:nvCxnSpPr>
              <p:cNvPr id="337" name="Connecteur droit 336">
                <a:extLst>
                  <a:ext uri="{FF2B5EF4-FFF2-40B4-BE49-F238E27FC236}">
                    <a16:creationId xmlns:a16="http://schemas.microsoft.com/office/drawing/2014/main" id="{9E7B1FF7-7FF5-81A8-56CD-44B27F8E75F9}"/>
                  </a:ext>
                </a:extLst>
              </p:cNvPr>
              <p:cNvCxnSpPr/>
              <p:nvPr/>
            </p:nvCxnSpPr>
            <p:spPr>
              <a:xfrm flipV="1">
                <a:off x="4452740" y="1852981"/>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38" name="Connecteur droit 337">
                <a:extLst>
                  <a:ext uri="{FF2B5EF4-FFF2-40B4-BE49-F238E27FC236}">
                    <a16:creationId xmlns:a16="http://schemas.microsoft.com/office/drawing/2014/main" id="{26F411CE-FB69-2CF2-ADAE-F5F730D0B967}"/>
                  </a:ext>
                </a:extLst>
              </p:cNvPr>
              <p:cNvCxnSpPr>
                <a:cxnSpLocks/>
              </p:cNvCxnSpPr>
              <p:nvPr/>
            </p:nvCxnSpPr>
            <p:spPr>
              <a:xfrm rot="1520992" flipV="1">
                <a:off x="3527149" y="1691071"/>
                <a:ext cx="426723" cy="25399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grpSp>
        <p:sp>
          <p:nvSpPr>
            <p:cNvPr id="322" name="ZoneTexte 321">
              <a:extLst>
                <a:ext uri="{FF2B5EF4-FFF2-40B4-BE49-F238E27FC236}">
                  <a16:creationId xmlns:a16="http://schemas.microsoft.com/office/drawing/2014/main" id="{66812D5E-B390-50B3-0CB2-533767F42AD0}"/>
                </a:ext>
              </a:extLst>
            </p:cNvPr>
            <p:cNvSpPr txBox="1"/>
            <p:nvPr/>
          </p:nvSpPr>
          <p:spPr>
            <a:xfrm>
              <a:off x="4154804" y="4406218"/>
              <a:ext cx="554356" cy="200055"/>
            </a:xfrm>
            <a:prstGeom prst="rect">
              <a:avLst/>
            </a:prstGeom>
            <a:noFill/>
          </p:spPr>
          <p:txBody>
            <a:bodyPr wrap="square" rtlCol="0">
              <a:spAutoFit/>
            </a:bodyPr>
            <a:lstStyle/>
            <a:p>
              <a:r>
                <a:rPr lang="fr-FR" sz="700" dirty="0"/>
                <a:t>Installés</a:t>
              </a:r>
              <a:endParaRPr lang="es-ES" sz="700" dirty="0"/>
            </a:p>
          </p:txBody>
        </p:sp>
        <p:grpSp>
          <p:nvGrpSpPr>
            <p:cNvPr id="323" name="Groupe 322">
              <a:extLst>
                <a:ext uri="{FF2B5EF4-FFF2-40B4-BE49-F238E27FC236}">
                  <a16:creationId xmlns:a16="http://schemas.microsoft.com/office/drawing/2014/main" id="{D8892C57-72AE-0828-90BC-855C980EC312}"/>
                </a:ext>
              </a:extLst>
            </p:cNvPr>
            <p:cNvGrpSpPr/>
            <p:nvPr/>
          </p:nvGrpSpPr>
          <p:grpSpPr>
            <a:xfrm rot="1520992" flipV="1">
              <a:off x="6986364" y="4407801"/>
              <a:ext cx="2824951" cy="422873"/>
              <a:chOff x="2533935" y="1674115"/>
              <a:chExt cx="2795690" cy="422873"/>
            </a:xfrm>
          </p:grpSpPr>
          <p:cxnSp>
            <p:nvCxnSpPr>
              <p:cNvPr id="324" name="Connecteur droit 323">
                <a:extLst>
                  <a:ext uri="{FF2B5EF4-FFF2-40B4-BE49-F238E27FC236}">
                    <a16:creationId xmlns:a16="http://schemas.microsoft.com/office/drawing/2014/main" id="{A96BC024-F483-5BDE-EC80-9877712B1E4F}"/>
                  </a:ext>
                </a:extLst>
              </p:cNvPr>
              <p:cNvCxnSpPr>
                <a:cxnSpLocks/>
              </p:cNvCxnSpPr>
              <p:nvPr/>
            </p:nvCxnSpPr>
            <p:spPr>
              <a:xfrm rot="1520992" flipV="1">
                <a:off x="2533935" y="1674115"/>
                <a:ext cx="743164" cy="422873"/>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25" name="Connecteur droit 324">
                <a:extLst>
                  <a:ext uri="{FF2B5EF4-FFF2-40B4-BE49-F238E27FC236}">
                    <a16:creationId xmlns:a16="http://schemas.microsoft.com/office/drawing/2014/main" id="{6D3D2ACC-CD79-A973-8BA1-26906C87692F}"/>
                  </a:ext>
                </a:extLst>
              </p:cNvPr>
              <p:cNvCxnSpPr>
                <a:cxnSpLocks/>
              </p:cNvCxnSpPr>
              <p:nvPr/>
            </p:nvCxnSpPr>
            <p:spPr>
              <a:xfrm rot="1520992" flipV="1">
                <a:off x="5108847" y="1830405"/>
                <a:ext cx="220778" cy="78246"/>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26" name="Ellipse 325">
                <a:extLst>
                  <a:ext uri="{FF2B5EF4-FFF2-40B4-BE49-F238E27FC236}">
                    <a16:creationId xmlns:a16="http://schemas.microsoft.com/office/drawing/2014/main" id="{D88193D0-BA35-0415-06B9-954171308542}"/>
                  </a:ext>
                </a:extLst>
              </p:cNvPr>
              <p:cNvSpPr/>
              <p:nvPr/>
            </p:nvSpPr>
            <p:spPr>
              <a:xfrm rot="1520992">
                <a:off x="3954158" y="1710296"/>
                <a:ext cx="572870" cy="247509"/>
              </a:xfrm>
              <a:prstGeom prst="ellipse">
                <a:avLst/>
              </a:prstGeom>
              <a:solidFill>
                <a:srgbClr val="EDEDE9"/>
              </a:solidFill>
              <a:ln>
                <a:solidFill>
                  <a:srgbClr val="0035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7" name="ZoneTexte 326">
                <a:extLst>
                  <a:ext uri="{FF2B5EF4-FFF2-40B4-BE49-F238E27FC236}">
                    <a16:creationId xmlns:a16="http://schemas.microsoft.com/office/drawing/2014/main" id="{0ECA0D4A-DA18-943D-1A82-5CD7297530D5}"/>
                  </a:ext>
                </a:extLst>
              </p:cNvPr>
              <p:cNvSpPr txBox="1"/>
              <p:nvPr/>
            </p:nvSpPr>
            <p:spPr>
              <a:xfrm rot="12320992">
                <a:off x="3262695" y="1758248"/>
                <a:ext cx="327660" cy="200055"/>
              </a:xfrm>
              <a:prstGeom prst="rect">
                <a:avLst/>
              </a:prstGeom>
              <a:noFill/>
            </p:spPr>
            <p:txBody>
              <a:bodyPr wrap="square" rtlCol="0">
                <a:spAutoFit/>
              </a:bodyPr>
              <a:lstStyle/>
              <a:p>
                <a:r>
                  <a:rPr lang="fr-FR" sz="700" dirty="0"/>
                  <a:t>0-N</a:t>
                </a:r>
                <a:endParaRPr lang="es-ES" sz="700" dirty="0"/>
              </a:p>
            </p:txBody>
          </p:sp>
          <p:sp>
            <p:nvSpPr>
              <p:cNvPr id="328" name="ZoneTexte 327">
                <a:extLst>
                  <a:ext uri="{FF2B5EF4-FFF2-40B4-BE49-F238E27FC236}">
                    <a16:creationId xmlns:a16="http://schemas.microsoft.com/office/drawing/2014/main" id="{1D4F88D6-4763-F146-29CE-57D5CAE7BEBF}"/>
                  </a:ext>
                </a:extLst>
              </p:cNvPr>
              <p:cNvSpPr txBox="1"/>
              <p:nvPr/>
            </p:nvSpPr>
            <p:spPr>
              <a:xfrm rot="12320992">
                <a:off x="4825263" y="1755388"/>
                <a:ext cx="327660" cy="200055"/>
              </a:xfrm>
              <a:prstGeom prst="rect">
                <a:avLst/>
              </a:prstGeom>
              <a:noFill/>
            </p:spPr>
            <p:txBody>
              <a:bodyPr wrap="square" rtlCol="0">
                <a:spAutoFit/>
              </a:bodyPr>
              <a:lstStyle/>
              <a:p>
                <a:r>
                  <a:rPr lang="fr-FR" sz="700" dirty="0"/>
                  <a:t>1-1</a:t>
                </a:r>
                <a:endParaRPr lang="es-ES" sz="700" dirty="0"/>
              </a:p>
            </p:txBody>
          </p:sp>
          <p:cxnSp>
            <p:nvCxnSpPr>
              <p:cNvPr id="329" name="Connecteur droit 328">
                <a:extLst>
                  <a:ext uri="{FF2B5EF4-FFF2-40B4-BE49-F238E27FC236}">
                    <a16:creationId xmlns:a16="http://schemas.microsoft.com/office/drawing/2014/main" id="{CD708E2B-8798-3292-7486-9BF52E29CE7D}"/>
                  </a:ext>
                </a:extLst>
              </p:cNvPr>
              <p:cNvCxnSpPr/>
              <p:nvPr/>
            </p:nvCxnSpPr>
            <p:spPr>
              <a:xfrm flipV="1">
                <a:off x="4480000" y="1866030"/>
                <a:ext cx="402724" cy="247"/>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A5D07D26-CB02-4453-614F-15628F06629D}"/>
                  </a:ext>
                </a:extLst>
              </p:cNvPr>
              <p:cNvCxnSpPr>
                <a:cxnSpLocks/>
              </p:cNvCxnSpPr>
              <p:nvPr/>
            </p:nvCxnSpPr>
            <p:spPr>
              <a:xfrm rot="1520992" flipV="1">
                <a:off x="3527149" y="1691071"/>
                <a:ext cx="426723" cy="253998"/>
              </a:xfrm>
              <a:prstGeom prst="line">
                <a:avLst/>
              </a:prstGeom>
              <a:ln>
                <a:solidFill>
                  <a:srgbClr val="81C4D7"/>
                </a:solidFill>
              </a:ln>
            </p:spPr>
            <p:style>
              <a:lnRef idx="1">
                <a:schemeClr val="accent1"/>
              </a:lnRef>
              <a:fillRef idx="0">
                <a:schemeClr val="accent1"/>
              </a:fillRef>
              <a:effectRef idx="0">
                <a:schemeClr val="accent1"/>
              </a:effectRef>
              <a:fontRef idx="minor">
                <a:schemeClr val="tx1"/>
              </a:fontRef>
            </p:style>
          </p:cxnSp>
          <p:sp>
            <p:nvSpPr>
              <p:cNvPr id="331" name="ZoneTexte 330">
                <a:extLst>
                  <a:ext uri="{FF2B5EF4-FFF2-40B4-BE49-F238E27FC236}">
                    <a16:creationId xmlns:a16="http://schemas.microsoft.com/office/drawing/2014/main" id="{49F94E3E-3A36-4898-7FA1-836BA6F8C631}"/>
                  </a:ext>
                </a:extLst>
              </p:cNvPr>
              <p:cNvSpPr txBox="1"/>
              <p:nvPr/>
            </p:nvSpPr>
            <p:spPr>
              <a:xfrm rot="12320992">
                <a:off x="3917781" y="1746991"/>
                <a:ext cx="673144" cy="200055"/>
              </a:xfrm>
              <a:prstGeom prst="rect">
                <a:avLst/>
              </a:prstGeom>
              <a:noFill/>
            </p:spPr>
            <p:txBody>
              <a:bodyPr wrap="square" rtlCol="0">
                <a:spAutoFit/>
              </a:bodyPr>
              <a:lstStyle/>
              <a:p>
                <a:r>
                  <a:rPr lang="fr-FR" sz="700" dirty="0"/>
                  <a:t>Est réservée</a:t>
                </a:r>
                <a:endParaRPr lang="es-ES" sz="700" dirty="0"/>
              </a:p>
            </p:txBody>
          </p:sp>
        </p:grpSp>
      </p:grpSp>
      <p:sp>
        <p:nvSpPr>
          <p:cNvPr id="510" name="ZoneTexte 509">
            <a:extLst>
              <a:ext uri="{FF2B5EF4-FFF2-40B4-BE49-F238E27FC236}">
                <a16:creationId xmlns:a16="http://schemas.microsoft.com/office/drawing/2014/main" id="{EAB46EA0-43C5-7CA1-B248-5E50336C6277}"/>
              </a:ext>
            </a:extLst>
          </p:cNvPr>
          <p:cNvSpPr txBox="1"/>
          <p:nvPr/>
        </p:nvSpPr>
        <p:spPr>
          <a:xfrm>
            <a:off x="-11610917" y="365760"/>
            <a:ext cx="7360920" cy="584775"/>
          </a:xfrm>
          <a:prstGeom prst="rect">
            <a:avLst/>
          </a:prstGeom>
          <a:noFill/>
        </p:spPr>
        <p:txBody>
          <a:bodyPr wrap="square" rtlCol="0">
            <a:spAutoFit/>
          </a:bodyPr>
          <a:lstStyle/>
          <a:p>
            <a:pPr algn="ctr"/>
            <a:r>
              <a:rPr lang="fr-FR" sz="3200" b="1" dirty="0">
                <a:solidFill>
                  <a:srgbClr val="3F5B78"/>
                </a:solidFill>
                <a:latin typeface="Poppins" panose="00000500000000000000" pitchFamily="2" charset="0"/>
                <a:cs typeface="Poppins" panose="00000500000000000000" pitchFamily="2" charset="0"/>
              </a:rPr>
              <a:t>MODELE CONCEPTUEL DES DONNEES</a:t>
            </a:r>
            <a:endParaRPr lang="es-ES" sz="3200" b="1" dirty="0">
              <a:solidFill>
                <a:srgbClr val="3F5B78"/>
              </a:solidFill>
              <a:latin typeface="Poppins" panose="00000500000000000000" pitchFamily="2" charset="0"/>
              <a:cs typeface="Poppins" panose="00000500000000000000" pitchFamily="2" charset="0"/>
            </a:endParaRPr>
          </a:p>
        </p:txBody>
      </p:sp>
      <p:pic>
        <p:nvPicPr>
          <p:cNvPr id="687" name="Picture 2">
            <a:extLst>
              <a:ext uri="{FF2B5EF4-FFF2-40B4-BE49-F238E27FC236}">
                <a16:creationId xmlns:a16="http://schemas.microsoft.com/office/drawing/2014/main" id="{615944EA-2AEA-19A9-4C43-BC3998DC57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flipV="1">
            <a:off x="-162836" y="5695245"/>
            <a:ext cx="931927" cy="1152502"/>
          </a:xfrm>
          <a:prstGeom prst="rect">
            <a:avLst/>
          </a:prstGeom>
          <a:noFill/>
          <a:extLst>
            <a:ext uri="{909E8E84-426E-40DD-AFC4-6F175D3DCCD1}">
              <a14:hiddenFill xmlns:a14="http://schemas.microsoft.com/office/drawing/2010/main">
                <a:solidFill>
                  <a:srgbClr val="FFFFFF"/>
                </a:solidFill>
              </a14:hiddenFill>
            </a:ext>
          </a:extLst>
        </p:spPr>
      </p:pic>
      <p:sp>
        <p:nvSpPr>
          <p:cNvPr id="689" name="ZoneTexte 688">
            <a:extLst>
              <a:ext uri="{FF2B5EF4-FFF2-40B4-BE49-F238E27FC236}">
                <a16:creationId xmlns:a16="http://schemas.microsoft.com/office/drawing/2014/main" id="{6083446B-C18F-6EB6-CB70-CBD44F5CE38A}"/>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16</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064985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A797F247-A7E0-3A8C-624A-DF1F6E10935D}"/>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2FC19352-F841-3C5E-727A-E480403107DD}"/>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276B483D-F38D-94F2-D28F-881B3BF3A8EB}"/>
              </a:ext>
            </a:extLst>
          </p:cNvPr>
          <p:cNvSpPr/>
          <p:nvPr/>
        </p:nvSpPr>
        <p:spPr>
          <a:xfrm>
            <a:off x="-5741650"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ZoneTexte 6">
            <a:extLst>
              <a:ext uri="{FF2B5EF4-FFF2-40B4-BE49-F238E27FC236}">
                <a16:creationId xmlns:a16="http://schemas.microsoft.com/office/drawing/2014/main" id="{C1051524-2D3C-0711-C9DC-EACB3EC0CD37}"/>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56FD0224-500D-0ACE-62B3-7D16DEBFBAE3}"/>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sp>
        <p:nvSpPr>
          <p:cNvPr id="5" name="ZoneTexte 4">
            <a:extLst>
              <a:ext uri="{FF2B5EF4-FFF2-40B4-BE49-F238E27FC236}">
                <a16:creationId xmlns:a16="http://schemas.microsoft.com/office/drawing/2014/main" id="{7B1EB564-C84A-11E6-17E6-8CC41D1EA3D8}"/>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DC337C58-4D2A-7266-3BF8-E119F17BA1CE}"/>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87264A37-AEBF-B310-1526-2F674E5C656C}"/>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FE18271C-5DEE-E04C-4206-41ADF495FB7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3E2AA7F9-3779-585A-A8BB-2311EF08F7B3}"/>
              </a:ext>
            </a:extLst>
          </p:cNvPr>
          <p:cNvSpPr txBox="1"/>
          <p:nvPr/>
        </p:nvSpPr>
        <p:spPr>
          <a:xfrm>
            <a:off x="2417722" y="3659832"/>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9D708CBF-E7EC-C38F-0583-68C59418C784}"/>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803E00D8-AF8B-E01D-58A8-AB9F7CCB0819}"/>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532D60F3-93DB-2499-5DC2-A7862E3874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6377F58E-E73E-0D3D-3B85-E6C407BEF439}"/>
              </a:ext>
            </a:extLst>
          </p:cNvPr>
          <p:cNvSpPr txBox="1"/>
          <p:nvPr/>
        </p:nvSpPr>
        <p:spPr>
          <a:xfrm>
            <a:off x="2417722" y="5345631"/>
            <a:ext cx="2748733"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 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AE4CCA69-4ED0-619A-6A20-07D38C6B00A6}"/>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9D503D48-E7DD-6451-F023-1B15C5AC17B1}"/>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B74ADC39-977E-1C7E-B881-851F56E97CE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2574EAFF-EF34-F0D3-BDCF-F936EDC458C0}"/>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171E3E5F-8EA6-E51B-1EC7-F25E63E039FD}"/>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204FAB59-A272-83E4-DFD2-7507150003A8}"/>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13A68179-70E5-A45C-7EB6-74CA52E6A91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6C33CDE4-19F2-3164-A1C7-9F8B5A1FAD1F}"/>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93D18D92-A9FC-EB36-8C19-6581C736EFF1}"/>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8C1A479C-32F3-B65E-F2CB-742101F94EC5}"/>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874DF7AC-30F2-62C2-32DE-9D2C23AB91D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196226CC-5531-9CB0-A8ED-09D3351ECA52}"/>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E1EC1736-A6F5-EEAE-7D52-597CE72C5A94}"/>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ADC676CF-561D-E930-8875-E7F9B42CFF11}"/>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0F7F5DF0-C43B-5055-C944-53F0C362707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521D1F6F-5BE5-817A-423C-D26ED2D54A69}"/>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2F15A8C3-4E96-2C02-CA15-9932B2618C46}"/>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9C414F30-2B07-B2F0-10C7-8157823AC959}"/>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AB5D558C-DB97-2090-B868-D6CCF64107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7CD1DA46-CFD9-6EF7-9AA4-348F6EE12541}"/>
                  </a:ext>
                </a:extLst>
              </p:cNvPr>
              <p:cNvGraphicFramePr>
                <a:graphicFrameLocks noChangeAspect="1"/>
              </p:cNvGraphicFramePr>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7CD1DA46-CFD9-6EF7-9AA4-348F6EE12541}"/>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6" name="Zoom de diapositive 5">
                <a:extLst>
                  <a:ext uri="{FF2B5EF4-FFF2-40B4-BE49-F238E27FC236}">
                    <a16:creationId xmlns:a16="http://schemas.microsoft.com/office/drawing/2014/main" id="{B54161EF-19B1-828E-2509-53EE9889D2E4}"/>
                  </a:ext>
                </a:extLst>
              </p:cNvPr>
              <p:cNvGraphicFramePr>
                <a:graphicFrameLocks noChangeAspect="1"/>
              </p:cNvGraphicFramePr>
              <p:nvPr/>
            </p:nvGraphicFramePr>
            <p:xfrm>
              <a:off x="997844" y="3342854"/>
              <a:ext cx="1792388" cy="908846"/>
            </p:xfrm>
            <a:graphic>
              <a:graphicData uri="http://schemas.microsoft.com/office/powerpoint/2016/slidezoom">
                <pslz:sldZm>
                  <pslz:sldZmObj sldId="266" cId="925274422">
                    <pslz:zmPr id="{C4A7DCC1-9C17-4CDC-8AB8-5F598FA9A0F3}" returnToParent="0" imageType="cover" transitionDur="1000">
                      <p166:blipFill xmlns:p166="http://schemas.microsoft.com/office/powerpoint/2016/6/main">
                        <a:blip r:embed="rId7">
                          <a:extLst>
                            <a:ext uri="{28A0092B-C50C-407E-A947-70E740481C1C}">
                              <a14:useLocalDpi xmlns:a14="http://schemas.microsoft.com/office/drawing/2010/main" val="0"/>
                            </a:ext>
                          </a:extLst>
                        </a:blip>
                        <a:stretch>
                          <a:fillRect/>
                        </a:stretch>
                      </p166:blipFill>
                      <p166:spPr xmlns:p166="http://schemas.microsoft.com/office/powerpoint/2016/6/main">
                        <a:xfrm>
                          <a:off x="0" y="0"/>
                          <a:ext cx="1792388" cy="908846"/>
                        </a:xfrm>
                        <a:prstGeom prst="rect">
                          <a:avLst/>
                        </a:prstGeom>
                        <a:ln w="3175">
                          <a:noFill/>
                        </a:ln>
                      </p166:spPr>
                    </pslz:zmPr>
                  </pslz:sldZmObj>
                </pslz:sldZm>
              </a:graphicData>
            </a:graphic>
          </p:graphicFrame>
        </mc:Choice>
        <mc:Fallback xmlns="">
          <p:pic>
            <p:nvPicPr>
              <p:cNvPr id="6" name="Zoom de diapositive 5">
                <a:hlinkClick r:id="rId8" action="ppaction://hlinksldjump"/>
                <a:extLst>
                  <a:ext uri="{FF2B5EF4-FFF2-40B4-BE49-F238E27FC236}">
                    <a16:creationId xmlns:a16="http://schemas.microsoft.com/office/drawing/2014/main" id="{B54161EF-19B1-828E-2509-53EE9889D2E4}"/>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997844" y="3342854"/>
                <a:ext cx="1792388" cy="908846"/>
              </a:xfrm>
              <a:prstGeom prst="rect">
                <a:avLst/>
              </a:prstGeom>
              <a:ln w="3175">
                <a:noFill/>
              </a:ln>
            </p:spPr>
          </p:pic>
        </mc:Fallback>
      </mc:AlternateContent>
      <p:sp>
        <p:nvSpPr>
          <p:cNvPr id="34" name="ZoneTexte 33">
            <a:extLst>
              <a:ext uri="{FF2B5EF4-FFF2-40B4-BE49-F238E27FC236}">
                <a16:creationId xmlns:a16="http://schemas.microsoft.com/office/drawing/2014/main" id="{C9AFD607-2FEB-0DF6-4297-A2B8DE70CD7E}"/>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003559"/>
                </a:solidFill>
                <a:latin typeface="Poppins" panose="00000500000000000000" pitchFamily="2" charset="0"/>
                <a:cs typeface="Poppins" panose="00000500000000000000" pitchFamily="2" charset="0"/>
              </a:rPr>
              <a:t>17</a:t>
            </a:r>
            <a:endParaRPr lang="es-ES" b="1" dirty="0">
              <a:solidFill>
                <a:srgbClr val="00355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184463702"/>
      </p:ext>
    </p:extLst>
  </p:cSld>
  <p:clrMapOvr>
    <a:masterClrMapping/>
  </p:clrMapOvr>
  <mc:AlternateContent xmlns:mc="http://schemas.openxmlformats.org/markup-compatibility/2006" xmlns:p14="http://schemas.microsoft.com/office/powerpoint/2010/main">
    <mc:Choice Requires="p14">
      <p:transition spd="slow" p14:dur="900">
        <p14:warp/>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263B"/>
        </a:solidFill>
        <a:effectLst/>
      </p:bgPr>
    </p:bg>
    <p:spTree>
      <p:nvGrpSpPr>
        <p:cNvPr id="1" name="">
          <a:extLst>
            <a:ext uri="{FF2B5EF4-FFF2-40B4-BE49-F238E27FC236}">
              <a16:creationId xmlns:a16="http://schemas.microsoft.com/office/drawing/2014/main" id="{1497D5F9-3A23-C634-1707-FCA6F771B8F0}"/>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3006249-6D70-E461-31BF-6B585F423A6D}"/>
              </a:ext>
            </a:extLst>
          </p:cNvPr>
          <p:cNvSpPr txBox="1"/>
          <p:nvPr/>
        </p:nvSpPr>
        <p:spPr>
          <a:xfrm>
            <a:off x="11725154" y="645704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18</a:t>
            </a:r>
            <a:endParaRPr lang="es-ES" b="1" dirty="0">
              <a:solidFill>
                <a:schemeClr val="bg1"/>
              </a:solidFill>
              <a:latin typeface="Poppins" panose="00000500000000000000" pitchFamily="2" charset="0"/>
              <a:cs typeface="Poppins" panose="00000500000000000000" pitchFamily="2" charset="0"/>
            </a:endParaRPr>
          </a:p>
        </p:txBody>
      </p:sp>
      <p:grpSp>
        <p:nvGrpSpPr>
          <p:cNvPr id="29" name="Groupe 28">
            <a:extLst>
              <a:ext uri="{FF2B5EF4-FFF2-40B4-BE49-F238E27FC236}">
                <a16:creationId xmlns:a16="http://schemas.microsoft.com/office/drawing/2014/main" id="{DF942FF5-A7C7-061F-45C2-199DCF2D19D9}"/>
              </a:ext>
            </a:extLst>
          </p:cNvPr>
          <p:cNvGrpSpPr/>
          <p:nvPr/>
        </p:nvGrpSpPr>
        <p:grpSpPr>
          <a:xfrm>
            <a:off x="-7979416" y="0"/>
            <a:ext cx="13045441" cy="6826372"/>
            <a:chOff x="-2547846" y="0"/>
            <a:chExt cx="13045441" cy="6826372"/>
          </a:xfrm>
        </p:grpSpPr>
        <p:grpSp>
          <p:nvGrpSpPr>
            <p:cNvPr id="14" name="Groupe 13">
              <a:extLst>
                <a:ext uri="{FF2B5EF4-FFF2-40B4-BE49-F238E27FC236}">
                  <a16:creationId xmlns:a16="http://schemas.microsoft.com/office/drawing/2014/main" id="{335E62C7-05CD-A446-C315-08D86B5D8FF8}"/>
                </a:ext>
              </a:extLst>
            </p:cNvPr>
            <p:cNvGrpSpPr/>
            <p:nvPr/>
          </p:nvGrpSpPr>
          <p:grpSpPr>
            <a:xfrm>
              <a:off x="-2547846" y="0"/>
              <a:ext cx="13045441" cy="6826372"/>
              <a:chOff x="-1" y="0"/>
              <a:chExt cx="11928989" cy="6826372"/>
            </a:xfrm>
          </p:grpSpPr>
          <p:sp>
            <p:nvSpPr>
              <p:cNvPr id="41" name="Forme libre : forme 40">
                <a:extLst>
                  <a:ext uri="{FF2B5EF4-FFF2-40B4-BE49-F238E27FC236}">
                    <a16:creationId xmlns:a16="http://schemas.microsoft.com/office/drawing/2014/main" id="{44A7064F-8813-8925-7C6D-E6B9104FE3B3}"/>
                  </a:ext>
                </a:extLst>
              </p:cNvPr>
              <p:cNvSpPr/>
              <p:nvPr/>
            </p:nvSpPr>
            <p:spPr>
              <a:xfrm>
                <a:off x="-1" y="0"/>
                <a:ext cx="11458938" cy="6826372"/>
              </a:xfrm>
              <a:custGeom>
                <a:avLst/>
                <a:gdLst>
                  <a:gd name="connsiteX0" fmla="*/ 0 w 11458938"/>
                  <a:gd name="connsiteY0" fmla="*/ 0 h 6826372"/>
                  <a:gd name="connsiteX1" fmla="*/ 10683433 w 11458938"/>
                  <a:gd name="connsiteY1" fmla="*/ 0 h 6826372"/>
                  <a:gd name="connsiteX2" fmla="*/ 10683433 w 11458938"/>
                  <a:gd name="connsiteY2" fmla="*/ 4710893 h 6826372"/>
                  <a:gd name="connsiteX3" fmla="*/ 11329684 w 11458938"/>
                  <a:gd name="connsiteY3" fmla="*/ 4710893 h 6826372"/>
                  <a:gd name="connsiteX4" fmla="*/ 11458938 w 11458938"/>
                  <a:gd name="connsiteY4" fmla="*/ 4840146 h 6826372"/>
                  <a:gd name="connsiteX5" fmla="*/ 11458938 w 11458938"/>
                  <a:gd name="connsiteY5" fmla="*/ 6038416 h 6826372"/>
                  <a:gd name="connsiteX6" fmla="*/ 11329684 w 11458938"/>
                  <a:gd name="connsiteY6" fmla="*/ 6167669 h 6826372"/>
                  <a:gd name="connsiteX7" fmla="*/ 10683433 w 11458938"/>
                  <a:gd name="connsiteY7" fmla="*/ 6167669 h 6826372"/>
                  <a:gd name="connsiteX8" fmla="*/ 10683433 w 11458938"/>
                  <a:gd name="connsiteY8" fmla="*/ 6826372 h 6826372"/>
                  <a:gd name="connsiteX9" fmla="*/ 0 w 1145893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8938" h="6826372">
                    <a:moveTo>
                      <a:pt x="0" y="0"/>
                    </a:moveTo>
                    <a:lnTo>
                      <a:pt x="10683433" y="0"/>
                    </a:lnTo>
                    <a:lnTo>
                      <a:pt x="10683433" y="4710893"/>
                    </a:lnTo>
                    <a:lnTo>
                      <a:pt x="11329684" y="4710893"/>
                    </a:lnTo>
                    <a:lnTo>
                      <a:pt x="11458938" y="4840146"/>
                    </a:lnTo>
                    <a:lnTo>
                      <a:pt x="11458938" y="6038416"/>
                    </a:lnTo>
                    <a:lnTo>
                      <a:pt x="11329684" y="6167669"/>
                    </a:lnTo>
                    <a:lnTo>
                      <a:pt x="10683433" y="6167669"/>
                    </a:lnTo>
                    <a:lnTo>
                      <a:pt x="10683433" y="6826372"/>
                    </a:lnTo>
                    <a:lnTo>
                      <a:pt x="0" y="6826372"/>
                    </a:lnTo>
                    <a:close/>
                  </a:path>
                </a:pathLst>
              </a:custGeom>
              <a:solidFill>
                <a:srgbClr val="00355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 name="ZoneTexte 1">
                <a:extLst>
                  <a:ext uri="{FF2B5EF4-FFF2-40B4-BE49-F238E27FC236}">
                    <a16:creationId xmlns:a16="http://schemas.microsoft.com/office/drawing/2014/main" id="{20275D9E-9E39-0B18-4CF4-3781587D8E51}"/>
                  </a:ext>
                </a:extLst>
              </p:cNvPr>
              <p:cNvSpPr txBox="1"/>
              <p:nvPr/>
            </p:nvSpPr>
            <p:spPr>
              <a:xfrm>
                <a:off x="6109317"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01</a:t>
                </a:r>
                <a:endParaRPr lang="es-ES" sz="8000" b="1" dirty="0">
                  <a:solidFill>
                    <a:schemeClr val="bg1">
                      <a:alpha val="37000"/>
                    </a:schemeClr>
                  </a:solidFill>
                  <a:latin typeface="Montserrat ExtraBold" pitchFamily="2" charset="0"/>
                </a:endParaRPr>
              </a:p>
            </p:txBody>
          </p:sp>
          <p:sp>
            <p:nvSpPr>
              <p:cNvPr id="3" name="ZoneTexte 2">
                <a:extLst>
                  <a:ext uri="{FF2B5EF4-FFF2-40B4-BE49-F238E27FC236}">
                    <a16:creationId xmlns:a16="http://schemas.microsoft.com/office/drawing/2014/main" id="{5E1F9F8E-F813-5608-80D8-BF6C9EF87759}"/>
                  </a:ext>
                </a:extLst>
              </p:cNvPr>
              <p:cNvSpPr txBox="1"/>
              <p:nvPr/>
            </p:nvSpPr>
            <p:spPr>
              <a:xfrm>
                <a:off x="5029026"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Front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11" name="Image 10">
                <a:extLst>
                  <a:ext uri="{FF2B5EF4-FFF2-40B4-BE49-F238E27FC236}">
                    <a16:creationId xmlns:a16="http://schemas.microsoft.com/office/drawing/2014/main" id="{A3A7D9B0-7E83-1D5F-03B8-4A3BC8DACB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7678" y="2579325"/>
                <a:ext cx="1593647" cy="1675457"/>
              </a:xfrm>
              <a:prstGeom prst="rect">
                <a:avLst/>
              </a:prstGeom>
            </p:spPr>
          </p:pic>
          <p:pic>
            <p:nvPicPr>
              <p:cNvPr id="13" name="Image 12">
                <a:extLst>
                  <a:ext uri="{FF2B5EF4-FFF2-40B4-BE49-F238E27FC236}">
                    <a16:creationId xmlns:a16="http://schemas.microsoft.com/office/drawing/2014/main" id="{C0E7C10E-2826-7CAD-9E8B-85080701B1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5739" y="4486954"/>
                <a:ext cx="2238755" cy="1495418"/>
              </a:xfrm>
              <a:prstGeom prst="rect">
                <a:avLst/>
              </a:prstGeom>
            </p:spPr>
          </p:pic>
          <p:sp>
            <p:nvSpPr>
              <p:cNvPr id="18" name="ZoneTexte 17">
                <a:extLst>
                  <a:ext uri="{FF2B5EF4-FFF2-40B4-BE49-F238E27FC236}">
                    <a16:creationId xmlns:a16="http://schemas.microsoft.com/office/drawing/2014/main" id="{A798C5A0-13E8-41B5-35CA-DF4AA884C632}"/>
                  </a:ext>
                </a:extLst>
              </p:cNvPr>
              <p:cNvSpPr txBox="1"/>
              <p:nvPr/>
            </p:nvSpPr>
            <p:spPr>
              <a:xfrm>
                <a:off x="6116013" y="2856087"/>
                <a:ext cx="5812975" cy="1015663"/>
              </a:xfrm>
              <a:prstGeom prst="rect">
                <a:avLst/>
              </a:prstGeom>
              <a:noFill/>
            </p:spPr>
            <p:txBody>
              <a:bodyPr wrap="square" rtlCol="0">
                <a:spAutoFit/>
              </a:bodyPr>
              <a:lstStyle/>
              <a:p>
                <a:endParaRPr lang="es-ES" sz="6000" b="1" dirty="0">
                  <a:solidFill>
                    <a:schemeClr val="bg1"/>
                  </a:solidFill>
                  <a:latin typeface="Poppins Black" panose="00000A00000000000000" pitchFamily="2" charset="0"/>
                  <a:cs typeface="Poppins Black" panose="00000A00000000000000" pitchFamily="2" charset="0"/>
                </a:endParaRPr>
              </a:p>
            </p:txBody>
          </p:sp>
        </p:grpSp>
        <p:sp>
          <p:nvSpPr>
            <p:cNvPr id="22" name="ZoneTexte 21">
              <a:extLst>
                <a:ext uri="{FF2B5EF4-FFF2-40B4-BE49-F238E27FC236}">
                  <a16:creationId xmlns:a16="http://schemas.microsoft.com/office/drawing/2014/main" id="{E9118AA4-F27B-E5C7-4D10-C8752B9DCA7F}"/>
                </a:ext>
              </a:extLst>
            </p:cNvPr>
            <p:cNvSpPr txBox="1"/>
            <p:nvPr/>
          </p:nvSpPr>
          <p:spPr>
            <a:xfrm>
              <a:off x="2466111" y="290771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Pour le développement du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front-end</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nous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avons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JavaFX</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afin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concevoir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une interface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utilisateur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interactive. Le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style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visuel</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l'application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été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personnalisé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à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l'aide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fichiers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CSS.</a:t>
              </a:r>
            </a:p>
          </p:txBody>
        </p:sp>
      </p:grpSp>
      <p:sp>
        <p:nvSpPr>
          <p:cNvPr id="23" name="ZoneTexte 22">
            <a:extLst>
              <a:ext uri="{FF2B5EF4-FFF2-40B4-BE49-F238E27FC236}">
                <a16:creationId xmlns:a16="http://schemas.microsoft.com/office/drawing/2014/main" id="{17167F14-E013-9F23-FC3C-7CA1A3297CDE}"/>
              </a:ext>
            </a:extLst>
          </p:cNvPr>
          <p:cNvSpPr txBox="1"/>
          <p:nvPr/>
        </p:nvSpPr>
        <p:spPr>
          <a:xfrm>
            <a:off x="4343400" y="2752219"/>
            <a:ext cx="7315200" cy="1015663"/>
          </a:xfrm>
          <a:prstGeom prst="rect">
            <a:avLst/>
          </a:prstGeom>
          <a:noFill/>
        </p:spPr>
        <p:txBody>
          <a:bodyPr wrap="square" rtlCol="0">
            <a:spAutoFit/>
          </a:bodyPr>
          <a:lstStyle/>
          <a:p>
            <a:r>
              <a:rPr lang="fr-FR" sz="6000" dirty="0">
                <a:solidFill>
                  <a:srgbClr val="EDEDE9"/>
                </a:solidFill>
                <a:latin typeface="Poppins Black" panose="00000A00000000000000" pitchFamily="2" charset="0"/>
                <a:cs typeface="Poppins Black" panose="00000A00000000000000" pitchFamily="2" charset="0"/>
              </a:rPr>
              <a:t>IMPLEMENTATION</a:t>
            </a:r>
            <a:endParaRPr lang="es-ES" sz="6000" dirty="0">
              <a:solidFill>
                <a:srgbClr val="EDEDE9"/>
              </a:solidFill>
              <a:latin typeface="Poppins Black" panose="00000A00000000000000" pitchFamily="2" charset="0"/>
              <a:cs typeface="Poppins Black" panose="00000A00000000000000" pitchFamily="2" charset="0"/>
            </a:endParaRPr>
          </a:p>
        </p:txBody>
      </p:sp>
      <p:grpSp>
        <p:nvGrpSpPr>
          <p:cNvPr id="17" name="Groupe 16">
            <a:extLst>
              <a:ext uri="{FF2B5EF4-FFF2-40B4-BE49-F238E27FC236}">
                <a16:creationId xmlns:a16="http://schemas.microsoft.com/office/drawing/2014/main" id="{D9B5E45C-D0DA-048F-C99E-DF2EC82ACEA3}"/>
              </a:ext>
            </a:extLst>
          </p:cNvPr>
          <p:cNvGrpSpPr/>
          <p:nvPr/>
        </p:nvGrpSpPr>
        <p:grpSpPr>
          <a:xfrm>
            <a:off x="-8084254" y="-31628"/>
            <a:ext cx="11449980" cy="6826372"/>
            <a:chOff x="-2772859" y="0"/>
            <a:chExt cx="11449980" cy="6826372"/>
          </a:xfrm>
        </p:grpSpPr>
        <p:grpSp>
          <p:nvGrpSpPr>
            <p:cNvPr id="19" name="Groupe 18">
              <a:extLst>
                <a:ext uri="{FF2B5EF4-FFF2-40B4-BE49-F238E27FC236}">
                  <a16:creationId xmlns:a16="http://schemas.microsoft.com/office/drawing/2014/main" id="{1D9C27D0-BBD2-ED53-E9E2-531A7A7A9BE1}"/>
                </a:ext>
              </a:extLst>
            </p:cNvPr>
            <p:cNvGrpSpPr/>
            <p:nvPr/>
          </p:nvGrpSpPr>
          <p:grpSpPr>
            <a:xfrm>
              <a:off x="-2772859" y="0"/>
              <a:ext cx="11449980" cy="6826372"/>
              <a:chOff x="1" y="0"/>
              <a:chExt cx="11449980" cy="6826372"/>
            </a:xfrm>
          </p:grpSpPr>
          <p:sp>
            <p:nvSpPr>
              <p:cNvPr id="21" name="Forme libre : forme 20">
                <a:extLst>
                  <a:ext uri="{FF2B5EF4-FFF2-40B4-BE49-F238E27FC236}">
                    <a16:creationId xmlns:a16="http://schemas.microsoft.com/office/drawing/2014/main" id="{610F7666-2955-E620-2145-110CC860FB18}"/>
                  </a:ext>
                </a:extLst>
              </p:cNvPr>
              <p:cNvSpPr/>
              <p:nvPr/>
            </p:nvSpPr>
            <p:spPr>
              <a:xfrm rot="5400000">
                <a:off x="2311805" y="-2311804"/>
                <a:ext cx="6826372" cy="11449980"/>
              </a:xfrm>
              <a:custGeom>
                <a:avLst/>
                <a:gdLst>
                  <a:gd name="connsiteX0" fmla="*/ 0 w 6826372"/>
                  <a:gd name="connsiteY0" fmla="*/ 11449980 h 11449980"/>
                  <a:gd name="connsiteX1" fmla="*/ 0 w 6826372"/>
                  <a:gd name="connsiteY1" fmla="*/ 766548 h 11449980"/>
                  <a:gd name="connsiteX2" fmla="*/ 2768275 w 6826372"/>
                  <a:gd name="connsiteY2" fmla="*/ 766548 h 11449980"/>
                  <a:gd name="connsiteX3" fmla="*/ 2768275 w 6826372"/>
                  <a:gd name="connsiteY3" fmla="*/ 129255 h 11449980"/>
                  <a:gd name="connsiteX4" fmla="*/ 2897528 w 6826372"/>
                  <a:gd name="connsiteY4" fmla="*/ 0 h 11449980"/>
                  <a:gd name="connsiteX5" fmla="*/ 4095798 w 6826372"/>
                  <a:gd name="connsiteY5" fmla="*/ 0 h 11449980"/>
                  <a:gd name="connsiteX6" fmla="*/ 4225051 w 6826372"/>
                  <a:gd name="connsiteY6" fmla="*/ 129255 h 11449980"/>
                  <a:gd name="connsiteX7" fmla="*/ 4225051 w 6826372"/>
                  <a:gd name="connsiteY7" fmla="*/ 766548 h 11449980"/>
                  <a:gd name="connsiteX8" fmla="*/ 6826372 w 6826372"/>
                  <a:gd name="connsiteY8" fmla="*/ 766548 h 11449980"/>
                  <a:gd name="connsiteX9" fmla="*/ 6826371 w 6826372"/>
                  <a:gd name="connsiteY9" fmla="*/ 11449980 h 1144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6372" h="11449980">
                    <a:moveTo>
                      <a:pt x="0" y="11449980"/>
                    </a:moveTo>
                    <a:lnTo>
                      <a:pt x="0" y="766548"/>
                    </a:lnTo>
                    <a:lnTo>
                      <a:pt x="2768275" y="766548"/>
                    </a:lnTo>
                    <a:lnTo>
                      <a:pt x="2768275" y="129255"/>
                    </a:lnTo>
                    <a:lnTo>
                      <a:pt x="2897528" y="0"/>
                    </a:lnTo>
                    <a:lnTo>
                      <a:pt x="4095798" y="0"/>
                    </a:lnTo>
                    <a:lnTo>
                      <a:pt x="4225051" y="129255"/>
                    </a:lnTo>
                    <a:lnTo>
                      <a:pt x="4225051" y="766548"/>
                    </a:lnTo>
                    <a:lnTo>
                      <a:pt x="6826372" y="766548"/>
                    </a:lnTo>
                    <a:lnTo>
                      <a:pt x="6826371" y="11449980"/>
                    </a:lnTo>
                    <a:close/>
                  </a:path>
                </a:pathLst>
              </a:custGeom>
              <a:solidFill>
                <a:srgbClr val="778DA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4" name="ZoneTexte 23">
                <a:extLst>
                  <a:ext uri="{FF2B5EF4-FFF2-40B4-BE49-F238E27FC236}">
                    <a16:creationId xmlns:a16="http://schemas.microsoft.com/office/drawing/2014/main" id="{A2E14A15-12D6-3F94-9F10-549E5739E0C5}"/>
                  </a:ext>
                </a:extLst>
              </p:cNvPr>
              <p:cNvSpPr txBox="1"/>
              <p:nvPr/>
            </p:nvSpPr>
            <p:spPr>
              <a:xfrm>
                <a:off x="5857794"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02</a:t>
                </a:r>
                <a:endParaRPr lang="es-ES" sz="8000" b="1" dirty="0">
                  <a:solidFill>
                    <a:schemeClr val="bg1">
                      <a:alpha val="37000"/>
                    </a:schemeClr>
                  </a:solidFill>
                  <a:latin typeface="Montserrat ExtraBold" pitchFamily="2" charset="0"/>
                </a:endParaRPr>
              </a:p>
            </p:txBody>
          </p:sp>
          <p:sp>
            <p:nvSpPr>
              <p:cNvPr id="25" name="ZoneTexte 24">
                <a:extLst>
                  <a:ext uri="{FF2B5EF4-FFF2-40B4-BE49-F238E27FC236}">
                    <a16:creationId xmlns:a16="http://schemas.microsoft.com/office/drawing/2014/main" id="{E181A0D9-769E-B509-FB2A-3154BEA96289}"/>
                  </a:ext>
                </a:extLst>
              </p:cNvPr>
              <p:cNvSpPr txBox="1"/>
              <p:nvPr/>
            </p:nvSpPr>
            <p:spPr>
              <a:xfrm>
                <a:off x="4833658"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Back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26" name="Image 25">
                <a:extLst>
                  <a:ext uri="{FF2B5EF4-FFF2-40B4-BE49-F238E27FC236}">
                    <a16:creationId xmlns:a16="http://schemas.microsoft.com/office/drawing/2014/main" id="{31F8FAE0-2901-9737-844A-86C74EEF9F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2954" y="2873242"/>
                <a:ext cx="2023537" cy="2023537"/>
              </a:xfrm>
              <a:prstGeom prst="rect">
                <a:avLst/>
              </a:prstGeom>
            </p:spPr>
          </p:pic>
        </p:grpSp>
        <p:sp>
          <p:nvSpPr>
            <p:cNvPr id="20" name="ZoneTexte 19">
              <a:extLst>
                <a:ext uri="{FF2B5EF4-FFF2-40B4-BE49-F238E27FC236}">
                  <a16:creationId xmlns:a16="http://schemas.microsoft.com/office/drawing/2014/main" id="{C45F9215-3FBA-5BDB-C346-5470631EE5A4}"/>
                </a:ext>
              </a:extLst>
            </p:cNvPr>
            <p:cNvSpPr txBox="1"/>
            <p:nvPr/>
          </p:nvSpPr>
          <p:spPr>
            <a:xfrm>
              <a:off x="1079271" y="284675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le développement du </a:t>
              </a:r>
              <a:r>
                <a:rPr lang="fr-FR" sz="2000" dirty="0" err="1">
                  <a:solidFill>
                    <a:srgbClr val="EDEDE9"/>
                  </a:solidFill>
                  <a:latin typeface="Poppins" panose="00000500000000000000" pitchFamily="2" charset="0"/>
                  <a:cs typeface="Poppins" panose="00000500000000000000" pitchFamily="2" charset="0"/>
                </a:rPr>
                <a:t>back-end</a:t>
              </a:r>
              <a:r>
                <a:rPr lang="fr-FR" sz="2000" dirty="0">
                  <a:solidFill>
                    <a:srgbClr val="EDEDE9"/>
                  </a:solidFill>
                  <a:latin typeface="Poppins" panose="00000500000000000000" pitchFamily="2" charset="0"/>
                  <a:cs typeface="Poppins" panose="00000500000000000000" pitchFamily="2" charset="0"/>
                </a:rPr>
                <a:t>, nous avons utilisé Java, ce qui nous a permis de gérer la logique métier de l’application. Toutes les opérations internes sont traitées efficacement grâce à la robustesse de ce langage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grpSp>
        <p:nvGrpSpPr>
          <p:cNvPr id="27" name="Groupe 26">
            <a:extLst>
              <a:ext uri="{FF2B5EF4-FFF2-40B4-BE49-F238E27FC236}">
                <a16:creationId xmlns:a16="http://schemas.microsoft.com/office/drawing/2014/main" id="{DC3FBE4F-1875-DEEC-39B6-C84D262D8502}"/>
              </a:ext>
            </a:extLst>
          </p:cNvPr>
          <p:cNvGrpSpPr/>
          <p:nvPr/>
        </p:nvGrpSpPr>
        <p:grpSpPr>
          <a:xfrm>
            <a:off x="-9285749" y="-15814"/>
            <a:ext cx="11449978" cy="6826372"/>
            <a:chOff x="-4094529" y="0"/>
            <a:chExt cx="11449978" cy="6826372"/>
          </a:xfrm>
        </p:grpSpPr>
        <p:grpSp>
          <p:nvGrpSpPr>
            <p:cNvPr id="28" name="Groupe 27">
              <a:extLst>
                <a:ext uri="{FF2B5EF4-FFF2-40B4-BE49-F238E27FC236}">
                  <a16:creationId xmlns:a16="http://schemas.microsoft.com/office/drawing/2014/main" id="{BD8CBD39-F227-C934-6164-1C0BD99FBD0E}"/>
                </a:ext>
              </a:extLst>
            </p:cNvPr>
            <p:cNvGrpSpPr/>
            <p:nvPr/>
          </p:nvGrpSpPr>
          <p:grpSpPr>
            <a:xfrm>
              <a:off x="-4094529" y="0"/>
              <a:ext cx="11449978" cy="6826372"/>
              <a:chOff x="-15241" y="0"/>
              <a:chExt cx="11449978" cy="6826372"/>
            </a:xfrm>
          </p:grpSpPr>
          <p:sp>
            <p:nvSpPr>
              <p:cNvPr id="46" name="Forme libre : forme 45">
                <a:extLst>
                  <a:ext uri="{FF2B5EF4-FFF2-40B4-BE49-F238E27FC236}">
                    <a16:creationId xmlns:a16="http://schemas.microsoft.com/office/drawing/2014/main" id="{A4DAFEE6-2C0F-CEE3-F749-E2C9FC437140}"/>
                  </a:ext>
                </a:extLst>
              </p:cNvPr>
              <p:cNvSpPr/>
              <p:nvPr/>
            </p:nvSpPr>
            <p:spPr>
              <a:xfrm>
                <a:off x="-15241" y="0"/>
                <a:ext cx="11449978" cy="6826372"/>
              </a:xfrm>
              <a:custGeom>
                <a:avLst/>
                <a:gdLst>
                  <a:gd name="connsiteX0" fmla="*/ 0 w 11449978"/>
                  <a:gd name="connsiteY0" fmla="*/ 0 h 6826372"/>
                  <a:gd name="connsiteX1" fmla="*/ 10683433 w 11449978"/>
                  <a:gd name="connsiteY1" fmla="*/ 0 h 6826372"/>
                  <a:gd name="connsiteX2" fmla="*/ 10683433 w 11449978"/>
                  <a:gd name="connsiteY2" fmla="*/ 835298 h 6826372"/>
                  <a:gd name="connsiteX3" fmla="*/ 11320724 w 11449978"/>
                  <a:gd name="connsiteY3" fmla="*/ 835298 h 6826372"/>
                  <a:gd name="connsiteX4" fmla="*/ 11449978 w 11449978"/>
                  <a:gd name="connsiteY4" fmla="*/ 964551 h 6826372"/>
                  <a:gd name="connsiteX5" fmla="*/ 11449978 w 11449978"/>
                  <a:gd name="connsiteY5" fmla="*/ 2162821 h 6826372"/>
                  <a:gd name="connsiteX6" fmla="*/ 11320724 w 11449978"/>
                  <a:gd name="connsiteY6" fmla="*/ 2292074 h 6826372"/>
                  <a:gd name="connsiteX7" fmla="*/ 10683433 w 11449978"/>
                  <a:gd name="connsiteY7" fmla="*/ 2292074 h 6826372"/>
                  <a:gd name="connsiteX8" fmla="*/ 10683433 w 11449978"/>
                  <a:gd name="connsiteY8" fmla="*/ 6826372 h 6826372"/>
                  <a:gd name="connsiteX9" fmla="*/ 0 w 1144997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49978" h="6826372">
                    <a:moveTo>
                      <a:pt x="0" y="0"/>
                    </a:moveTo>
                    <a:lnTo>
                      <a:pt x="10683433" y="0"/>
                    </a:lnTo>
                    <a:lnTo>
                      <a:pt x="10683433" y="835298"/>
                    </a:lnTo>
                    <a:lnTo>
                      <a:pt x="11320724" y="835298"/>
                    </a:lnTo>
                    <a:lnTo>
                      <a:pt x="11449978" y="964551"/>
                    </a:lnTo>
                    <a:lnTo>
                      <a:pt x="11449978" y="2162821"/>
                    </a:lnTo>
                    <a:lnTo>
                      <a:pt x="11320724" y="2292074"/>
                    </a:lnTo>
                    <a:lnTo>
                      <a:pt x="10683433" y="2292074"/>
                    </a:lnTo>
                    <a:lnTo>
                      <a:pt x="10683433" y="6826372"/>
                    </a:lnTo>
                    <a:lnTo>
                      <a:pt x="0" y="6826372"/>
                    </a:lnTo>
                    <a:close/>
                  </a:path>
                </a:pathLst>
              </a:custGeom>
              <a:solidFill>
                <a:srgbClr val="ACB7C3"/>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47" name="ZoneTexte 46">
                <a:extLst>
                  <a:ext uri="{FF2B5EF4-FFF2-40B4-BE49-F238E27FC236}">
                    <a16:creationId xmlns:a16="http://schemas.microsoft.com/office/drawing/2014/main" id="{B9888BFC-49AE-3FEB-4A67-B23E76DCB06B}"/>
                  </a:ext>
                </a:extLst>
              </p:cNvPr>
              <p:cNvSpPr txBox="1"/>
              <p:nvPr/>
            </p:nvSpPr>
            <p:spPr>
              <a:xfrm>
                <a:off x="5187234" y="544286"/>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03</a:t>
                </a:r>
                <a:endParaRPr lang="es-ES" sz="8000" b="1" dirty="0">
                  <a:solidFill>
                    <a:schemeClr val="bg1">
                      <a:alpha val="37000"/>
                    </a:schemeClr>
                  </a:solidFill>
                  <a:latin typeface="Montserrat ExtraBold" pitchFamily="2" charset="0"/>
                </a:endParaRPr>
              </a:p>
            </p:txBody>
          </p:sp>
          <p:sp>
            <p:nvSpPr>
              <p:cNvPr id="48" name="ZoneTexte 47">
                <a:extLst>
                  <a:ext uri="{FF2B5EF4-FFF2-40B4-BE49-F238E27FC236}">
                    <a16:creationId xmlns:a16="http://schemas.microsoft.com/office/drawing/2014/main" id="{3B728A06-2750-9553-E90E-B86ADAC97AC9}"/>
                  </a:ext>
                </a:extLst>
              </p:cNvPr>
              <p:cNvSpPr txBox="1"/>
              <p:nvPr/>
            </p:nvSpPr>
            <p:spPr>
              <a:xfrm>
                <a:off x="2510247" y="1723972"/>
                <a:ext cx="7620402" cy="830997"/>
              </a:xfrm>
              <a:prstGeom prst="rect">
                <a:avLst/>
              </a:prstGeom>
              <a:noFill/>
            </p:spPr>
            <p:txBody>
              <a:bodyPr wrap="square" rtlCol="0">
                <a:spAutoFit/>
              </a:bodyPr>
              <a:lstStyle/>
              <a:p>
                <a:pPr algn="ctr"/>
                <a:r>
                  <a:rPr lang="fr-FR" sz="4800" b="1" dirty="0">
                    <a:solidFill>
                      <a:schemeClr val="bg1"/>
                    </a:solidFill>
                    <a:latin typeface="Poppins Black" panose="00000A00000000000000" pitchFamily="2" charset="0"/>
                    <a:cs typeface="Poppins Black" panose="00000A00000000000000" pitchFamily="2" charset="0"/>
                  </a:rPr>
                  <a:t>Base De Données</a:t>
                </a:r>
                <a:endParaRPr lang="es-ES" sz="4800" b="1" dirty="0">
                  <a:solidFill>
                    <a:schemeClr val="bg1"/>
                  </a:solidFill>
                  <a:latin typeface="Poppins Black" panose="00000A00000000000000" pitchFamily="2" charset="0"/>
                  <a:cs typeface="Poppins Black" panose="00000A00000000000000" pitchFamily="2" charset="0"/>
                </a:endParaRPr>
              </a:p>
            </p:txBody>
          </p:sp>
          <p:pic>
            <p:nvPicPr>
              <p:cNvPr id="49" name="Image 48">
                <a:extLst>
                  <a:ext uri="{FF2B5EF4-FFF2-40B4-BE49-F238E27FC236}">
                    <a16:creationId xmlns:a16="http://schemas.microsoft.com/office/drawing/2014/main" id="{3841189C-3224-BEB9-8957-37BA36F8FF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4163" y="3071814"/>
                <a:ext cx="2820761" cy="1953638"/>
              </a:xfrm>
              <a:prstGeom prst="rect">
                <a:avLst/>
              </a:prstGeom>
            </p:spPr>
          </p:pic>
        </p:grpSp>
        <p:sp>
          <p:nvSpPr>
            <p:cNvPr id="37" name="ZoneTexte 36">
              <a:extLst>
                <a:ext uri="{FF2B5EF4-FFF2-40B4-BE49-F238E27FC236}">
                  <a16:creationId xmlns:a16="http://schemas.microsoft.com/office/drawing/2014/main" id="{B5C84B20-60F2-A36C-36B8-B51BA1CFC4E6}"/>
                </a:ext>
              </a:extLst>
            </p:cNvPr>
            <p:cNvSpPr txBox="1"/>
            <p:nvPr/>
          </p:nvSpPr>
          <p:spPr>
            <a:xfrm>
              <a:off x="-1115289" y="3197275"/>
              <a:ext cx="3553690" cy="224676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la gestion de la base de données, nous avons utilisé MySQL. Ce système nous a permis de stocker et organiser les données de manière fiable et performante.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25252458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B263B"/>
        </a:solidFill>
        <a:effectLst/>
      </p:bgPr>
    </p:bg>
    <p:spTree>
      <p:nvGrpSpPr>
        <p:cNvPr id="1" name="">
          <a:extLst>
            <a:ext uri="{FF2B5EF4-FFF2-40B4-BE49-F238E27FC236}">
              <a16:creationId xmlns:a16="http://schemas.microsoft.com/office/drawing/2014/main" id="{8BBC07C0-F3E7-7A3A-2DD7-2049716754BE}"/>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E5868D9D-4769-8CED-3879-FE38B74B6859}"/>
              </a:ext>
            </a:extLst>
          </p:cNvPr>
          <p:cNvSpPr txBox="1"/>
          <p:nvPr/>
        </p:nvSpPr>
        <p:spPr>
          <a:xfrm>
            <a:off x="11725154" y="645704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18</a:t>
            </a:r>
            <a:endParaRPr lang="es-ES" b="1" dirty="0">
              <a:solidFill>
                <a:schemeClr val="bg1"/>
              </a:solidFill>
              <a:latin typeface="Poppins" panose="00000500000000000000" pitchFamily="2" charset="0"/>
              <a:cs typeface="Poppins" panose="00000500000000000000" pitchFamily="2" charset="0"/>
            </a:endParaRPr>
          </a:p>
        </p:txBody>
      </p:sp>
      <p:grpSp>
        <p:nvGrpSpPr>
          <p:cNvPr id="29" name="Groupe 28">
            <a:extLst>
              <a:ext uri="{FF2B5EF4-FFF2-40B4-BE49-F238E27FC236}">
                <a16:creationId xmlns:a16="http://schemas.microsoft.com/office/drawing/2014/main" id="{DE6C5DDB-02C6-E4CB-FE87-1C102B53B108}"/>
              </a:ext>
            </a:extLst>
          </p:cNvPr>
          <p:cNvGrpSpPr/>
          <p:nvPr/>
        </p:nvGrpSpPr>
        <p:grpSpPr>
          <a:xfrm>
            <a:off x="-1343362" y="15814"/>
            <a:ext cx="13045441" cy="6826372"/>
            <a:chOff x="-2547846" y="0"/>
            <a:chExt cx="13045441" cy="6826372"/>
          </a:xfrm>
        </p:grpSpPr>
        <p:grpSp>
          <p:nvGrpSpPr>
            <p:cNvPr id="14" name="Groupe 13">
              <a:extLst>
                <a:ext uri="{FF2B5EF4-FFF2-40B4-BE49-F238E27FC236}">
                  <a16:creationId xmlns:a16="http://schemas.microsoft.com/office/drawing/2014/main" id="{657ECFD7-4BB6-86E7-440B-A90F48B53E1B}"/>
                </a:ext>
              </a:extLst>
            </p:cNvPr>
            <p:cNvGrpSpPr/>
            <p:nvPr/>
          </p:nvGrpSpPr>
          <p:grpSpPr>
            <a:xfrm>
              <a:off x="-2547846" y="0"/>
              <a:ext cx="13045441" cy="6826372"/>
              <a:chOff x="-1" y="0"/>
              <a:chExt cx="11928989" cy="6826372"/>
            </a:xfrm>
          </p:grpSpPr>
          <p:sp>
            <p:nvSpPr>
              <p:cNvPr id="41" name="Forme libre : forme 40">
                <a:extLst>
                  <a:ext uri="{FF2B5EF4-FFF2-40B4-BE49-F238E27FC236}">
                    <a16:creationId xmlns:a16="http://schemas.microsoft.com/office/drawing/2014/main" id="{5FA7F2D1-0D2A-BFBA-379F-D3A84FBFC2AB}"/>
                  </a:ext>
                </a:extLst>
              </p:cNvPr>
              <p:cNvSpPr/>
              <p:nvPr/>
            </p:nvSpPr>
            <p:spPr>
              <a:xfrm>
                <a:off x="-1" y="0"/>
                <a:ext cx="11458938" cy="6826372"/>
              </a:xfrm>
              <a:custGeom>
                <a:avLst/>
                <a:gdLst>
                  <a:gd name="connsiteX0" fmla="*/ 0 w 11458938"/>
                  <a:gd name="connsiteY0" fmla="*/ 0 h 6826372"/>
                  <a:gd name="connsiteX1" fmla="*/ 10683433 w 11458938"/>
                  <a:gd name="connsiteY1" fmla="*/ 0 h 6826372"/>
                  <a:gd name="connsiteX2" fmla="*/ 10683433 w 11458938"/>
                  <a:gd name="connsiteY2" fmla="*/ 4710893 h 6826372"/>
                  <a:gd name="connsiteX3" fmla="*/ 11329684 w 11458938"/>
                  <a:gd name="connsiteY3" fmla="*/ 4710893 h 6826372"/>
                  <a:gd name="connsiteX4" fmla="*/ 11458938 w 11458938"/>
                  <a:gd name="connsiteY4" fmla="*/ 4840146 h 6826372"/>
                  <a:gd name="connsiteX5" fmla="*/ 11458938 w 11458938"/>
                  <a:gd name="connsiteY5" fmla="*/ 6038416 h 6826372"/>
                  <a:gd name="connsiteX6" fmla="*/ 11329684 w 11458938"/>
                  <a:gd name="connsiteY6" fmla="*/ 6167669 h 6826372"/>
                  <a:gd name="connsiteX7" fmla="*/ 10683433 w 11458938"/>
                  <a:gd name="connsiteY7" fmla="*/ 6167669 h 6826372"/>
                  <a:gd name="connsiteX8" fmla="*/ 10683433 w 11458938"/>
                  <a:gd name="connsiteY8" fmla="*/ 6826372 h 6826372"/>
                  <a:gd name="connsiteX9" fmla="*/ 0 w 1145893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8938" h="6826372">
                    <a:moveTo>
                      <a:pt x="0" y="0"/>
                    </a:moveTo>
                    <a:lnTo>
                      <a:pt x="10683433" y="0"/>
                    </a:lnTo>
                    <a:lnTo>
                      <a:pt x="10683433" y="4710893"/>
                    </a:lnTo>
                    <a:lnTo>
                      <a:pt x="11329684" y="4710893"/>
                    </a:lnTo>
                    <a:lnTo>
                      <a:pt x="11458938" y="4840146"/>
                    </a:lnTo>
                    <a:lnTo>
                      <a:pt x="11458938" y="6038416"/>
                    </a:lnTo>
                    <a:lnTo>
                      <a:pt x="11329684" y="6167669"/>
                    </a:lnTo>
                    <a:lnTo>
                      <a:pt x="10683433" y="6167669"/>
                    </a:lnTo>
                    <a:lnTo>
                      <a:pt x="10683433" y="6826372"/>
                    </a:lnTo>
                    <a:lnTo>
                      <a:pt x="0" y="6826372"/>
                    </a:lnTo>
                    <a:close/>
                  </a:path>
                </a:pathLst>
              </a:custGeom>
              <a:solidFill>
                <a:srgbClr val="00355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 name="ZoneTexte 1">
                <a:extLst>
                  <a:ext uri="{FF2B5EF4-FFF2-40B4-BE49-F238E27FC236}">
                    <a16:creationId xmlns:a16="http://schemas.microsoft.com/office/drawing/2014/main" id="{1990B920-A215-9968-CE6F-BFC7B43124B9}"/>
                  </a:ext>
                </a:extLst>
              </p:cNvPr>
              <p:cNvSpPr txBox="1"/>
              <p:nvPr/>
            </p:nvSpPr>
            <p:spPr>
              <a:xfrm>
                <a:off x="6109317"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01</a:t>
                </a:r>
                <a:endParaRPr lang="es-ES" sz="8000" b="1" dirty="0">
                  <a:solidFill>
                    <a:schemeClr val="bg1">
                      <a:alpha val="37000"/>
                    </a:schemeClr>
                  </a:solidFill>
                  <a:latin typeface="Montserrat ExtraBold" pitchFamily="2" charset="0"/>
                </a:endParaRPr>
              </a:p>
            </p:txBody>
          </p:sp>
          <p:sp>
            <p:nvSpPr>
              <p:cNvPr id="3" name="ZoneTexte 2">
                <a:extLst>
                  <a:ext uri="{FF2B5EF4-FFF2-40B4-BE49-F238E27FC236}">
                    <a16:creationId xmlns:a16="http://schemas.microsoft.com/office/drawing/2014/main" id="{C483848E-482C-441E-DE1D-3629F52B0578}"/>
                  </a:ext>
                </a:extLst>
              </p:cNvPr>
              <p:cNvSpPr txBox="1"/>
              <p:nvPr/>
            </p:nvSpPr>
            <p:spPr>
              <a:xfrm>
                <a:off x="5029026"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Front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11" name="Image 10">
                <a:extLst>
                  <a:ext uri="{FF2B5EF4-FFF2-40B4-BE49-F238E27FC236}">
                    <a16:creationId xmlns:a16="http://schemas.microsoft.com/office/drawing/2014/main" id="{01323F02-AC93-F14E-CE62-B809B3CFB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7678" y="2579325"/>
                <a:ext cx="1593647" cy="1675457"/>
              </a:xfrm>
              <a:prstGeom prst="rect">
                <a:avLst/>
              </a:prstGeom>
            </p:spPr>
          </p:pic>
          <p:pic>
            <p:nvPicPr>
              <p:cNvPr id="13" name="Image 12">
                <a:extLst>
                  <a:ext uri="{FF2B5EF4-FFF2-40B4-BE49-F238E27FC236}">
                    <a16:creationId xmlns:a16="http://schemas.microsoft.com/office/drawing/2014/main" id="{47CA18F5-098B-0A86-1211-9B41E2E6F7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5739" y="4486954"/>
                <a:ext cx="2238755" cy="1495418"/>
              </a:xfrm>
              <a:prstGeom prst="rect">
                <a:avLst/>
              </a:prstGeom>
            </p:spPr>
          </p:pic>
          <p:sp>
            <p:nvSpPr>
              <p:cNvPr id="18" name="ZoneTexte 17">
                <a:extLst>
                  <a:ext uri="{FF2B5EF4-FFF2-40B4-BE49-F238E27FC236}">
                    <a16:creationId xmlns:a16="http://schemas.microsoft.com/office/drawing/2014/main" id="{93ADFFE9-0109-F2CA-C829-F70B166A35B8}"/>
                  </a:ext>
                </a:extLst>
              </p:cNvPr>
              <p:cNvSpPr txBox="1"/>
              <p:nvPr/>
            </p:nvSpPr>
            <p:spPr>
              <a:xfrm>
                <a:off x="6116013" y="2856087"/>
                <a:ext cx="5812975" cy="1015663"/>
              </a:xfrm>
              <a:prstGeom prst="rect">
                <a:avLst/>
              </a:prstGeom>
              <a:noFill/>
            </p:spPr>
            <p:txBody>
              <a:bodyPr wrap="square" rtlCol="0">
                <a:spAutoFit/>
              </a:bodyPr>
              <a:lstStyle/>
              <a:p>
                <a:endParaRPr lang="es-ES" sz="6000" b="1" dirty="0">
                  <a:solidFill>
                    <a:schemeClr val="bg1"/>
                  </a:solidFill>
                  <a:latin typeface="Poppins Black" panose="00000A00000000000000" pitchFamily="2" charset="0"/>
                  <a:cs typeface="Poppins Black" panose="00000A00000000000000" pitchFamily="2" charset="0"/>
                </a:endParaRPr>
              </a:p>
            </p:txBody>
          </p:sp>
        </p:grpSp>
        <p:sp>
          <p:nvSpPr>
            <p:cNvPr id="22" name="ZoneTexte 21">
              <a:extLst>
                <a:ext uri="{FF2B5EF4-FFF2-40B4-BE49-F238E27FC236}">
                  <a16:creationId xmlns:a16="http://schemas.microsoft.com/office/drawing/2014/main" id="{79C165AF-DC06-7563-EB6D-A45E3024F2AF}"/>
                </a:ext>
              </a:extLst>
            </p:cNvPr>
            <p:cNvSpPr txBox="1"/>
            <p:nvPr/>
          </p:nvSpPr>
          <p:spPr>
            <a:xfrm>
              <a:off x="2466111" y="290771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Pour le développement du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front-end</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nous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avons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JavaFX</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afin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concevoir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une interface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utilisateur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interactive. Le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style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visuel</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l'application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été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personnalisé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à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l'aide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fichiers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CSS.</a:t>
              </a:r>
            </a:p>
          </p:txBody>
        </p:sp>
      </p:grpSp>
      <p:sp>
        <p:nvSpPr>
          <p:cNvPr id="23" name="ZoneTexte 22">
            <a:extLst>
              <a:ext uri="{FF2B5EF4-FFF2-40B4-BE49-F238E27FC236}">
                <a16:creationId xmlns:a16="http://schemas.microsoft.com/office/drawing/2014/main" id="{0BAF74CD-AF28-3929-9F10-CF2AF581B955}"/>
              </a:ext>
            </a:extLst>
          </p:cNvPr>
          <p:cNvSpPr txBox="1"/>
          <p:nvPr/>
        </p:nvSpPr>
        <p:spPr>
          <a:xfrm>
            <a:off x="12771120" y="2752219"/>
            <a:ext cx="7315200" cy="1015663"/>
          </a:xfrm>
          <a:prstGeom prst="rect">
            <a:avLst/>
          </a:prstGeom>
          <a:noFill/>
        </p:spPr>
        <p:txBody>
          <a:bodyPr wrap="square" rtlCol="0">
            <a:spAutoFit/>
          </a:bodyPr>
          <a:lstStyle/>
          <a:p>
            <a:r>
              <a:rPr lang="fr-FR" sz="6000" dirty="0">
                <a:solidFill>
                  <a:srgbClr val="EDEDE9"/>
                </a:solidFill>
                <a:latin typeface="Poppins Black" panose="00000A00000000000000" pitchFamily="2" charset="0"/>
                <a:cs typeface="Poppins Black" panose="00000A00000000000000" pitchFamily="2" charset="0"/>
              </a:rPr>
              <a:t>IMPLEMENTATION</a:t>
            </a:r>
            <a:endParaRPr lang="es-ES" sz="6000" dirty="0">
              <a:solidFill>
                <a:srgbClr val="EDEDE9"/>
              </a:solidFill>
              <a:latin typeface="Poppins Black" panose="00000A00000000000000" pitchFamily="2" charset="0"/>
              <a:cs typeface="Poppins Black" panose="00000A00000000000000" pitchFamily="2" charset="0"/>
            </a:endParaRPr>
          </a:p>
        </p:txBody>
      </p:sp>
      <p:grpSp>
        <p:nvGrpSpPr>
          <p:cNvPr id="17" name="Groupe 16">
            <a:extLst>
              <a:ext uri="{FF2B5EF4-FFF2-40B4-BE49-F238E27FC236}">
                <a16:creationId xmlns:a16="http://schemas.microsoft.com/office/drawing/2014/main" id="{98B66256-84AB-F4BD-B6A4-86BB40D75229}"/>
              </a:ext>
            </a:extLst>
          </p:cNvPr>
          <p:cNvGrpSpPr/>
          <p:nvPr/>
        </p:nvGrpSpPr>
        <p:grpSpPr>
          <a:xfrm>
            <a:off x="-8084254" y="-31628"/>
            <a:ext cx="11449980" cy="6826372"/>
            <a:chOff x="-2772859" y="0"/>
            <a:chExt cx="11449980" cy="6826372"/>
          </a:xfrm>
        </p:grpSpPr>
        <p:grpSp>
          <p:nvGrpSpPr>
            <p:cNvPr id="19" name="Groupe 18">
              <a:extLst>
                <a:ext uri="{FF2B5EF4-FFF2-40B4-BE49-F238E27FC236}">
                  <a16:creationId xmlns:a16="http://schemas.microsoft.com/office/drawing/2014/main" id="{CA334D49-E732-BC2D-3DEC-9D49C03843C7}"/>
                </a:ext>
              </a:extLst>
            </p:cNvPr>
            <p:cNvGrpSpPr/>
            <p:nvPr/>
          </p:nvGrpSpPr>
          <p:grpSpPr>
            <a:xfrm>
              <a:off x="-2772859" y="0"/>
              <a:ext cx="11449980" cy="6826372"/>
              <a:chOff x="1" y="0"/>
              <a:chExt cx="11449980" cy="6826372"/>
            </a:xfrm>
          </p:grpSpPr>
          <p:sp>
            <p:nvSpPr>
              <p:cNvPr id="21" name="Forme libre : forme 20">
                <a:extLst>
                  <a:ext uri="{FF2B5EF4-FFF2-40B4-BE49-F238E27FC236}">
                    <a16:creationId xmlns:a16="http://schemas.microsoft.com/office/drawing/2014/main" id="{053F045E-D76E-AF92-07B0-0B870C851148}"/>
                  </a:ext>
                </a:extLst>
              </p:cNvPr>
              <p:cNvSpPr/>
              <p:nvPr/>
            </p:nvSpPr>
            <p:spPr>
              <a:xfrm rot="5400000">
                <a:off x="2311805" y="-2311804"/>
                <a:ext cx="6826372" cy="11449980"/>
              </a:xfrm>
              <a:custGeom>
                <a:avLst/>
                <a:gdLst>
                  <a:gd name="connsiteX0" fmla="*/ 0 w 6826372"/>
                  <a:gd name="connsiteY0" fmla="*/ 11449980 h 11449980"/>
                  <a:gd name="connsiteX1" fmla="*/ 0 w 6826372"/>
                  <a:gd name="connsiteY1" fmla="*/ 766548 h 11449980"/>
                  <a:gd name="connsiteX2" fmla="*/ 2768275 w 6826372"/>
                  <a:gd name="connsiteY2" fmla="*/ 766548 h 11449980"/>
                  <a:gd name="connsiteX3" fmla="*/ 2768275 w 6826372"/>
                  <a:gd name="connsiteY3" fmla="*/ 129255 h 11449980"/>
                  <a:gd name="connsiteX4" fmla="*/ 2897528 w 6826372"/>
                  <a:gd name="connsiteY4" fmla="*/ 0 h 11449980"/>
                  <a:gd name="connsiteX5" fmla="*/ 4095798 w 6826372"/>
                  <a:gd name="connsiteY5" fmla="*/ 0 h 11449980"/>
                  <a:gd name="connsiteX6" fmla="*/ 4225051 w 6826372"/>
                  <a:gd name="connsiteY6" fmla="*/ 129255 h 11449980"/>
                  <a:gd name="connsiteX7" fmla="*/ 4225051 w 6826372"/>
                  <a:gd name="connsiteY7" fmla="*/ 766548 h 11449980"/>
                  <a:gd name="connsiteX8" fmla="*/ 6826372 w 6826372"/>
                  <a:gd name="connsiteY8" fmla="*/ 766548 h 11449980"/>
                  <a:gd name="connsiteX9" fmla="*/ 6826371 w 6826372"/>
                  <a:gd name="connsiteY9" fmla="*/ 11449980 h 1144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6372" h="11449980">
                    <a:moveTo>
                      <a:pt x="0" y="11449980"/>
                    </a:moveTo>
                    <a:lnTo>
                      <a:pt x="0" y="766548"/>
                    </a:lnTo>
                    <a:lnTo>
                      <a:pt x="2768275" y="766548"/>
                    </a:lnTo>
                    <a:lnTo>
                      <a:pt x="2768275" y="129255"/>
                    </a:lnTo>
                    <a:lnTo>
                      <a:pt x="2897528" y="0"/>
                    </a:lnTo>
                    <a:lnTo>
                      <a:pt x="4095798" y="0"/>
                    </a:lnTo>
                    <a:lnTo>
                      <a:pt x="4225051" y="129255"/>
                    </a:lnTo>
                    <a:lnTo>
                      <a:pt x="4225051" y="766548"/>
                    </a:lnTo>
                    <a:lnTo>
                      <a:pt x="6826372" y="766548"/>
                    </a:lnTo>
                    <a:lnTo>
                      <a:pt x="6826371" y="11449980"/>
                    </a:lnTo>
                    <a:close/>
                  </a:path>
                </a:pathLst>
              </a:custGeom>
              <a:solidFill>
                <a:srgbClr val="778DA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4" name="ZoneTexte 23">
                <a:extLst>
                  <a:ext uri="{FF2B5EF4-FFF2-40B4-BE49-F238E27FC236}">
                    <a16:creationId xmlns:a16="http://schemas.microsoft.com/office/drawing/2014/main" id="{79DD4892-2B2D-3B59-C0C6-BC7B767FB3B2}"/>
                  </a:ext>
                </a:extLst>
              </p:cNvPr>
              <p:cNvSpPr txBox="1"/>
              <p:nvPr/>
            </p:nvSpPr>
            <p:spPr>
              <a:xfrm>
                <a:off x="5857794"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02</a:t>
                </a:r>
                <a:endParaRPr lang="es-ES" sz="8000" b="1" dirty="0">
                  <a:solidFill>
                    <a:schemeClr val="bg1">
                      <a:alpha val="37000"/>
                    </a:schemeClr>
                  </a:solidFill>
                  <a:latin typeface="Montserrat ExtraBold" pitchFamily="2" charset="0"/>
                </a:endParaRPr>
              </a:p>
            </p:txBody>
          </p:sp>
          <p:sp>
            <p:nvSpPr>
              <p:cNvPr id="25" name="ZoneTexte 24">
                <a:extLst>
                  <a:ext uri="{FF2B5EF4-FFF2-40B4-BE49-F238E27FC236}">
                    <a16:creationId xmlns:a16="http://schemas.microsoft.com/office/drawing/2014/main" id="{90519D53-713B-4CD8-EB86-3A85A963DA8C}"/>
                  </a:ext>
                </a:extLst>
              </p:cNvPr>
              <p:cNvSpPr txBox="1"/>
              <p:nvPr/>
            </p:nvSpPr>
            <p:spPr>
              <a:xfrm>
                <a:off x="4833658"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Back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26" name="Image 25">
                <a:extLst>
                  <a:ext uri="{FF2B5EF4-FFF2-40B4-BE49-F238E27FC236}">
                    <a16:creationId xmlns:a16="http://schemas.microsoft.com/office/drawing/2014/main" id="{44373D6E-9D16-6F50-7079-427F3064A2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2954" y="2873242"/>
                <a:ext cx="2023537" cy="2023537"/>
              </a:xfrm>
              <a:prstGeom prst="rect">
                <a:avLst/>
              </a:prstGeom>
            </p:spPr>
          </p:pic>
        </p:grpSp>
        <p:sp>
          <p:nvSpPr>
            <p:cNvPr id="20" name="ZoneTexte 19">
              <a:extLst>
                <a:ext uri="{FF2B5EF4-FFF2-40B4-BE49-F238E27FC236}">
                  <a16:creationId xmlns:a16="http://schemas.microsoft.com/office/drawing/2014/main" id="{3420E3A2-3490-BB4D-FE7B-5613C16064E1}"/>
                </a:ext>
              </a:extLst>
            </p:cNvPr>
            <p:cNvSpPr txBox="1"/>
            <p:nvPr/>
          </p:nvSpPr>
          <p:spPr>
            <a:xfrm>
              <a:off x="1079271" y="284675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le développement du </a:t>
              </a:r>
              <a:r>
                <a:rPr lang="fr-FR" sz="2000" dirty="0" err="1">
                  <a:solidFill>
                    <a:srgbClr val="EDEDE9"/>
                  </a:solidFill>
                  <a:latin typeface="Poppins" panose="00000500000000000000" pitchFamily="2" charset="0"/>
                  <a:cs typeface="Poppins" panose="00000500000000000000" pitchFamily="2" charset="0"/>
                </a:rPr>
                <a:t>back-end</a:t>
              </a:r>
              <a:r>
                <a:rPr lang="fr-FR" sz="2000" dirty="0">
                  <a:solidFill>
                    <a:srgbClr val="EDEDE9"/>
                  </a:solidFill>
                  <a:latin typeface="Poppins" panose="00000500000000000000" pitchFamily="2" charset="0"/>
                  <a:cs typeface="Poppins" panose="00000500000000000000" pitchFamily="2" charset="0"/>
                </a:rPr>
                <a:t>, nous avons utilisé Java, ce qui nous a permis de gérer la logique métier de l’application. Toutes les opérations internes sont traitées efficacement grâce à la robustesse de ce langage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grpSp>
        <p:nvGrpSpPr>
          <p:cNvPr id="27" name="Groupe 26">
            <a:extLst>
              <a:ext uri="{FF2B5EF4-FFF2-40B4-BE49-F238E27FC236}">
                <a16:creationId xmlns:a16="http://schemas.microsoft.com/office/drawing/2014/main" id="{91AE61C5-EFA7-23E4-90E1-F5C32AB3CDB1}"/>
              </a:ext>
            </a:extLst>
          </p:cNvPr>
          <p:cNvGrpSpPr/>
          <p:nvPr/>
        </p:nvGrpSpPr>
        <p:grpSpPr>
          <a:xfrm>
            <a:off x="-9285749" y="-15814"/>
            <a:ext cx="11449978" cy="6826372"/>
            <a:chOff x="-4094529" y="0"/>
            <a:chExt cx="11449978" cy="6826372"/>
          </a:xfrm>
        </p:grpSpPr>
        <p:grpSp>
          <p:nvGrpSpPr>
            <p:cNvPr id="28" name="Groupe 27">
              <a:extLst>
                <a:ext uri="{FF2B5EF4-FFF2-40B4-BE49-F238E27FC236}">
                  <a16:creationId xmlns:a16="http://schemas.microsoft.com/office/drawing/2014/main" id="{AC22BFCF-4C3A-77AA-968A-DB5EFDAAE1B4}"/>
                </a:ext>
              </a:extLst>
            </p:cNvPr>
            <p:cNvGrpSpPr/>
            <p:nvPr/>
          </p:nvGrpSpPr>
          <p:grpSpPr>
            <a:xfrm>
              <a:off x="-4094529" y="0"/>
              <a:ext cx="11449978" cy="6826372"/>
              <a:chOff x="-15241" y="0"/>
              <a:chExt cx="11449978" cy="6826372"/>
            </a:xfrm>
          </p:grpSpPr>
          <p:sp>
            <p:nvSpPr>
              <p:cNvPr id="46" name="Forme libre : forme 45">
                <a:extLst>
                  <a:ext uri="{FF2B5EF4-FFF2-40B4-BE49-F238E27FC236}">
                    <a16:creationId xmlns:a16="http://schemas.microsoft.com/office/drawing/2014/main" id="{90A80CAD-2428-9218-EA4F-96B1B493466F}"/>
                  </a:ext>
                </a:extLst>
              </p:cNvPr>
              <p:cNvSpPr/>
              <p:nvPr/>
            </p:nvSpPr>
            <p:spPr>
              <a:xfrm>
                <a:off x="-15241" y="0"/>
                <a:ext cx="11449978" cy="6826372"/>
              </a:xfrm>
              <a:custGeom>
                <a:avLst/>
                <a:gdLst>
                  <a:gd name="connsiteX0" fmla="*/ 0 w 11449978"/>
                  <a:gd name="connsiteY0" fmla="*/ 0 h 6826372"/>
                  <a:gd name="connsiteX1" fmla="*/ 10683433 w 11449978"/>
                  <a:gd name="connsiteY1" fmla="*/ 0 h 6826372"/>
                  <a:gd name="connsiteX2" fmla="*/ 10683433 w 11449978"/>
                  <a:gd name="connsiteY2" fmla="*/ 835298 h 6826372"/>
                  <a:gd name="connsiteX3" fmla="*/ 11320724 w 11449978"/>
                  <a:gd name="connsiteY3" fmla="*/ 835298 h 6826372"/>
                  <a:gd name="connsiteX4" fmla="*/ 11449978 w 11449978"/>
                  <a:gd name="connsiteY4" fmla="*/ 964551 h 6826372"/>
                  <a:gd name="connsiteX5" fmla="*/ 11449978 w 11449978"/>
                  <a:gd name="connsiteY5" fmla="*/ 2162821 h 6826372"/>
                  <a:gd name="connsiteX6" fmla="*/ 11320724 w 11449978"/>
                  <a:gd name="connsiteY6" fmla="*/ 2292074 h 6826372"/>
                  <a:gd name="connsiteX7" fmla="*/ 10683433 w 11449978"/>
                  <a:gd name="connsiteY7" fmla="*/ 2292074 h 6826372"/>
                  <a:gd name="connsiteX8" fmla="*/ 10683433 w 11449978"/>
                  <a:gd name="connsiteY8" fmla="*/ 6826372 h 6826372"/>
                  <a:gd name="connsiteX9" fmla="*/ 0 w 1144997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49978" h="6826372">
                    <a:moveTo>
                      <a:pt x="0" y="0"/>
                    </a:moveTo>
                    <a:lnTo>
                      <a:pt x="10683433" y="0"/>
                    </a:lnTo>
                    <a:lnTo>
                      <a:pt x="10683433" y="835298"/>
                    </a:lnTo>
                    <a:lnTo>
                      <a:pt x="11320724" y="835298"/>
                    </a:lnTo>
                    <a:lnTo>
                      <a:pt x="11449978" y="964551"/>
                    </a:lnTo>
                    <a:lnTo>
                      <a:pt x="11449978" y="2162821"/>
                    </a:lnTo>
                    <a:lnTo>
                      <a:pt x="11320724" y="2292074"/>
                    </a:lnTo>
                    <a:lnTo>
                      <a:pt x="10683433" y="2292074"/>
                    </a:lnTo>
                    <a:lnTo>
                      <a:pt x="10683433" y="6826372"/>
                    </a:lnTo>
                    <a:lnTo>
                      <a:pt x="0" y="6826372"/>
                    </a:lnTo>
                    <a:close/>
                  </a:path>
                </a:pathLst>
              </a:custGeom>
              <a:solidFill>
                <a:srgbClr val="ACB7C3"/>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47" name="ZoneTexte 46">
                <a:extLst>
                  <a:ext uri="{FF2B5EF4-FFF2-40B4-BE49-F238E27FC236}">
                    <a16:creationId xmlns:a16="http://schemas.microsoft.com/office/drawing/2014/main" id="{B2F4626C-82CB-EE68-8D61-8C438DDFBB33}"/>
                  </a:ext>
                </a:extLst>
              </p:cNvPr>
              <p:cNvSpPr txBox="1"/>
              <p:nvPr/>
            </p:nvSpPr>
            <p:spPr>
              <a:xfrm>
                <a:off x="5187234" y="544286"/>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03</a:t>
                </a:r>
                <a:endParaRPr lang="es-ES" sz="8000" b="1" dirty="0">
                  <a:solidFill>
                    <a:schemeClr val="bg1">
                      <a:alpha val="37000"/>
                    </a:schemeClr>
                  </a:solidFill>
                  <a:latin typeface="Montserrat ExtraBold" pitchFamily="2" charset="0"/>
                </a:endParaRPr>
              </a:p>
            </p:txBody>
          </p:sp>
          <p:sp>
            <p:nvSpPr>
              <p:cNvPr id="48" name="ZoneTexte 47">
                <a:extLst>
                  <a:ext uri="{FF2B5EF4-FFF2-40B4-BE49-F238E27FC236}">
                    <a16:creationId xmlns:a16="http://schemas.microsoft.com/office/drawing/2014/main" id="{18D6FB1E-AE69-E890-F79E-B133DF2989E1}"/>
                  </a:ext>
                </a:extLst>
              </p:cNvPr>
              <p:cNvSpPr txBox="1"/>
              <p:nvPr/>
            </p:nvSpPr>
            <p:spPr>
              <a:xfrm>
                <a:off x="2510247" y="1723972"/>
                <a:ext cx="7620402" cy="830997"/>
              </a:xfrm>
              <a:prstGeom prst="rect">
                <a:avLst/>
              </a:prstGeom>
              <a:noFill/>
            </p:spPr>
            <p:txBody>
              <a:bodyPr wrap="square" rtlCol="0">
                <a:spAutoFit/>
              </a:bodyPr>
              <a:lstStyle/>
              <a:p>
                <a:pPr algn="ctr"/>
                <a:r>
                  <a:rPr lang="fr-FR" sz="4800" b="1" dirty="0">
                    <a:solidFill>
                      <a:schemeClr val="bg1"/>
                    </a:solidFill>
                    <a:latin typeface="Poppins Black" panose="00000A00000000000000" pitchFamily="2" charset="0"/>
                    <a:cs typeface="Poppins Black" panose="00000A00000000000000" pitchFamily="2" charset="0"/>
                  </a:rPr>
                  <a:t>Base De Données</a:t>
                </a:r>
                <a:endParaRPr lang="es-ES" sz="4800" b="1" dirty="0">
                  <a:solidFill>
                    <a:schemeClr val="bg1"/>
                  </a:solidFill>
                  <a:latin typeface="Poppins Black" panose="00000A00000000000000" pitchFamily="2" charset="0"/>
                  <a:cs typeface="Poppins Black" panose="00000A00000000000000" pitchFamily="2" charset="0"/>
                </a:endParaRPr>
              </a:p>
            </p:txBody>
          </p:sp>
          <p:pic>
            <p:nvPicPr>
              <p:cNvPr id="49" name="Image 48">
                <a:extLst>
                  <a:ext uri="{FF2B5EF4-FFF2-40B4-BE49-F238E27FC236}">
                    <a16:creationId xmlns:a16="http://schemas.microsoft.com/office/drawing/2014/main" id="{723B8A0A-7A13-1E0E-09DB-0648AA0626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4163" y="3071814"/>
                <a:ext cx="2820761" cy="1953638"/>
              </a:xfrm>
              <a:prstGeom prst="rect">
                <a:avLst/>
              </a:prstGeom>
            </p:spPr>
          </p:pic>
        </p:grpSp>
        <p:sp>
          <p:nvSpPr>
            <p:cNvPr id="37" name="ZoneTexte 36">
              <a:extLst>
                <a:ext uri="{FF2B5EF4-FFF2-40B4-BE49-F238E27FC236}">
                  <a16:creationId xmlns:a16="http://schemas.microsoft.com/office/drawing/2014/main" id="{F8E429D8-7B7F-F6A6-13BD-00A9BB941262}"/>
                </a:ext>
              </a:extLst>
            </p:cNvPr>
            <p:cNvSpPr txBox="1"/>
            <p:nvPr/>
          </p:nvSpPr>
          <p:spPr>
            <a:xfrm>
              <a:off x="-1115289" y="3197275"/>
              <a:ext cx="3553690" cy="224676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la gestion de la base de données, nous avons utilisé MySQL. Ce système nous a permis de stocker et organiser les données de manière fiable et performante.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3915213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B263B"/>
        </a:solidFill>
        <a:effectLst/>
      </p:bgPr>
    </p:bg>
    <p:spTree>
      <p:nvGrpSpPr>
        <p:cNvPr id="1" name="">
          <a:extLst>
            <a:ext uri="{FF2B5EF4-FFF2-40B4-BE49-F238E27FC236}">
              <a16:creationId xmlns:a16="http://schemas.microsoft.com/office/drawing/2014/main" id="{F6EEA6F0-53A7-3F86-B5BA-D7CC65D4D6FA}"/>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BA4217BC-EFAB-748B-7E52-ACE809FF96C7}"/>
              </a:ext>
            </a:extLst>
          </p:cNvPr>
          <p:cNvSpPr txBox="1"/>
          <p:nvPr/>
        </p:nvSpPr>
        <p:spPr>
          <a:xfrm>
            <a:off x="11725154" y="645704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18</a:t>
            </a:r>
            <a:endParaRPr lang="es-ES" b="1" dirty="0">
              <a:solidFill>
                <a:schemeClr val="bg1"/>
              </a:solidFill>
              <a:latin typeface="Poppins" panose="00000500000000000000" pitchFamily="2" charset="0"/>
              <a:cs typeface="Poppins" panose="00000500000000000000" pitchFamily="2" charset="0"/>
            </a:endParaRPr>
          </a:p>
        </p:txBody>
      </p:sp>
      <p:grpSp>
        <p:nvGrpSpPr>
          <p:cNvPr id="29" name="Groupe 28">
            <a:extLst>
              <a:ext uri="{FF2B5EF4-FFF2-40B4-BE49-F238E27FC236}">
                <a16:creationId xmlns:a16="http://schemas.microsoft.com/office/drawing/2014/main" id="{33A891B5-0B33-5016-0DBD-EFF3BB944EBC}"/>
              </a:ext>
            </a:extLst>
          </p:cNvPr>
          <p:cNvGrpSpPr/>
          <p:nvPr/>
        </p:nvGrpSpPr>
        <p:grpSpPr>
          <a:xfrm>
            <a:off x="-1343362" y="15814"/>
            <a:ext cx="13045441" cy="6826372"/>
            <a:chOff x="-2547846" y="0"/>
            <a:chExt cx="13045441" cy="6826372"/>
          </a:xfrm>
        </p:grpSpPr>
        <p:grpSp>
          <p:nvGrpSpPr>
            <p:cNvPr id="14" name="Groupe 13">
              <a:extLst>
                <a:ext uri="{FF2B5EF4-FFF2-40B4-BE49-F238E27FC236}">
                  <a16:creationId xmlns:a16="http://schemas.microsoft.com/office/drawing/2014/main" id="{F718F80C-03AA-427E-A6AC-EA6EB177AF2B}"/>
                </a:ext>
              </a:extLst>
            </p:cNvPr>
            <p:cNvGrpSpPr/>
            <p:nvPr/>
          </p:nvGrpSpPr>
          <p:grpSpPr>
            <a:xfrm>
              <a:off x="-2547846" y="0"/>
              <a:ext cx="13045441" cy="6826372"/>
              <a:chOff x="-1" y="0"/>
              <a:chExt cx="11928989" cy="6826372"/>
            </a:xfrm>
          </p:grpSpPr>
          <p:sp>
            <p:nvSpPr>
              <p:cNvPr id="41" name="Forme libre : forme 40">
                <a:extLst>
                  <a:ext uri="{FF2B5EF4-FFF2-40B4-BE49-F238E27FC236}">
                    <a16:creationId xmlns:a16="http://schemas.microsoft.com/office/drawing/2014/main" id="{CBB9FA4A-18A4-2AC2-BF73-289D2B388F76}"/>
                  </a:ext>
                </a:extLst>
              </p:cNvPr>
              <p:cNvSpPr/>
              <p:nvPr/>
            </p:nvSpPr>
            <p:spPr>
              <a:xfrm>
                <a:off x="-1" y="0"/>
                <a:ext cx="11458938" cy="6826372"/>
              </a:xfrm>
              <a:custGeom>
                <a:avLst/>
                <a:gdLst>
                  <a:gd name="connsiteX0" fmla="*/ 0 w 11458938"/>
                  <a:gd name="connsiteY0" fmla="*/ 0 h 6826372"/>
                  <a:gd name="connsiteX1" fmla="*/ 10683433 w 11458938"/>
                  <a:gd name="connsiteY1" fmla="*/ 0 h 6826372"/>
                  <a:gd name="connsiteX2" fmla="*/ 10683433 w 11458938"/>
                  <a:gd name="connsiteY2" fmla="*/ 4710893 h 6826372"/>
                  <a:gd name="connsiteX3" fmla="*/ 11329684 w 11458938"/>
                  <a:gd name="connsiteY3" fmla="*/ 4710893 h 6826372"/>
                  <a:gd name="connsiteX4" fmla="*/ 11458938 w 11458938"/>
                  <a:gd name="connsiteY4" fmla="*/ 4840146 h 6826372"/>
                  <a:gd name="connsiteX5" fmla="*/ 11458938 w 11458938"/>
                  <a:gd name="connsiteY5" fmla="*/ 6038416 h 6826372"/>
                  <a:gd name="connsiteX6" fmla="*/ 11329684 w 11458938"/>
                  <a:gd name="connsiteY6" fmla="*/ 6167669 h 6826372"/>
                  <a:gd name="connsiteX7" fmla="*/ 10683433 w 11458938"/>
                  <a:gd name="connsiteY7" fmla="*/ 6167669 h 6826372"/>
                  <a:gd name="connsiteX8" fmla="*/ 10683433 w 11458938"/>
                  <a:gd name="connsiteY8" fmla="*/ 6826372 h 6826372"/>
                  <a:gd name="connsiteX9" fmla="*/ 0 w 1145893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8938" h="6826372">
                    <a:moveTo>
                      <a:pt x="0" y="0"/>
                    </a:moveTo>
                    <a:lnTo>
                      <a:pt x="10683433" y="0"/>
                    </a:lnTo>
                    <a:lnTo>
                      <a:pt x="10683433" y="4710893"/>
                    </a:lnTo>
                    <a:lnTo>
                      <a:pt x="11329684" y="4710893"/>
                    </a:lnTo>
                    <a:lnTo>
                      <a:pt x="11458938" y="4840146"/>
                    </a:lnTo>
                    <a:lnTo>
                      <a:pt x="11458938" y="6038416"/>
                    </a:lnTo>
                    <a:lnTo>
                      <a:pt x="11329684" y="6167669"/>
                    </a:lnTo>
                    <a:lnTo>
                      <a:pt x="10683433" y="6167669"/>
                    </a:lnTo>
                    <a:lnTo>
                      <a:pt x="10683433" y="6826372"/>
                    </a:lnTo>
                    <a:lnTo>
                      <a:pt x="0" y="6826372"/>
                    </a:lnTo>
                    <a:close/>
                  </a:path>
                </a:pathLst>
              </a:custGeom>
              <a:solidFill>
                <a:srgbClr val="00355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 name="ZoneTexte 1">
                <a:extLst>
                  <a:ext uri="{FF2B5EF4-FFF2-40B4-BE49-F238E27FC236}">
                    <a16:creationId xmlns:a16="http://schemas.microsoft.com/office/drawing/2014/main" id="{63B03492-C881-D5DC-C0B2-ECA152495A9A}"/>
                  </a:ext>
                </a:extLst>
              </p:cNvPr>
              <p:cNvSpPr txBox="1"/>
              <p:nvPr/>
            </p:nvSpPr>
            <p:spPr>
              <a:xfrm>
                <a:off x="6109317"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01</a:t>
                </a:r>
                <a:endParaRPr lang="es-ES" sz="8000" b="1" dirty="0">
                  <a:solidFill>
                    <a:schemeClr val="bg1">
                      <a:alpha val="37000"/>
                    </a:schemeClr>
                  </a:solidFill>
                  <a:latin typeface="Montserrat ExtraBold" pitchFamily="2" charset="0"/>
                </a:endParaRPr>
              </a:p>
            </p:txBody>
          </p:sp>
          <p:sp>
            <p:nvSpPr>
              <p:cNvPr id="3" name="ZoneTexte 2">
                <a:extLst>
                  <a:ext uri="{FF2B5EF4-FFF2-40B4-BE49-F238E27FC236}">
                    <a16:creationId xmlns:a16="http://schemas.microsoft.com/office/drawing/2014/main" id="{46F117EB-C992-566B-DB6B-2427C3A242A0}"/>
                  </a:ext>
                </a:extLst>
              </p:cNvPr>
              <p:cNvSpPr txBox="1"/>
              <p:nvPr/>
            </p:nvSpPr>
            <p:spPr>
              <a:xfrm>
                <a:off x="5029026"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Front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11" name="Image 10">
                <a:extLst>
                  <a:ext uri="{FF2B5EF4-FFF2-40B4-BE49-F238E27FC236}">
                    <a16:creationId xmlns:a16="http://schemas.microsoft.com/office/drawing/2014/main" id="{D7E01ECA-FFFE-4130-195F-86C924A3B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7678" y="2579325"/>
                <a:ext cx="1593647" cy="1675457"/>
              </a:xfrm>
              <a:prstGeom prst="rect">
                <a:avLst/>
              </a:prstGeom>
            </p:spPr>
          </p:pic>
          <p:pic>
            <p:nvPicPr>
              <p:cNvPr id="13" name="Image 12">
                <a:extLst>
                  <a:ext uri="{FF2B5EF4-FFF2-40B4-BE49-F238E27FC236}">
                    <a16:creationId xmlns:a16="http://schemas.microsoft.com/office/drawing/2014/main" id="{98B6C7B4-8274-636D-8023-7583652977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5739" y="4486954"/>
                <a:ext cx="2238755" cy="1495418"/>
              </a:xfrm>
              <a:prstGeom prst="rect">
                <a:avLst/>
              </a:prstGeom>
            </p:spPr>
          </p:pic>
          <p:sp>
            <p:nvSpPr>
              <p:cNvPr id="18" name="ZoneTexte 17">
                <a:extLst>
                  <a:ext uri="{FF2B5EF4-FFF2-40B4-BE49-F238E27FC236}">
                    <a16:creationId xmlns:a16="http://schemas.microsoft.com/office/drawing/2014/main" id="{F42ED748-EFDF-F774-3ED1-E38DEDD59F89}"/>
                  </a:ext>
                </a:extLst>
              </p:cNvPr>
              <p:cNvSpPr txBox="1"/>
              <p:nvPr/>
            </p:nvSpPr>
            <p:spPr>
              <a:xfrm>
                <a:off x="6116013" y="2856087"/>
                <a:ext cx="5812975" cy="1015663"/>
              </a:xfrm>
              <a:prstGeom prst="rect">
                <a:avLst/>
              </a:prstGeom>
              <a:noFill/>
            </p:spPr>
            <p:txBody>
              <a:bodyPr wrap="square" rtlCol="0">
                <a:spAutoFit/>
              </a:bodyPr>
              <a:lstStyle/>
              <a:p>
                <a:endParaRPr lang="es-ES" sz="6000" b="1" dirty="0">
                  <a:solidFill>
                    <a:schemeClr val="bg1"/>
                  </a:solidFill>
                  <a:latin typeface="Poppins Black" panose="00000A00000000000000" pitchFamily="2" charset="0"/>
                  <a:cs typeface="Poppins Black" panose="00000A00000000000000" pitchFamily="2" charset="0"/>
                </a:endParaRPr>
              </a:p>
            </p:txBody>
          </p:sp>
        </p:grpSp>
        <p:sp>
          <p:nvSpPr>
            <p:cNvPr id="22" name="ZoneTexte 21">
              <a:extLst>
                <a:ext uri="{FF2B5EF4-FFF2-40B4-BE49-F238E27FC236}">
                  <a16:creationId xmlns:a16="http://schemas.microsoft.com/office/drawing/2014/main" id="{8119680A-96A9-5B1A-5624-0FC1F2EBBC8C}"/>
                </a:ext>
              </a:extLst>
            </p:cNvPr>
            <p:cNvSpPr txBox="1"/>
            <p:nvPr/>
          </p:nvSpPr>
          <p:spPr>
            <a:xfrm>
              <a:off x="2466111" y="290771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Pour le développement du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front-end</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nous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avons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JavaFX</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afin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concevoir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une interface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utilisateur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interactive. Le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style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visuel</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l'application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été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personnalisé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à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l'aide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fichiers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CSS.</a:t>
              </a:r>
            </a:p>
          </p:txBody>
        </p:sp>
      </p:grpSp>
      <p:sp>
        <p:nvSpPr>
          <p:cNvPr id="23" name="ZoneTexte 22">
            <a:extLst>
              <a:ext uri="{FF2B5EF4-FFF2-40B4-BE49-F238E27FC236}">
                <a16:creationId xmlns:a16="http://schemas.microsoft.com/office/drawing/2014/main" id="{C7ECC622-54C2-DF4F-691B-D57519B4734F}"/>
              </a:ext>
            </a:extLst>
          </p:cNvPr>
          <p:cNvSpPr txBox="1"/>
          <p:nvPr/>
        </p:nvSpPr>
        <p:spPr>
          <a:xfrm>
            <a:off x="12771120" y="2752219"/>
            <a:ext cx="7315200" cy="1015663"/>
          </a:xfrm>
          <a:prstGeom prst="rect">
            <a:avLst/>
          </a:prstGeom>
          <a:noFill/>
        </p:spPr>
        <p:txBody>
          <a:bodyPr wrap="square" rtlCol="0">
            <a:spAutoFit/>
          </a:bodyPr>
          <a:lstStyle/>
          <a:p>
            <a:r>
              <a:rPr lang="fr-FR" sz="6000" dirty="0">
                <a:solidFill>
                  <a:srgbClr val="EDEDE9"/>
                </a:solidFill>
                <a:latin typeface="Poppins Black" panose="00000A00000000000000" pitchFamily="2" charset="0"/>
                <a:cs typeface="Poppins Black" panose="00000A00000000000000" pitchFamily="2" charset="0"/>
              </a:rPr>
              <a:t>IMPLEMENTATION</a:t>
            </a:r>
            <a:endParaRPr lang="es-ES" sz="6000" dirty="0">
              <a:solidFill>
                <a:srgbClr val="EDEDE9"/>
              </a:solidFill>
              <a:latin typeface="Poppins Black" panose="00000A00000000000000" pitchFamily="2" charset="0"/>
              <a:cs typeface="Poppins Black" panose="00000A00000000000000" pitchFamily="2" charset="0"/>
            </a:endParaRPr>
          </a:p>
        </p:txBody>
      </p:sp>
      <p:grpSp>
        <p:nvGrpSpPr>
          <p:cNvPr id="17" name="Groupe 16">
            <a:extLst>
              <a:ext uri="{FF2B5EF4-FFF2-40B4-BE49-F238E27FC236}">
                <a16:creationId xmlns:a16="http://schemas.microsoft.com/office/drawing/2014/main" id="{6A056A50-C99C-83CC-EF55-05F58F114122}"/>
              </a:ext>
            </a:extLst>
          </p:cNvPr>
          <p:cNvGrpSpPr/>
          <p:nvPr/>
        </p:nvGrpSpPr>
        <p:grpSpPr>
          <a:xfrm>
            <a:off x="-1479836" y="16962"/>
            <a:ext cx="11449980" cy="6826372"/>
            <a:chOff x="-2772859" y="0"/>
            <a:chExt cx="11449980" cy="6826372"/>
          </a:xfrm>
        </p:grpSpPr>
        <p:grpSp>
          <p:nvGrpSpPr>
            <p:cNvPr id="19" name="Groupe 18">
              <a:extLst>
                <a:ext uri="{FF2B5EF4-FFF2-40B4-BE49-F238E27FC236}">
                  <a16:creationId xmlns:a16="http://schemas.microsoft.com/office/drawing/2014/main" id="{FC422AEF-C954-FA83-3C03-4F747EC1363A}"/>
                </a:ext>
              </a:extLst>
            </p:cNvPr>
            <p:cNvGrpSpPr/>
            <p:nvPr/>
          </p:nvGrpSpPr>
          <p:grpSpPr>
            <a:xfrm>
              <a:off x="-2772859" y="0"/>
              <a:ext cx="11449980" cy="6826372"/>
              <a:chOff x="1" y="0"/>
              <a:chExt cx="11449980" cy="6826372"/>
            </a:xfrm>
          </p:grpSpPr>
          <p:sp>
            <p:nvSpPr>
              <p:cNvPr id="21" name="Forme libre : forme 20">
                <a:extLst>
                  <a:ext uri="{FF2B5EF4-FFF2-40B4-BE49-F238E27FC236}">
                    <a16:creationId xmlns:a16="http://schemas.microsoft.com/office/drawing/2014/main" id="{EE977FAB-C419-F3DE-0E1E-88D52A31C1AD}"/>
                  </a:ext>
                </a:extLst>
              </p:cNvPr>
              <p:cNvSpPr/>
              <p:nvPr/>
            </p:nvSpPr>
            <p:spPr>
              <a:xfrm rot="5400000">
                <a:off x="2311805" y="-2311804"/>
                <a:ext cx="6826372" cy="11449980"/>
              </a:xfrm>
              <a:custGeom>
                <a:avLst/>
                <a:gdLst>
                  <a:gd name="connsiteX0" fmla="*/ 0 w 6826372"/>
                  <a:gd name="connsiteY0" fmla="*/ 11449980 h 11449980"/>
                  <a:gd name="connsiteX1" fmla="*/ 0 w 6826372"/>
                  <a:gd name="connsiteY1" fmla="*/ 766548 h 11449980"/>
                  <a:gd name="connsiteX2" fmla="*/ 2768275 w 6826372"/>
                  <a:gd name="connsiteY2" fmla="*/ 766548 h 11449980"/>
                  <a:gd name="connsiteX3" fmla="*/ 2768275 w 6826372"/>
                  <a:gd name="connsiteY3" fmla="*/ 129255 h 11449980"/>
                  <a:gd name="connsiteX4" fmla="*/ 2897528 w 6826372"/>
                  <a:gd name="connsiteY4" fmla="*/ 0 h 11449980"/>
                  <a:gd name="connsiteX5" fmla="*/ 4095798 w 6826372"/>
                  <a:gd name="connsiteY5" fmla="*/ 0 h 11449980"/>
                  <a:gd name="connsiteX6" fmla="*/ 4225051 w 6826372"/>
                  <a:gd name="connsiteY6" fmla="*/ 129255 h 11449980"/>
                  <a:gd name="connsiteX7" fmla="*/ 4225051 w 6826372"/>
                  <a:gd name="connsiteY7" fmla="*/ 766548 h 11449980"/>
                  <a:gd name="connsiteX8" fmla="*/ 6826372 w 6826372"/>
                  <a:gd name="connsiteY8" fmla="*/ 766548 h 11449980"/>
                  <a:gd name="connsiteX9" fmla="*/ 6826371 w 6826372"/>
                  <a:gd name="connsiteY9" fmla="*/ 11449980 h 1144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6372" h="11449980">
                    <a:moveTo>
                      <a:pt x="0" y="11449980"/>
                    </a:moveTo>
                    <a:lnTo>
                      <a:pt x="0" y="766548"/>
                    </a:lnTo>
                    <a:lnTo>
                      <a:pt x="2768275" y="766548"/>
                    </a:lnTo>
                    <a:lnTo>
                      <a:pt x="2768275" y="129255"/>
                    </a:lnTo>
                    <a:lnTo>
                      <a:pt x="2897528" y="0"/>
                    </a:lnTo>
                    <a:lnTo>
                      <a:pt x="4095798" y="0"/>
                    </a:lnTo>
                    <a:lnTo>
                      <a:pt x="4225051" y="129255"/>
                    </a:lnTo>
                    <a:lnTo>
                      <a:pt x="4225051" y="766548"/>
                    </a:lnTo>
                    <a:lnTo>
                      <a:pt x="6826372" y="766548"/>
                    </a:lnTo>
                    <a:lnTo>
                      <a:pt x="6826371" y="11449980"/>
                    </a:lnTo>
                    <a:close/>
                  </a:path>
                </a:pathLst>
              </a:custGeom>
              <a:solidFill>
                <a:srgbClr val="778DA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4" name="ZoneTexte 23">
                <a:extLst>
                  <a:ext uri="{FF2B5EF4-FFF2-40B4-BE49-F238E27FC236}">
                    <a16:creationId xmlns:a16="http://schemas.microsoft.com/office/drawing/2014/main" id="{5D128E06-9EFF-74B6-FEEB-DFD036678E08}"/>
                  </a:ext>
                </a:extLst>
              </p:cNvPr>
              <p:cNvSpPr txBox="1"/>
              <p:nvPr/>
            </p:nvSpPr>
            <p:spPr>
              <a:xfrm>
                <a:off x="5857794"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02</a:t>
                </a:r>
                <a:endParaRPr lang="es-ES" sz="8000" b="1" dirty="0">
                  <a:solidFill>
                    <a:schemeClr val="bg1">
                      <a:alpha val="37000"/>
                    </a:schemeClr>
                  </a:solidFill>
                  <a:latin typeface="Montserrat ExtraBold" pitchFamily="2" charset="0"/>
                </a:endParaRPr>
              </a:p>
            </p:txBody>
          </p:sp>
          <p:sp>
            <p:nvSpPr>
              <p:cNvPr id="25" name="ZoneTexte 24">
                <a:extLst>
                  <a:ext uri="{FF2B5EF4-FFF2-40B4-BE49-F238E27FC236}">
                    <a16:creationId xmlns:a16="http://schemas.microsoft.com/office/drawing/2014/main" id="{68574880-2A86-D906-F399-09F466318509}"/>
                  </a:ext>
                </a:extLst>
              </p:cNvPr>
              <p:cNvSpPr txBox="1"/>
              <p:nvPr/>
            </p:nvSpPr>
            <p:spPr>
              <a:xfrm>
                <a:off x="4833658"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Back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26" name="Image 25">
                <a:extLst>
                  <a:ext uri="{FF2B5EF4-FFF2-40B4-BE49-F238E27FC236}">
                    <a16:creationId xmlns:a16="http://schemas.microsoft.com/office/drawing/2014/main" id="{19620C7E-208A-30D3-30B5-4F926E0486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2954" y="2873242"/>
                <a:ext cx="2023537" cy="2023537"/>
              </a:xfrm>
              <a:prstGeom prst="rect">
                <a:avLst/>
              </a:prstGeom>
            </p:spPr>
          </p:pic>
        </p:grpSp>
        <p:sp>
          <p:nvSpPr>
            <p:cNvPr id="20" name="ZoneTexte 19">
              <a:extLst>
                <a:ext uri="{FF2B5EF4-FFF2-40B4-BE49-F238E27FC236}">
                  <a16:creationId xmlns:a16="http://schemas.microsoft.com/office/drawing/2014/main" id="{AA90FBFF-6A8B-2614-1C11-60566FA95C99}"/>
                </a:ext>
              </a:extLst>
            </p:cNvPr>
            <p:cNvSpPr txBox="1"/>
            <p:nvPr/>
          </p:nvSpPr>
          <p:spPr>
            <a:xfrm>
              <a:off x="1079271" y="284675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le développement du </a:t>
              </a:r>
              <a:r>
                <a:rPr lang="fr-FR" sz="2000" dirty="0" err="1">
                  <a:solidFill>
                    <a:srgbClr val="EDEDE9"/>
                  </a:solidFill>
                  <a:latin typeface="Poppins" panose="00000500000000000000" pitchFamily="2" charset="0"/>
                  <a:cs typeface="Poppins" panose="00000500000000000000" pitchFamily="2" charset="0"/>
                </a:rPr>
                <a:t>back-end</a:t>
              </a:r>
              <a:r>
                <a:rPr lang="fr-FR" sz="2000" dirty="0">
                  <a:solidFill>
                    <a:srgbClr val="EDEDE9"/>
                  </a:solidFill>
                  <a:latin typeface="Poppins" panose="00000500000000000000" pitchFamily="2" charset="0"/>
                  <a:cs typeface="Poppins" panose="00000500000000000000" pitchFamily="2" charset="0"/>
                </a:rPr>
                <a:t>, nous avons utilisé Java, ce qui nous a permis de gérer la logique métier de l’application. Toutes les opérations internes sont traitées efficacement grâce à la robustesse de ce langage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grpSp>
        <p:nvGrpSpPr>
          <p:cNvPr id="27" name="Groupe 26">
            <a:extLst>
              <a:ext uri="{FF2B5EF4-FFF2-40B4-BE49-F238E27FC236}">
                <a16:creationId xmlns:a16="http://schemas.microsoft.com/office/drawing/2014/main" id="{DD7A410C-9EC0-6A33-41A2-5449BA0E7ED6}"/>
              </a:ext>
            </a:extLst>
          </p:cNvPr>
          <p:cNvGrpSpPr/>
          <p:nvPr/>
        </p:nvGrpSpPr>
        <p:grpSpPr>
          <a:xfrm>
            <a:off x="-9285749" y="-15814"/>
            <a:ext cx="11449978" cy="6826372"/>
            <a:chOff x="-4094529" y="0"/>
            <a:chExt cx="11449978" cy="6826372"/>
          </a:xfrm>
        </p:grpSpPr>
        <p:grpSp>
          <p:nvGrpSpPr>
            <p:cNvPr id="28" name="Groupe 27">
              <a:extLst>
                <a:ext uri="{FF2B5EF4-FFF2-40B4-BE49-F238E27FC236}">
                  <a16:creationId xmlns:a16="http://schemas.microsoft.com/office/drawing/2014/main" id="{DF4A2697-3FF2-D091-657F-62C31E6439EB}"/>
                </a:ext>
              </a:extLst>
            </p:cNvPr>
            <p:cNvGrpSpPr/>
            <p:nvPr/>
          </p:nvGrpSpPr>
          <p:grpSpPr>
            <a:xfrm>
              <a:off x="-4094529" y="0"/>
              <a:ext cx="11449978" cy="6826372"/>
              <a:chOff x="-15241" y="0"/>
              <a:chExt cx="11449978" cy="6826372"/>
            </a:xfrm>
          </p:grpSpPr>
          <p:sp>
            <p:nvSpPr>
              <p:cNvPr id="46" name="Forme libre : forme 45">
                <a:extLst>
                  <a:ext uri="{FF2B5EF4-FFF2-40B4-BE49-F238E27FC236}">
                    <a16:creationId xmlns:a16="http://schemas.microsoft.com/office/drawing/2014/main" id="{0E015049-A38C-871D-68F3-7F6A8DEC0915}"/>
                  </a:ext>
                </a:extLst>
              </p:cNvPr>
              <p:cNvSpPr/>
              <p:nvPr/>
            </p:nvSpPr>
            <p:spPr>
              <a:xfrm>
                <a:off x="-15241" y="0"/>
                <a:ext cx="11449978" cy="6826372"/>
              </a:xfrm>
              <a:custGeom>
                <a:avLst/>
                <a:gdLst>
                  <a:gd name="connsiteX0" fmla="*/ 0 w 11449978"/>
                  <a:gd name="connsiteY0" fmla="*/ 0 h 6826372"/>
                  <a:gd name="connsiteX1" fmla="*/ 10683433 w 11449978"/>
                  <a:gd name="connsiteY1" fmla="*/ 0 h 6826372"/>
                  <a:gd name="connsiteX2" fmla="*/ 10683433 w 11449978"/>
                  <a:gd name="connsiteY2" fmla="*/ 835298 h 6826372"/>
                  <a:gd name="connsiteX3" fmla="*/ 11320724 w 11449978"/>
                  <a:gd name="connsiteY3" fmla="*/ 835298 h 6826372"/>
                  <a:gd name="connsiteX4" fmla="*/ 11449978 w 11449978"/>
                  <a:gd name="connsiteY4" fmla="*/ 964551 h 6826372"/>
                  <a:gd name="connsiteX5" fmla="*/ 11449978 w 11449978"/>
                  <a:gd name="connsiteY5" fmla="*/ 2162821 h 6826372"/>
                  <a:gd name="connsiteX6" fmla="*/ 11320724 w 11449978"/>
                  <a:gd name="connsiteY6" fmla="*/ 2292074 h 6826372"/>
                  <a:gd name="connsiteX7" fmla="*/ 10683433 w 11449978"/>
                  <a:gd name="connsiteY7" fmla="*/ 2292074 h 6826372"/>
                  <a:gd name="connsiteX8" fmla="*/ 10683433 w 11449978"/>
                  <a:gd name="connsiteY8" fmla="*/ 6826372 h 6826372"/>
                  <a:gd name="connsiteX9" fmla="*/ 0 w 1144997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49978" h="6826372">
                    <a:moveTo>
                      <a:pt x="0" y="0"/>
                    </a:moveTo>
                    <a:lnTo>
                      <a:pt x="10683433" y="0"/>
                    </a:lnTo>
                    <a:lnTo>
                      <a:pt x="10683433" y="835298"/>
                    </a:lnTo>
                    <a:lnTo>
                      <a:pt x="11320724" y="835298"/>
                    </a:lnTo>
                    <a:lnTo>
                      <a:pt x="11449978" y="964551"/>
                    </a:lnTo>
                    <a:lnTo>
                      <a:pt x="11449978" y="2162821"/>
                    </a:lnTo>
                    <a:lnTo>
                      <a:pt x="11320724" y="2292074"/>
                    </a:lnTo>
                    <a:lnTo>
                      <a:pt x="10683433" y="2292074"/>
                    </a:lnTo>
                    <a:lnTo>
                      <a:pt x="10683433" y="6826372"/>
                    </a:lnTo>
                    <a:lnTo>
                      <a:pt x="0" y="6826372"/>
                    </a:lnTo>
                    <a:close/>
                  </a:path>
                </a:pathLst>
              </a:custGeom>
              <a:solidFill>
                <a:srgbClr val="ACB7C3"/>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47" name="ZoneTexte 46">
                <a:extLst>
                  <a:ext uri="{FF2B5EF4-FFF2-40B4-BE49-F238E27FC236}">
                    <a16:creationId xmlns:a16="http://schemas.microsoft.com/office/drawing/2014/main" id="{99171C1E-A004-8C00-C678-854C19B9096C}"/>
                  </a:ext>
                </a:extLst>
              </p:cNvPr>
              <p:cNvSpPr txBox="1"/>
              <p:nvPr/>
            </p:nvSpPr>
            <p:spPr>
              <a:xfrm>
                <a:off x="5187234" y="544286"/>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03</a:t>
                </a:r>
                <a:endParaRPr lang="es-ES" sz="8000" b="1" dirty="0">
                  <a:solidFill>
                    <a:schemeClr val="bg1">
                      <a:alpha val="37000"/>
                    </a:schemeClr>
                  </a:solidFill>
                  <a:latin typeface="Montserrat ExtraBold" pitchFamily="2" charset="0"/>
                </a:endParaRPr>
              </a:p>
            </p:txBody>
          </p:sp>
          <p:sp>
            <p:nvSpPr>
              <p:cNvPr id="48" name="ZoneTexte 47">
                <a:extLst>
                  <a:ext uri="{FF2B5EF4-FFF2-40B4-BE49-F238E27FC236}">
                    <a16:creationId xmlns:a16="http://schemas.microsoft.com/office/drawing/2014/main" id="{618AF618-AAB2-C719-CD03-632DB7CF9077}"/>
                  </a:ext>
                </a:extLst>
              </p:cNvPr>
              <p:cNvSpPr txBox="1"/>
              <p:nvPr/>
            </p:nvSpPr>
            <p:spPr>
              <a:xfrm>
                <a:off x="2510247" y="1723972"/>
                <a:ext cx="7620402" cy="830997"/>
              </a:xfrm>
              <a:prstGeom prst="rect">
                <a:avLst/>
              </a:prstGeom>
              <a:noFill/>
            </p:spPr>
            <p:txBody>
              <a:bodyPr wrap="square" rtlCol="0">
                <a:spAutoFit/>
              </a:bodyPr>
              <a:lstStyle/>
              <a:p>
                <a:pPr algn="ctr"/>
                <a:r>
                  <a:rPr lang="fr-FR" sz="4800" b="1" dirty="0">
                    <a:solidFill>
                      <a:schemeClr val="bg1"/>
                    </a:solidFill>
                    <a:latin typeface="Poppins Black" panose="00000A00000000000000" pitchFamily="2" charset="0"/>
                    <a:cs typeface="Poppins Black" panose="00000A00000000000000" pitchFamily="2" charset="0"/>
                  </a:rPr>
                  <a:t>Base De Données</a:t>
                </a:r>
                <a:endParaRPr lang="es-ES" sz="4800" b="1" dirty="0">
                  <a:solidFill>
                    <a:schemeClr val="bg1"/>
                  </a:solidFill>
                  <a:latin typeface="Poppins Black" panose="00000A00000000000000" pitchFamily="2" charset="0"/>
                  <a:cs typeface="Poppins Black" panose="00000A00000000000000" pitchFamily="2" charset="0"/>
                </a:endParaRPr>
              </a:p>
            </p:txBody>
          </p:sp>
          <p:pic>
            <p:nvPicPr>
              <p:cNvPr id="49" name="Image 48">
                <a:extLst>
                  <a:ext uri="{FF2B5EF4-FFF2-40B4-BE49-F238E27FC236}">
                    <a16:creationId xmlns:a16="http://schemas.microsoft.com/office/drawing/2014/main" id="{1A442D34-9FEA-F04A-268A-331A30E5D4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4163" y="3071814"/>
                <a:ext cx="2820761" cy="1953638"/>
              </a:xfrm>
              <a:prstGeom prst="rect">
                <a:avLst/>
              </a:prstGeom>
            </p:spPr>
          </p:pic>
        </p:grpSp>
        <p:sp>
          <p:nvSpPr>
            <p:cNvPr id="37" name="ZoneTexte 36">
              <a:extLst>
                <a:ext uri="{FF2B5EF4-FFF2-40B4-BE49-F238E27FC236}">
                  <a16:creationId xmlns:a16="http://schemas.microsoft.com/office/drawing/2014/main" id="{7A792B88-92B2-3FC3-9786-C4E329C58A37}"/>
                </a:ext>
              </a:extLst>
            </p:cNvPr>
            <p:cNvSpPr txBox="1"/>
            <p:nvPr/>
          </p:nvSpPr>
          <p:spPr>
            <a:xfrm>
              <a:off x="-1115289" y="3197275"/>
              <a:ext cx="3553690" cy="224676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la gestion de la base de données, nous avons utilisé MySQL. Ce système nous a permis de stocker et organiser les données de manière fiable et performante.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3057608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263B"/>
        </a:solidFill>
        <a:effectLst/>
      </p:bgPr>
    </p:bg>
    <p:spTree>
      <p:nvGrpSpPr>
        <p:cNvPr id="1" name="">
          <a:extLst>
            <a:ext uri="{FF2B5EF4-FFF2-40B4-BE49-F238E27FC236}">
              <a16:creationId xmlns:a16="http://schemas.microsoft.com/office/drawing/2014/main" id="{453CFC8A-5664-E399-C463-D8A2BB4A96BC}"/>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7A34EC4C-6110-BD8D-1D18-4AD4DE794911}"/>
              </a:ext>
            </a:extLst>
          </p:cNvPr>
          <p:cNvSpPr txBox="1"/>
          <p:nvPr/>
        </p:nvSpPr>
        <p:spPr>
          <a:xfrm>
            <a:off x="11725154" y="6457040"/>
            <a:ext cx="466846" cy="369332"/>
          </a:xfrm>
          <a:prstGeom prst="rect">
            <a:avLst/>
          </a:prstGeom>
          <a:noFill/>
        </p:spPr>
        <p:txBody>
          <a:bodyPr wrap="square" rtlCol="0">
            <a:spAutoFit/>
          </a:bodyPr>
          <a:lstStyle/>
          <a:p>
            <a:r>
              <a:rPr lang="fr-FR" b="1" dirty="0">
                <a:solidFill>
                  <a:schemeClr val="bg1"/>
                </a:solidFill>
                <a:latin typeface="Poppins" panose="00000500000000000000" pitchFamily="2" charset="0"/>
                <a:cs typeface="Poppins" panose="00000500000000000000" pitchFamily="2" charset="0"/>
              </a:rPr>
              <a:t>18</a:t>
            </a:r>
            <a:endParaRPr lang="es-ES" b="1" dirty="0">
              <a:solidFill>
                <a:schemeClr val="bg1"/>
              </a:solidFill>
              <a:latin typeface="Poppins" panose="00000500000000000000" pitchFamily="2" charset="0"/>
              <a:cs typeface="Poppins" panose="00000500000000000000" pitchFamily="2" charset="0"/>
            </a:endParaRPr>
          </a:p>
        </p:txBody>
      </p:sp>
      <p:grpSp>
        <p:nvGrpSpPr>
          <p:cNvPr id="29" name="Groupe 28">
            <a:extLst>
              <a:ext uri="{FF2B5EF4-FFF2-40B4-BE49-F238E27FC236}">
                <a16:creationId xmlns:a16="http://schemas.microsoft.com/office/drawing/2014/main" id="{4D52E0A6-BC16-5E62-BAA1-F43B5CD180D8}"/>
              </a:ext>
            </a:extLst>
          </p:cNvPr>
          <p:cNvGrpSpPr/>
          <p:nvPr/>
        </p:nvGrpSpPr>
        <p:grpSpPr>
          <a:xfrm>
            <a:off x="-1343362" y="15814"/>
            <a:ext cx="13045441" cy="6826372"/>
            <a:chOff x="-2547846" y="0"/>
            <a:chExt cx="13045441" cy="6826372"/>
          </a:xfrm>
        </p:grpSpPr>
        <p:grpSp>
          <p:nvGrpSpPr>
            <p:cNvPr id="14" name="Groupe 13">
              <a:extLst>
                <a:ext uri="{FF2B5EF4-FFF2-40B4-BE49-F238E27FC236}">
                  <a16:creationId xmlns:a16="http://schemas.microsoft.com/office/drawing/2014/main" id="{C2379689-2B18-F3AA-9CAD-1E0681358BFE}"/>
                </a:ext>
              </a:extLst>
            </p:cNvPr>
            <p:cNvGrpSpPr/>
            <p:nvPr/>
          </p:nvGrpSpPr>
          <p:grpSpPr>
            <a:xfrm>
              <a:off x="-2547846" y="0"/>
              <a:ext cx="13045441" cy="6826372"/>
              <a:chOff x="-1" y="0"/>
              <a:chExt cx="11928989" cy="6826372"/>
            </a:xfrm>
          </p:grpSpPr>
          <p:sp>
            <p:nvSpPr>
              <p:cNvPr id="41" name="Forme libre : forme 40">
                <a:extLst>
                  <a:ext uri="{FF2B5EF4-FFF2-40B4-BE49-F238E27FC236}">
                    <a16:creationId xmlns:a16="http://schemas.microsoft.com/office/drawing/2014/main" id="{D4B3D9B8-74B2-BF43-6493-7C8D7F155E80}"/>
                  </a:ext>
                </a:extLst>
              </p:cNvPr>
              <p:cNvSpPr/>
              <p:nvPr/>
            </p:nvSpPr>
            <p:spPr>
              <a:xfrm>
                <a:off x="-1" y="0"/>
                <a:ext cx="11458938" cy="6826372"/>
              </a:xfrm>
              <a:custGeom>
                <a:avLst/>
                <a:gdLst>
                  <a:gd name="connsiteX0" fmla="*/ 0 w 11458938"/>
                  <a:gd name="connsiteY0" fmla="*/ 0 h 6826372"/>
                  <a:gd name="connsiteX1" fmla="*/ 10683433 w 11458938"/>
                  <a:gd name="connsiteY1" fmla="*/ 0 h 6826372"/>
                  <a:gd name="connsiteX2" fmla="*/ 10683433 w 11458938"/>
                  <a:gd name="connsiteY2" fmla="*/ 4710893 h 6826372"/>
                  <a:gd name="connsiteX3" fmla="*/ 11329684 w 11458938"/>
                  <a:gd name="connsiteY3" fmla="*/ 4710893 h 6826372"/>
                  <a:gd name="connsiteX4" fmla="*/ 11458938 w 11458938"/>
                  <a:gd name="connsiteY4" fmla="*/ 4840146 h 6826372"/>
                  <a:gd name="connsiteX5" fmla="*/ 11458938 w 11458938"/>
                  <a:gd name="connsiteY5" fmla="*/ 6038416 h 6826372"/>
                  <a:gd name="connsiteX6" fmla="*/ 11329684 w 11458938"/>
                  <a:gd name="connsiteY6" fmla="*/ 6167669 h 6826372"/>
                  <a:gd name="connsiteX7" fmla="*/ 10683433 w 11458938"/>
                  <a:gd name="connsiteY7" fmla="*/ 6167669 h 6826372"/>
                  <a:gd name="connsiteX8" fmla="*/ 10683433 w 11458938"/>
                  <a:gd name="connsiteY8" fmla="*/ 6826372 h 6826372"/>
                  <a:gd name="connsiteX9" fmla="*/ 0 w 1145893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8938" h="6826372">
                    <a:moveTo>
                      <a:pt x="0" y="0"/>
                    </a:moveTo>
                    <a:lnTo>
                      <a:pt x="10683433" y="0"/>
                    </a:lnTo>
                    <a:lnTo>
                      <a:pt x="10683433" y="4710893"/>
                    </a:lnTo>
                    <a:lnTo>
                      <a:pt x="11329684" y="4710893"/>
                    </a:lnTo>
                    <a:lnTo>
                      <a:pt x="11458938" y="4840146"/>
                    </a:lnTo>
                    <a:lnTo>
                      <a:pt x="11458938" y="6038416"/>
                    </a:lnTo>
                    <a:lnTo>
                      <a:pt x="11329684" y="6167669"/>
                    </a:lnTo>
                    <a:lnTo>
                      <a:pt x="10683433" y="6167669"/>
                    </a:lnTo>
                    <a:lnTo>
                      <a:pt x="10683433" y="6826372"/>
                    </a:lnTo>
                    <a:lnTo>
                      <a:pt x="0" y="6826372"/>
                    </a:lnTo>
                    <a:close/>
                  </a:path>
                </a:pathLst>
              </a:custGeom>
              <a:solidFill>
                <a:srgbClr val="00355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 name="ZoneTexte 1">
                <a:extLst>
                  <a:ext uri="{FF2B5EF4-FFF2-40B4-BE49-F238E27FC236}">
                    <a16:creationId xmlns:a16="http://schemas.microsoft.com/office/drawing/2014/main" id="{CC922A64-F690-77C8-E1E2-587606658D53}"/>
                  </a:ext>
                </a:extLst>
              </p:cNvPr>
              <p:cNvSpPr txBox="1"/>
              <p:nvPr/>
            </p:nvSpPr>
            <p:spPr>
              <a:xfrm>
                <a:off x="6109317"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01</a:t>
                </a:r>
                <a:endParaRPr lang="es-ES" sz="8000" b="1" dirty="0">
                  <a:solidFill>
                    <a:schemeClr val="bg1">
                      <a:alpha val="37000"/>
                    </a:schemeClr>
                  </a:solidFill>
                  <a:latin typeface="Montserrat ExtraBold" pitchFamily="2" charset="0"/>
                </a:endParaRPr>
              </a:p>
            </p:txBody>
          </p:sp>
          <p:sp>
            <p:nvSpPr>
              <p:cNvPr id="3" name="ZoneTexte 2">
                <a:extLst>
                  <a:ext uri="{FF2B5EF4-FFF2-40B4-BE49-F238E27FC236}">
                    <a16:creationId xmlns:a16="http://schemas.microsoft.com/office/drawing/2014/main" id="{1D9F17CA-848F-16E3-3962-5E0B370CD956}"/>
                  </a:ext>
                </a:extLst>
              </p:cNvPr>
              <p:cNvSpPr txBox="1"/>
              <p:nvPr/>
            </p:nvSpPr>
            <p:spPr>
              <a:xfrm>
                <a:off x="5029026"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Front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11" name="Image 10">
                <a:extLst>
                  <a:ext uri="{FF2B5EF4-FFF2-40B4-BE49-F238E27FC236}">
                    <a16:creationId xmlns:a16="http://schemas.microsoft.com/office/drawing/2014/main" id="{AD1DFF13-8CDA-E277-7179-BDB110C679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7678" y="2579325"/>
                <a:ext cx="1593647" cy="1675457"/>
              </a:xfrm>
              <a:prstGeom prst="rect">
                <a:avLst/>
              </a:prstGeom>
            </p:spPr>
          </p:pic>
          <p:pic>
            <p:nvPicPr>
              <p:cNvPr id="13" name="Image 12">
                <a:extLst>
                  <a:ext uri="{FF2B5EF4-FFF2-40B4-BE49-F238E27FC236}">
                    <a16:creationId xmlns:a16="http://schemas.microsoft.com/office/drawing/2014/main" id="{BAC0C287-DFEA-3534-2101-65BFD1624F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5739" y="4486954"/>
                <a:ext cx="2238755" cy="1495418"/>
              </a:xfrm>
              <a:prstGeom prst="rect">
                <a:avLst/>
              </a:prstGeom>
            </p:spPr>
          </p:pic>
          <p:sp>
            <p:nvSpPr>
              <p:cNvPr id="18" name="ZoneTexte 17">
                <a:extLst>
                  <a:ext uri="{FF2B5EF4-FFF2-40B4-BE49-F238E27FC236}">
                    <a16:creationId xmlns:a16="http://schemas.microsoft.com/office/drawing/2014/main" id="{10A7CFE9-E68E-748D-359B-B7178A29187E}"/>
                  </a:ext>
                </a:extLst>
              </p:cNvPr>
              <p:cNvSpPr txBox="1"/>
              <p:nvPr/>
            </p:nvSpPr>
            <p:spPr>
              <a:xfrm>
                <a:off x="6116013" y="2856087"/>
                <a:ext cx="5812975" cy="1015663"/>
              </a:xfrm>
              <a:prstGeom prst="rect">
                <a:avLst/>
              </a:prstGeom>
              <a:noFill/>
            </p:spPr>
            <p:txBody>
              <a:bodyPr wrap="square" rtlCol="0">
                <a:spAutoFit/>
              </a:bodyPr>
              <a:lstStyle/>
              <a:p>
                <a:endParaRPr lang="es-ES" sz="6000" b="1" dirty="0">
                  <a:solidFill>
                    <a:schemeClr val="bg1"/>
                  </a:solidFill>
                  <a:latin typeface="Poppins Black" panose="00000A00000000000000" pitchFamily="2" charset="0"/>
                  <a:cs typeface="Poppins Black" panose="00000A00000000000000" pitchFamily="2" charset="0"/>
                </a:endParaRPr>
              </a:p>
            </p:txBody>
          </p:sp>
        </p:grpSp>
        <p:sp>
          <p:nvSpPr>
            <p:cNvPr id="22" name="ZoneTexte 21">
              <a:extLst>
                <a:ext uri="{FF2B5EF4-FFF2-40B4-BE49-F238E27FC236}">
                  <a16:creationId xmlns:a16="http://schemas.microsoft.com/office/drawing/2014/main" id="{3DA1640B-2822-445A-D278-49830B273F06}"/>
                </a:ext>
              </a:extLst>
            </p:cNvPr>
            <p:cNvSpPr txBox="1"/>
            <p:nvPr/>
          </p:nvSpPr>
          <p:spPr>
            <a:xfrm>
              <a:off x="2466111" y="290771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Pour le développement du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front-end</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nous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avons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JavaFX</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afin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concevoir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une interface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utilisateur</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interactive. Le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style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visuel</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l'application</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été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personnalisé</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à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l'aide</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de </a:t>
              </a:r>
              <a:r>
                <a:rPr kumimoji="0" lang="es-ES" altLang="es-ES" sz="2000" b="0" i="0" u="none" strike="noStrike" cap="none" normalizeH="0" baseline="0" dirty="0" err="1">
                  <a:ln>
                    <a:noFill/>
                  </a:ln>
                  <a:solidFill>
                    <a:srgbClr val="EDEDE9"/>
                  </a:solidFill>
                  <a:effectLst/>
                  <a:latin typeface="Poppins" panose="00000500000000000000" pitchFamily="2" charset="0"/>
                  <a:cs typeface="Poppins" panose="00000500000000000000" pitchFamily="2" charset="0"/>
                </a:rPr>
                <a:t>fichiers</a:t>
              </a:r>
              <a:r>
                <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rPr>
                <a:t> CSS.</a:t>
              </a:r>
            </a:p>
          </p:txBody>
        </p:sp>
      </p:grpSp>
      <p:sp>
        <p:nvSpPr>
          <p:cNvPr id="23" name="ZoneTexte 22">
            <a:extLst>
              <a:ext uri="{FF2B5EF4-FFF2-40B4-BE49-F238E27FC236}">
                <a16:creationId xmlns:a16="http://schemas.microsoft.com/office/drawing/2014/main" id="{52E6F071-2FDC-82C0-E22F-F4611E2D4326}"/>
              </a:ext>
            </a:extLst>
          </p:cNvPr>
          <p:cNvSpPr txBox="1"/>
          <p:nvPr/>
        </p:nvSpPr>
        <p:spPr>
          <a:xfrm>
            <a:off x="12771120" y="2752219"/>
            <a:ext cx="7315200" cy="1015663"/>
          </a:xfrm>
          <a:prstGeom prst="rect">
            <a:avLst/>
          </a:prstGeom>
          <a:noFill/>
        </p:spPr>
        <p:txBody>
          <a:bodyPr wrap="square" rtlCol="0">
            <a:spAutoFit/>
          </a:bodyPr>
          <a:lstStyle/>
          <a:p>
            <a:r>
              <a:rPr lang="fr-FR" sz="6000" dirty="0">
                <a:solidFill>
                  <a:srgbClr val="EDEDE9"/>
                </a:solidFill>
                <a:latin typeface="Poppins Black" panose="00000A00000000000000" pitchFamily="2" charset="0"/>
                <a:cs typeface="Poppins Black" panose="00000A00000000000000" pitchFamily="2" charset="0"/>
              </a:rPr>
              <a:t>IMPLEMENTATION</a:t>
            </a:r>
            <a:endParaRPr lang="es-ES" sz="6000" dirty="0">
              <a:solidFill>
                <a:srgbClr val="EDEDE9"/>
              </a:solidFill>
              <a:latin typeface="Poppins Black" panose="00000A00000000000000" pitchFamily="2" charset="0"/>
              <a:cs typeface="Poppins Black" panose="00000A00000000000000" pitchFamily="2" charset="0"/>
            </a:endParaRPr>
          </a:p>
        </p:txBody>
      </p:sp>
      <p:grpSp>
        <p:nvGrpSpPr>
          <p:cNvPr id="17" name="Groupe 16">
            <a:extLst>
              <a:ext uri="{FF2B5EF4-FFF2-40B4-BE49-F238E27FC236}">
                <a16:creationId xmlns:a16="http://schemas.microsoft.com/office/drawing/2014/main" id="{106317AB-FC89-269B-8EA0-6901AB937819}"/>
              </a:ext>
            </a:extLst>
          </p:cNvPr>
          <p:cNvGrpSpPr/>
          <p:nvPr/>
        </p:nvGrpSpPr>
        <p:grpSpPr>
          <a:xfrm>
            <a:off x="-1479836" y="16962"/>
            <a:ext cx="11449980" cy="6826372"/>
            <a:chOff x="-2772859" y="0"/>
            <a:chExt cx="11449980" cy="6826372"/>
          </a:xfrm>
        </p:grpSpPr>
        <p:grpSp>
          <p:nvGrpSpPr>
            <p:cNvPr id="19" name="Groupe 18">
              <a:extLst>
                <a:ext uri="{FF2B5EF4-FFF2-40B4-BE49-F238E27FC236}">
                  <a16:creationId xmlns:a16="http://schemas.microsoft.com/office/drawing/2014/main" id="{E1F1AA45-6899-0CAD-32C4-EE16BECB976D}"/>
                </a:ext>
              </a:extLst>
            </p:cNvPr>
            <p:cNvGrpSpPr/>
            <p:nvPr/>
          </p:nvGrpSpPr>
          <p:grpSpPr>
            <a:xfrm>
              <a:off x="-2772859" y="0"/>
              <a:ext cx="11449980" cy="6826372"/>
              <a:chOff x="1" y="0"/>
              <a:chExt cx="11449980" cy="6826372"/>
            </a:xfrm>
          </p:grpSpPr>
          <p:sp>
            <p:nvSpPr>
              <p:cNvPr id="21" name="Forme libre : forme 20">
                <a:extLst>
                  <a:ext uri="{FF2B5EF4-FFF2-40B4-BE49-F238E27FC236}">
                    <a16:creationId xmlns:a16="http://schemas.microsoft.com/office/drawing/2014/main" id="{8322A938-D49D-F520-78E0-D777ECD432EF}"/>
                  </a:ext>
                </a:extLst>
              </p:cNvPr>
              <p:cNvSpPr/>
              <p:nvPr/>
            </p:nvSpPr>
            <p:spPr>
              <a:xfrm rot="5400000">
                <a:off x="2311805" y="-2311804"/>
                <a:ext cx="6826372" cy="11449980"/>
              </a:xfrm>
              <a:custGeom>
                <a:avLst/>
                <a:gdLst>
                  <a:gd name="connsiteX0" fmla="*/ 0 w 6826372"/>
                  <a:gd name="connsiteY0" fmla="*/ 11449980 h 11449980"/>
                  <a:gd name="connsiteX1" fmla="*/ 0 w 6826372"/>
                  <a:gd name="connsiteY1" fmla="*/ 766548 h 11449980"/>
                  <a:gd name="connsiteX2" fmla="*/ 2768275 w 6826372"/>
                  <a:gd name="connsiteY2" fmla="*/ 766548 h 11449980"/>
                  <a:gd name="connsiteX3" fmla="*/ 2768275 w 6826372"/>
                  <a:gd name="connsiteY3" fmla="*/ 129255 h 11449980"/>
                  <a:gd name="connsiteX4" fmla="*/ 2897528 w 6826372"/>
                  <a:gd name="connsiteY4" fmla="*/ 0 h 11449980"/>
                  <a:gd name="connsiteX5" fmla="*/ 4095798 w 6826372"/>
                  <a:gd name="connsiteY5" fmla="*/ 0 h 11449980"/>
                  <a:gd name="connsiteX6" fmla="*/ 4225051 w 6826372"/>
                  <a:gd name="connsiteY6" fmla="*/ 129255 h 11449980"/>
                  <a:gd name="connsiteX7" fmla="*/ 4225051 w 6826372"/>
                  <a:gd name="connsiteY7" fmla="*/ 766548 h 11449980"/>
                  <a:gd name="connsiteX8" fmla="*/ 6826372 w 6826372"/>
                  <a:gd name="connsiteY8" fmla="*/ 766548 h 11449980"/>
                  <a:gd name="connsiteX9" fmla="*/ 6826371 w 6826372"/>
                  <a:gd name="connsiteY9" fmla="*/ 11449980 h 1144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6372" h="11449980">
                    <a:moveTo>
                      <a:pt x="0" y="11449980"/>
                    </a:moveTo>
                    <a:lnTo>
                      <a:pt x="0" y="766548"/>
                    </a:lnTo>
                    <a:lnTo>
                      <a:pt x="2768275" y="766548"/>
                    </a:lnTo>
                    <a:lnTo>
                      <a:pt x="2768275" y="129255"/>
                    </a:lnTo>
                    <a:lnTo>
                      <a:pt x="2897528" y="0"/>
                    </a:lnTo>
                    <a:lnTo>
                      <a:pt x="4095798" y="0"/>
                    </a:lnTo>
                    <a:lnTo>
                      <a:pt x="4225051" y="129255"/>
                    </a:lnTo>
                    <a:lnTo>
                      <a:pt x="4225051" y="766548"/>
                    </a:lnTo>
                    <a:lnTo>
                      <a:pt x="6826372" y="766548"/>
                    </a:lnTo>
                    <a:lnTo>
                      <a:pt x="6826371" y="11449980"/>
                    </a:lnTo>
                    <a:close/>
                  </a:path>
                </a:pathLst>
              </a:custGeom>
              <a:solidFill>
                <a:srgbClr val="778DA9"/>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24" name="ZoneTexte 23">
                <a:extLst>
                  <a:ext uri="{FF2B5EF4-FFF2-40B4-BE49-F238E27FC236}">
                    <a16:creationId xmlns:a16="http://schemas.microsoft.com/office/drawing/2014/main" id="{6B7284F2-FD08-43A9-9309-5AF473638DDD}"/>
                  </a:ext>
                </a:extLst>
              </p:cNvPr>
              <p:cNvSpPr txBox="1"/>
              <p:nvPr/>
            </p:nvSpPr>
            <p:spPr>
              <a:xfrm>
                <a:off x="5857794" y="511628"/>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02</a:t>
                </a:r>
                <a:endParaRPr lang="es-ES" sz="8000" b="1" dirty="0">
                  <a:solidFill>
                    <a:schemeClr val="bg1">
                      <a:alpha val="37000"/>
                    </a:schemeClr>
                  </a:solidFill>
                  <a:latin typeface="Montserrat ExtraBold" pitchFamily="2" charset="0"/>
                </a:endParaRPr>
              </a:p>
            </p:txBody>
          </p:sp>
          <p:sp>
            <p:nvSpPr>
              <p:cNvPr id="25" name="ZoneTexte 24">
                <a:extLst>
                  <a:ext uri="{FF2B5EF4-FFF2-40B4-BE49-F238E27FC236}">
                    <a16:creationId xmlns:a16="http://schemas.microsoft.com/office/drawing/2014/main" id="{4DFC0C01-BA35-B96D-7CC4-34ABC1EBA8BC}"/>
                  </a:ext>
                </a:extLst>
              </p:cNvPr>
              <p:cNvSpPr txBox="1"/>
              <p:nvPr/>
            </p:nvSpPr>
            <p:spPr>
              <a:xfrm>
                <a:off x="4833658" y="1408287"/>
                <a:ext cx="5812975" cy="1015663"/>
              </a:xfrm>
              <a:prstGeom prst="rect">
                <a:avLst/>
              </a:prstGeom>
              <a:noFill/>
            </p:spPr>
            <p:txBody>
              <a:bodyPr wrap="square" rtlCol="0">
                <a:spAutoFit/>
              </a:bodyPr>
              <a:lstStyle/>
              <a:p>
                <a:r>
                  <a:rPr lang="fr-FR" sz="6000" b="1" dirty="0">
                    <a:solidFill>
                      <a:schemeClr val="bg1"/>
                    </a:solidFill>
                    <a:latin typeface="Poppins Black" panose="00000A00000000000000" pitchFamily="2" charset="0"/>
                    <a:cs typeface="Poppins Black" panose="00000A00000000000000" pitchFamily="2" charset="0"/>
                  </a:rPr>
                  <a:t>Back End</a:t>
                </a:r>
                <a:endParaRPr lang="es-ES" sz="6000" b="1" dirty="0">
                  <a:solidFill>
                    <a:schemeClr val="bg1"/>
                  </a:solidFill>
                  <a:latin typeface="Poppins Black" panose="00000A00000000000000" pitchFamily="2" charset="0"/>
                  <a:cs typeface="Poppins Black" panose="00000A00000000000000" pitchFamily="2" charset="0"/>
                </a:endParaRPr>
              </a:p>
            </p:txBody>
          </p:sp>
          <p:pic>
            <p:nvPicPr>
              <p:cNvPr id="26" name="Image 25">
                <a:extLst>
                  <a:ext uri="{FF2B5EF4-FFF2-40B4-BE49-F238E27FC236}">
                    <a16:creationId xmlns:a16="http://schemas.microsoft.com/office/drawing/2014/main" id="{19E70854-B330-1BD2-1D35-B24AD5A9D6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2954" y="2873242"/>
                <a:ext cx="2023537" cy="2023537"/>
              </a:xfrm>
              <a:prstGeom prst="rect">
                <a:avLst/>
              </a:prstGeom>
            </p:spPr>
          </p:pic>
        </p:grpSp>
        <p:sp>
          <p:nvSpPr>
            <p:cNvPr id="20" name="ZoneTexte 19">
              <a:extLst>
                <a:ext uri="{FF2B5EF4-FFF2-40B4-BE49-F238E27FC236}">
                  <a16:creationId xmlns:a16="http://schemas.microsoft.com/office/drawing/2014/main" id="{65921ACC-C98B-E4C4-3D1F-DF018B3CA408}"/>
                </a:ext>
              </a:extLst>
            </p:cNvPr>
            <p:cNvSpPr txBox="1"/>
            <p:nvPr/>
          </p:nvSpPr>
          <p:spPr>
            <a:xfrm>
              <a:off x="1079271" y="2846755"/>
              <a:ext cx="3553690" cy="286232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le développement du </a:t>
              </a:r>
              <a:r>
                <a:rPr lang="fr-FR" sz="2000" dirty="0" err="1">
                  <a:solidFill>
                    <a:srgbClr val="EDEDE9"/>
                  </a:solidFill>
                  <a:latin typeface="Poppins" panose="00000500000000000000" pitchFamily="2" charset="0"/>
                  <a:cs typeface="Poppins" panose="00000500000000000000" pitchFamily="2" charset="0"/>
                </a:rPr>
                <a:t>back-end</a:t>
              </a:r>
              <a:r>
                <a:rPr lang="fr-FR" sz="2000" dirty="0">
                  <a:solidFill>
                    <a:srgbClr val="EDEDE9"/>
                  </a:solidFill>
                  <a:latin typeface="Poppins" panose="00000500000000000000" pitchFamily="2" charset="0"/>
                  <a:cs typeface="Poppins" panose="00000500000000000000" pitchFamily="2" charset="0"/>
                </a:rPr>
                <a:t>, nous avons utilisé Java, ce qui nous a permis de gérer la logique métier de l’application. Toutes les opérations internes sont traitées efficacement grâce à la robustesse de ce langage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grpSp>
        <p:nvGrpSpPr>
          <p:cNvPr id="27" name="Groupe 26">
            <a:extLst>
              <a:ext uri="{FF2B5EF4-FFF2-40B4-BE49-F238E27FC236}">
                <a16:creationId xmlns:a16="http://schemas.microsoft.com/office/drawing/2014/main" id="{32E488C0-1167-3A94-E9CB-91E03BBAC298}"/>
              </a:ext>
            </a:extLst>
          </p:cNvPr>
          <p:cNvGrpSpPr/>
          <p:nvPr/>
        </p:nvGrpSpPr>
        <p:grpSpPr>
          <a:xfrm>
            <a:off x="-2698651" y="-2974"/>
            <a:ext cx="11449978" cy="6826372"/>
            <a:chOff x="-4094529" y="0"/>
            <a:chExt cx="11449978" cy="6826372"/>
          </a:xfrm>
        </p:grpSpPr>
        <p:grpSp>
          <p:nvGrpSpPr>
            <p:cNvPr id="28" name="Groupe 27">
              <a:extLst>
                <a:ext uri="{FF2B5EF4-FFF2-40B4-BE49-F238E27FC236}">
                  <a16:creationId xmlns:a16="http://schemas.microsoft.com/office/drawing/2014/main" id="{740D6271-ABA5-5E67-97F0-FC7B6DF61530}"/>
                </a:ext>
              </a:extLst>
            </p:cNvPr>
            <p:cNvGrpSpPr/>
            <p:nvPr/>
          </p:nvGrpSpPr>
          <p:grpSpPr>
            <a:xfrm>
              <a:off x="-4094529" y="0"/>
              <a:ext cx="11449978" cy="6826372"/>
              <a:chOff x="-15241" y="0"/>
              <a:chExt cx="11449978" cy="6826372"/>
            </a:xfrm>
          </p:grpSpPr>
          <p:sp>
            <p:nvSpPr>
              <p:cNvPr id="46" name="Forme libre : forme 45">
                <a:extLst>
                  <a:ext uri="{FF2B5EF4-FFF2-40B4-BE49-F238E27FC236}">
                    <a16:creationId xmlns:a16="http://schemas.microsoft.com/office/drawing/2014/main" id="{64B8CDEA-FF3E-BF39-FE16-4A4909E0D25F}"/>
                  </a:ext>
                </a:extLst>
              </p:cNvPr>
              <p:cNvSpPr/>
              <p:nvPr/>
            </p:nvSpPr>
            <p:spPr>
              <a:xfrm>
                <a:off x="-15241" y="0"/>
                <a:ext cx="11449978" cy="6826372"/>
              </a:xfrm>
              <a:custGeom>
                <a:avLst/>
                <a:gdLst>
                  <a:gd name="connsiteX0" fmla="*/ 0 w 11449978"/>
                  <a:gd name="connsiteY0" fmla="*/ 0 h 6826372"/>
                  <a:gd name="connsiteX1" fmla="*/ 10683433 w 11449978"/>
                  <a:gd name="connsiteY1" fmla="*/ 0 h 6826372"/>
                  <a:gd name="connsiteX2" fmla="*/ 10683433 w 11449978"/>
                  <a:gd name="connsiteY2" fmla="*/ 835298 h 6826372"/>
                  <a:gd name="connsiteX3" fmla="*/ 11320724 w 11449978"/>
                  <a:gd name="connsiteY3" fmla="*/ 835298 h 6826372"/>
                  <a:gd name="connsiteX4" fmla="*/ 11449978 w 11449978"/>
                  <a:gd name="connsiteY4" fmla="*/ 964551 h 6826372"/>
                  <a:gd name="connsiteX5" fmla="*/ 11449978 w 11449978"/>
                  <a:gd name="connsiteY5" fmla="*/ 2162821 h 6826372"/>
                  <a:gd name="connsiteX6" fmla="*/ 11320724 w 11449978"/>
                  <a:gd name="connsiteY6" fmla="*/ 2292074 h 6826372"/>
                  <a:gd name="connsiteX7" fmla="*/ 10683433 w 11449978"/>
                  <a:gd name="connsiteY7" fmla="*/ 2292074 h 6826372"/>
                  <a:gd name="connsiteX8" fmla="*/ 10683433 w 11449978"/>
                  <a:gd name="connsiteY8" fmla="*/ 6826372 h 6826372"/>
                  <a:gd name="connsiteX9" fmla="*/ 0 w 11449978"/>
                  <a:gd name="connsiteY9" fmla="*/ 6826372 h 682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49978" h="6826372">
                    <a:moveTo>
                      <a:pt x="0" y="0"/>
                    </a:moveTo>
                    <a:lnTo>
                      <a:pt x="10683433" y="0"/>
                    </a:lnTo>
                    <a:lnTo>
                      <a:pt x="10683433" y="835298"/>
                    </a:lnTo>
                    <a:lnTo>
                      <a:pt x="11320724" y="835298"/>
                    </a:lnTo>
                    <a:lnTo>
                      <a:pt x="11449978" y="964551"/>
                    </a:lnTo>
                    <a:lnTo>
                      <a:pt x="11449978" y="2162821"/>
                    </a:lnTo>
                    <a:lnTo>
                      <a:pt x="11320724" y="2292074"/>
                    </a:lnTo>
                    <a:lnTo>
                      <a:pt x="10683433" y="2292074"/>
                    </a:lnTo>
                    <a:lnTo>
                      <a:pt x="10683433" y="6826372"/>
                    </a:lnTo>
                    <a:lnTo>
                      <a:pt x="0" y="6826372"/>
                    </a:lnTo>
                    <a:close/>
                  </a:path>
                </a:pathLst>
              </a:custGeom>
              <a:solidFill>
                <a:srgbClr val="ACB7C3"/>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s-ES" dirty="0"/>
              </a:p>
            </p:txBody>
          </p:sp>
          <p:sp>
            <p:nvSpPr>
              <p:cNvPr id="47" name="ZoneTexte 46">
                <a:extLst>
                  <a:ext uri="{FF2B5EF4-FFF2-40B4-BE49-F238E27FC236}">
                    <a16:creationId xmlns:a16="http://schemas.microsoft.com/office/drawing/2014/main" id="{DC52A6C1-A423-301C-6368-A668D4A136E7}"/>
                  </a:ext>
                </a:extLst>
              </p:cNvPr>
              <p:cNvSpPr txBox="1"/>
              <p:nvPr/>
            </p:nvSpPr>
            <p:spPr>
              <a:xfrm>
                <a:off x="5187234" y="544286"/>
                <a:ext cx="1872343" cy="1323439"/>
              </a:xfrm>
              <a:prstGeom prst="rect">
                <a:avLst/>
              </a:prstGeom>
              <a:noFill/>
            </p:spPr>
            <p:txBody>
              <a:bodyPr wrap="square" rtlCol="0">
                <a:spAutoFit/>
              </a:bodyPr>
              <a:lstStyle/>
              <a:p>
                <a:r>
                  <a:rPr lang="fr-FR" sz="8000" b="1" dirty="0">
                    <a:solidFill>
                      <a:schemeClr val="bg1">
                        <a:alpha val="37000"/>
                      </a:schemeClr>
                    </a:solidFill>
                    <a:latin typeface="Montserrat ExtraBold" pitchFamily="2" charset="0"/>
                  </a:rPr>
                  <a:t>03</a:t>
                </a:r>
                <a:endParaRPr lang="es-ES" sz="8000" b="1" dirty="0">
                  <a:solidFill>
                    <a:schemeClr val="bg1">
                      <a:alpha val="37000"/>
                    </a:schemeClr>
                  </a:solidFill>
                  <a:latin typeface="Montserrat ExtraBold" pitchFamily="2" charset="0"/>
                </a:endParaRPr>
              </a:p>
            </p:txBody>
          </p:sp>
          <p:sp>
            <p:nvSpPr>
              <p:cNvPr id="48" name="ZoneTexte 47">
                <a:extLst>
                  <a:ext uri="{FF2B5EF4-FFF2-40B4-BE49-F238E27FC236}">
                    <a16:creationId xmlns:a16="http://schemas.microsoft.com/office/drawing/2014/main" id="{0734E4C7-AF85-817B-D12C-422519F6D268}"/>
                  </a:ext>
                </a:extLst>
              </p:cNvPr>
              <p:cNvSpPr txBox="1"/>
              <p:nvPr/>
            </p:nvSpPr>
            <p:spPr>
              <a:xfrm>
                <a:off x="2510247" y="1723972"/>
                <a:ext cx="7620402" cy="830997"/>
              </a:xfrm>
              <a:prstGeom prst="rect">
                <a:avLst/>
              </a:prstGeom>
              <a:noFill/>
            </p:spPr>
            <p:txBody>
              <a:bodyPr wrap="square" rtlCol="0">
                <a:spAutoFit/>
              </a:bodyPr>
              <a:lstStyle/>
              <a:p>
                <a:pPr algn="ctr"/>
                <a:r>
                  <a:rPr lang="fr-FR" sz="4800" b="1" dirty="0">
                    <a:solidFill>
                      <a:schemeClr val="bg1"/>
                    </a:solidFill>
                    <a:latin typeface="Poppins Black" panose="00000A00000000000000" pitchFamily="2" charset="0"/>
                    <a:cs typeface="Poppins Black" panose="00000A00000000000000" pitchFamily="2" charset="0"/>
                  </a:rPr>
                  <a:t>Base De Données</a:t>
                </a:r>
                <a:endParaRPr lang="es-ES" sz="4800" b="1" dirty="0">
                  <a:solidFill>
                    <a:schemeClr val="bg1"/>
                  </a:solidFill>
                  <a:latin typeface="Poppins Black" panose="00000A00000000000000" pitchFamily="2" charset="0"/>
                  <a:cs typeface="Poppins Black" panose="00000A00000000000000" pitchFamily="2" charset="0"/>
                </a:endParaRPr>
              </a:p>
            </p:txBody>
          </p:sp>
          <p:pic>
            <p:nvPicPr>
              <p:cNvPr id="49" name="Image 48">
                <a:extLst>
                  <a:ext uri="{FF2B5EF4-FFF2-40B4-BE49-F238E27FC236}">
                    <a16:creationId xmlns:a16="http://schemas.microsoft.com/office/drawing/2014/main" id="{174FFD90-AB43-6397-A2D3-1D5E4CA385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4163" y="3071814"/>
                <a:ext cx="2820761" cy="1953638"/>
              </a:xfrm>
              <a:prstGeom prst="rect">
                <a:avLst/>
              </a:prstGeom>
            </p:spPr>
          </p:pic>
        </p:grpSp>
        <p:sp>
          <p:nvSpPr>
            <p:cNvPr id="37" name="ZoneTexte 36">
              <a:extLst>
                <a:ext uri="{FF2B5EF4-FFF2-40B4-BE49-F238E27FC236}">
                  <a16:creationId xmlns:a16="http://schemas.microsoft.com/office/drawing/2014/main" id="{78C80B08-327D-378C-35CB-42073EC71669}"/>
                </a:ext>
              </a:extLst>
            </p:cNvPr>
            <p:cNvSpPr txBox="1"/>
            <p:nvPr/>
          </p:nvSpPr>
          <p:spPr>
            <a:xfrm>
              <a:off x="-1115289" y="3197275"/>
              <a:ext cx="3553690" cy="224676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sz="2000" dirty="0">
                  <a:solidFill>
                    <a:srgbClr val="EDEDE9"/>
                  </a:solidFill>
                  <a:latin typeface="Poppins" panose="00000500000000000000" pitchFamily="2" charset="0"/>
                  <a:cs typeface="Poppins" panose="00000500000000000000" pitchFamily="2" charset="0"/>
                </a:rPr>
                <a:t>Pour la gestion de la base de données, nous avons utilisé MySQL. Ce système nous a permis de stocker et organiser les données de manière fiable et performante.</a:t>
              </a:r>
              <a:endParaRPr kumimoji="0" lang="es-ES" altLang="es-ES" sz="2000" b="0" i="0" u="none" strike="noStrike" cap="none" normalizeH="0" baseline="0" dirty="0">
                <a:ln>
                  <a:noFill/>
                </a:ln>
                <a:solidFill>
                  <a:srgbClr val="EDEDE9"/>
                </a:solidFill>
                <a:effectLst/>
                <a:latin typeface="Poppins" panose="00000500000000000000" pitchFamily="2" charset="0"/>
                <a:cs typeface="Poppins" panose="00000500000000000000" pitchFamily="2" charset="0"/>
              </a:endParaRPr>
            </a:p>
          </p:txBody>
        </p:sp>
      </p:grpSp>
    </p:spTree>
    <p:extLst>
      <p:ext uri="{BB962C8B-B14F-4D97-AF65-F5344CB8AC3E}">
        <p14:creationId xmlns:p14="http://schemas.microsoft.com/office/powerpoint/2010/main" val="29975484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3B665C22-2948-5C77-D131-A24F6BFB8D38}"/>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14812257-F2F5-AE3C-B27E-ED059C8BD5E2}"/>
              </a:ext>
            </a:extLst>
          </p:cNvPr>
          <p:cNvSpPr txBox="1"/>
          <p:nvPr/>
        </p:nvSpPr>
        <p:spPr>
          <a:xfrm>
            <a:off x="1370357" y="426720"/>
            <a:ext cx="7257905" cy="646331"/>
          </a:xfrm>
          <a:prstGeom prst="rect">
            <a:avLst/>
          </a:prstGeom>
          <a:noFill/>
        </p:spPr>
        <p:txBody>
          <a:bodyPr wrap="square" rtlCol="0">
            <a:spAutoFit/>
          </a:bodyPr>
          <a:lstStyle/>
          <a:p>
            <a:r>
              <a:rPr lang="fr-FR" sz="3600" b="1" dirty="0">
                <a:solidFill>
                  <a:srgbClr val="003559"/>
                </a:solidFill>
                <a:latin typeface="Poppins Black" panose="00000A00000000000000" pitchFamily="2" charset="0"/>
                <a:cs typeface="Poppins Black" panose="00000A00000000000000" pitchFamily="2" charset="0"/>
              </a:rPr>
              <a:t>PLAN DE TRAVAIL</a:t>
            </a:r>
            <a:endParaRPr lang="es-ES" sz="3600" b="1" dirty="0">
              <a:solidFill>
                <a:srgbClr val="003559"/>
              </a:solidFill>
              <a:latin typeface="Poppins Black" panose="00000A00000000000000" pitchFamily="2" charset="0"/>
              <a:cs typeface="Poppins Black" panose="00000A00000000000000" pitchFamily="2" charset="0"/>
            </a:endParaRPr>
          </a:p>
        </p:txBody>
      </p:sp>
      <p:sp>
        <p:nvSpPr>
          <p:cNvPr id="3" name="Ellipse 5">
            <a:extLst>
              <a:ext uri="{FF2B5EF4-FFF2-40B4-BE49-F238E27FC236}">
                <a16:creationId xmlns:a16="http://schemas.microsoft.com/office/drawing/2014/main" id="{A6518DD2-DF98-2D45-42D8-CEE1B3B5A3A1}"/>
              </a:ext>
            </a:extLst>
          </p:cNvPr>
          <p:cNvSpPr/>
          <p:nvPr/>
        </p:nvSpPr>
        <p:spPr>
          <a:xfrm>
            <a:off x="-5741650" y="1310231"/>
            <a:ext cx="4363274" cy="4419245"/>
          </a:xfrm>
          <a:custGeom>
            <a:avLst/>
            <a:gdLst>
              <a:gd name="connsiteX0" fmla="*/ 0 w 8503920"/>
              <a:gd name="connsiteY0" fmla="*/ 3802380 h 7604760"/>
              <a:gd name="connsiteX1" fmla="*/ 4251960 w 8503920"/>
              <a:gd name="connsiteY1" fmla="*/ 0 h 7604760"/>
              <a:gd name="connsiteX2" fmla="*/ 8503920 w 8503920"/>
              <a:gd name="connsiteY2" fmla="*/ 3802380 h 7604760"/>
              <a:gd name="connsiteX3" fmla="*/ 4251960 w 8503920"/>
              <a:gd name="connsiteY3" fmla="*/ 7604760 h 7604760"/>
              <a:gd name="connsiteX4" fmla="*/ 0 w 8503920"/>
              <a:gd name="connsiteY4" fmla="*/ 3802380 h 7604760"/>
              <a:gd name="connsiteX0" fmla="*/ 45119 w 8549039"/>
              <a:gd name="connsiteY0" fmla="*/ 3802380 h 7894320"/>
              <a:gd name="connsiteX1" fmla="*/ 4297079 w 8549039"/>
              <a:gd name="connsiteY1" fmla="*/ 0 h 7894320"/>
              <a:gd name="connsiteX2" fmla="*/ 8549039 w 8549039"/>
              <a:gd name="connsiteY2" fmla="*/ 3802380 h 7894320"/>
              <a:gd name="connsiteX3" fmla="*/ 2849279 w 8549039"/>
              <a:gd name="connsiteY3" fmla="*/ 7894320 h 7894320"/>
              <a:gd name="connsiteX4" fmla="*/ 45119 w 8549039"/>
              <a:gd name="connsiteY4" fmla="*/ 3802380 h 7894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9039" h="7894320">
                <a:moveTo>
                  <a:pt x="45119" y="3802380"/>
                </a:moveTo>
                <a:cubicBezTo>
                  <a:pt x="286419" y="2486660"/>
                  <a:pt x="1948786" y="0"/>
                  <a:pt x="4297079" y="0"/>
                </a:cubicBezTo>
                <a:cubicBezTo>
                  <a:pt x="6645372" y="0"/>
                  <a:pt x="8549039" y="1702384"/>
                  <a:pt x="8549039" y="3802380"/>
                </a:cubicBezTo>
                <a:cubicBezTo>
                  <a:pt x="8549039" y="5902376"/>
                  <a:pt x="5197572" y="7894320"/>
                  <a:pt x="2849279" y="7894320"/>
                </a:cubicBezTo>
                <a:cubicBezTo>
                  <a:pt x="500986" y="7894320"/>
                  <a:pt x="-196181" y="5118100"/>
                  <a:pt x="45119" y="3802380"/>
                </a:cubicBezTo>
                <a:close/>
              </a:path>
            </a:pathLst>
          </a:custGeom>
          <a:solidFill>
            <a:srgbClr val="1B4965">
              <a:alpha val="70000"/>
            </a:srgb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ZoneTexte 6">
            <a:extLst>
              <a:ext uri="{FF2B5EF4-FFF2-40B4-BE49-F238E27FC236}">
                <a16:creationId xmlns:a16="http://schemas.microsoft.com/office/drawing/2014/main" id="{7F174DF3-266F-D8D8-6956-D35D95581059}"/>
              </a:ext>
            </a:extLst>
          </p:cNvPr>
          <p:cNvSpPr txBox="1"/>
          <p:nvPr/>
        </p:nvSpPr>
        <p:spPr>
          <a:xfrm>
            <a:off x="12668618" y="2602586"/>
            <a:ext cx="6304671" cy="646331"/>
          </a:xfrm>
          <a:prstGeom prst="rect">
            <a:avLst/>
          </a:prstGeom>
          <a:noFill/>
        </p:spPr>
        <p:txBody>
          <a:bodyPr wrap="square" rtlCol="0">
            <a:spAutoFit/>
          </a:bodyPr>
          <a:lstStyle/>
          <a:p>
            <a:pPr algn="ctr"/>
            <a:r>
              <a:rPr lang="fr-FR" sz="3600" b="1" dirty="0">
                <a:solidFill>
                  <a:srgbClr val="415A77"/>
                </a:solidFill>
                <a:latin typeface="Poppins Black" panose="00000A00000000000000" pitchFamily="2" charset="0"/>
                <a:cs typeface="Poppins Black" panose="00000A00000000000000" pitchFamily="2" charset="0"/>
              </a:rPr>
              <a:t>CLIENT </a:t>
            </a:r>
            <a:endParaRPr lang="es-ES" sz="3600" b="1" dirty="0">
              <a:solidFill>
                <a:srgbClr val="415A77"/>
              </a:solidFill>
              <a:latin typeface="Poppins Black" panose="00000A00000000000000" pitchFamily="2" charset="0"/>
              <a:cs typeface="Poppins Black" panose="00000A00000000000000" pitchFamily="2" charset="0"/>
            </a:endParaRPr>
          </a:p>
        </p:txBody>
      </p:sp>
      <p:sp>
        <p:nvSpPr>
          <p:cNvPr id="9" name="ZoneTexte 8">
            <a:extLst>
              <a:ext uri="{FF2B5EF4-FFF2-40B4-BE49-F238E27FC236}">
                <a16:creationId xmlns:a16="http://schemas.microsoft.com/office/drawing/2014/main" id="{05C83B9F-046F-D939-7F96-94D8D8C9C690}"/>
              </a:ext>
            </a:extLst>
          </p:cNvPr>
          <p:cNvSpPr txBox="1"/>
          <p:nvPr/>
        </p:nvSpPr>
        <p:spPr>
          <a:xfrm>
            <a:off x="12192000" y="3198167"/>
            <a:ext cx="7257905" cy="461665"/>
          </a:xfrm>
          <a:prstGeom prst="rect">
            <a:avLst/>
          </a:prstGeom>
          <a:noFill/>
        </p:spPr>
        <p:txBody>
          <a:bodyPr wrap="square" rtlCol="0">
            <a:spAutoFit/>
          </a:bodyPr>
          <a:lstStyle/>
          <a:p>
            <a:pPr algn="ctr"/>
            <a:r>
              <a:rPr lang="fr-FR" sz="2400" dirty="0">
                <a:solidFill>
                  <a:srgbClr val="415A77"/>
                </a:solidFill>
                <a:latin typeface="Montserrat" pitchFamily="2" charset="0"/>
              </a:rPr>
              <a:t>M. Ilyes BOUAYED</a:t>
            </a:r>
            <a:endParaRPr lang="es-ES" sz="2400" dirty="0">
              <a:solidFill>
                <a:srgbClr val="415A77"/>
              </a:solidFill>
              <a:latin typeface="Montserrat" pitchFamily="2" charset="0"/>
            </a:endParaRPr>
          </a:p>
        </p:txBody>
      </p:sp>
      <p:sp>
        <p:nvSpPr>
          <p:cNvPr id="5" name="ZoneTexte 4">
            <a:extLst>
              <a:ext uri="{FF2B5EF4-FFF2-40B4-BE49-F238E27FC236}">
                <a16:creationId xmlns:a16="http://schemas.microsoft.com/office/drawing/2014/main" id="{CE82A309-3A5E-4F22-DF15-3FDED02DCB77}"/>
              </a:ext>
            </a:extLst>
          </p:cNvPr>
          <p:cNvSpPr txBox="1"/>
          <p:nvPr/>
        </p:nvSpPr>
        <p:spPr>
          <a:xfrm>
            <a:off x="2417722"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1. INTRODUCTION</a:t>
            </a:r>
            <a:endParaRPr lang="es-ES" dirty="0">
              <a:solidFill>
                <a:srgbClr val="003559"/>
              </a:solidFill>
              <a:latin typeface="Poppins" panose="00000500000000000000" pitchFamily="2" charset="0"/>
              <a:cs typeface="Poppins" panose="00000500000000000000" pitchFamily="2" charset="0"/>
            </a:endParaRPr>
          </a:p>
        </p:txBody>
      </p:sp>
      <p:grpSp>
        <p:nvGrpSpPr>
          <p:cNvPr id="10" name="Groupe 9">
            <a:extLst>
              <a:ext uri="{FF2B5EF4-FFF2-40B4-BE49-F238E27FC236}">
                <a16:creationId xmlns:a16="http://schemas.microsoft.com/office/drawing/2014/main" id="{5A25CE56-9E2A-93DC-B66E-BF90E289C95E}"/>
              </a:ext>
            </a:extLst>
          </p:cNvPr>
          <p:cNvGrpSpPr/>
          <p:nvPr/>
        </p:nvGrpSpPr>
        <p:grpSpPr>
          <a:xfrm>
            <a:off x="1370357" y="1450351"/>
            <a:ext cx="1047365" cy="1047365"/>
            <a:chOff x="1071997" y="1275611"/>
            <a:chExt cx="1047365" cy="1047365"/>
          </a:xfrm>
        </p:grpSpPr>
        <p:sp>
          <p:nvSpPr>
            <p:cNvPr id="11" name="Ellipse 10">
              <a:extLst>
                <a:ext uri="{FF2B5EF4-FFF2-40B4-BE49-F238E27FC236}">
                  <a16:creationId xmlns:a16="http://schemas.microsoft.com/office/drawing/2014/main" id="{73139D9B-DDF0-0C9B-7A2D-B774C89516A1}"/>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Image 11">
              <a:extLst>
                <a:ext uri="{FF2B5EF4-FFF2-40B4-BE49-F238E27FC236}">
                  <a16:creationId xmlns:a16="http://schemas.microsoft.com/office/drawing/2014/main" id="{4D775898-7906-75B0-9F92-C53A67CFCAB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4" name="ZoneTexte 13">
            <a:extLst>
              <a:ext uri="{FF2B5EF4-FFF2-40B4-BE49-F238E27FC236}">
                <a16:creationId xmlns:a16="http://schemas.microsoft.com/office/drawing/2014/main" id="{C9C54EBA-3945-F0A4-8A97-F83573CA078E}"/>
              </a:ext>
            </a:extLst>
          </p:cNvPr>
          <p:cNvSpPr txBox="1"/>
          <p:nvPr/>
        </p:nvSpPr>
        <p:spPr>
          <a:xfrm>
            <a:off x="2417722" y="3659832"/>
            <a:ext cx="274873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2. ETUDE DE L’EXISTANT</a:t>
            </a:r>
            <a:endParaRPr lang="es-ES" dirty="0">
              <a:solidFill>
                <a:srgbClr val="003559"/>
              </a:solidFill>
              <a:latin typeface="Poppins" panose="00000500000000000000" pitchFamily="2" charset="0"/>
              <a:cs typeface="Poppins" panose="00000500000000000000" pitchFamily="2" charset="0"/>
            </a:endParaRPr>
          </a:p>
        </p:txBody>
      </p:sp>
      <p:grpSp>
        <p:nvGrpSpPr>
          <p:cNvPr id="15" name="Groupe 14">
            <a:extLst>
              <a:ext uri="{FF2B5EF4-FFF2-40B4-BE49-F238E27FC236}">
                <a16:creationId xmlns:a16="http://schemas.microsoft.com/office/drawing/2014/main" id="{D9387207-0190-D435-0ACC-2313BA0EBA0B}"/>
              </a:ext>
            </a:extLst>
          </p:cNvPr>
          <p:cNvGrpSpPr/>
          <p:nvPr/>
        </p:nvGrpSpPr>
        <p:grpSpPr>
          <a:xfrm>
            <a:off x="1370357" y="3320816"/>
            <a:ext cx="1047365" cy="1047365"/>
            <a:chOff x="1071997" y="1275611"/>
            <a:chExt cx="1047365" cy="1047365"/>
          </a:xfrm>
        </p:grpSpPr>
        <p:sp>
          <p:nvSpPr>
            <p:cNvPr id="16" name="Ellipse 15">
              <a:extLst>
                <a:ext uri="{FF2B5EF4-FFF2-40B4-BE49-F238E27FC236}">
                  <a16:creationId xmlns:a16="http://schemas.microsoft.com/office/drawing/2014/main" id="{2C068BF0-D8A4-27E8-3210-2A80B734923C}"/>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Image 16">
              <a:extLst>
                <a:ext uri="{FF2B5EF4-FFF2-40B4-BE49-F238E27FC236}">
                  <a16:creationId xmlns:a16="http://schemas.microsoft.com/office/drawing/2014/main" id="{2544D5DA-99D2-4B8A-9784-191101AC871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18" name="ZoneTexte 17">
            <a:extLst>
              <a:ext uri="{FF2B5EF4-FFF2-40B4-BE49-F238E27FC236}">
                <a16:creationId xmlns:a16="http://schemas.microsoft.com/office/drawing/2014/main" id="{1A6C1F69-DFE5-348F-3500-AB2F321B5BDF}"/>
              </a:ext>
            </a:extLst>
          </p:cNvPr>
          <p:cNvSpPr txBox="1"/>
          <p:nvPr/>
        </p:nvSpPr>
        <p:spPr>
          <a:xfrm>
            <a:off x="2417722" y="5345631"/>
            <a:ext cx="2665620"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3. GESTION DU PROJET</a:t>
            </a:r>
            <a:endParaRPr lang="es-ES" dirty="0">
              <a:solidFill>
                <a:srgbClr val="003559"/>
              </a:solidFill>
              <a:latin typeface="Poppins" panose="00000500000000000000" pitchFamily="2" charset="0"/>
              <a:cs typeface="Poppins" panose="00000500000000000000" pitchFamily="2" charset="0"/>
            </a:endParaRPr>
          </a:p>
        </p:txBody>
      </p:sp>
      <p:grpSp>
        <p:nvGrpSpPr>
          <p:cNvPr id="19" name="Groupe 18">
            <a:extLst>
              <a:ext uri="{FF2B5EF4-FFF2-40B4-BE49-F238E27FC236}">
                <a16:creationId xmlns:a16="http://schemas.microsoft.com/office/drawing/2014/main" id="{C548291D-5E99-4B1E-9313-91604E3A2512}"/>
              </a:ext>
            </a:extLst>
          </p:cNvPr>
          <p:cNvGrpSpPr/>
          <p:nvPr/>
        </p:nvGrpSpPr>
        <p:grpSpPr>
          <a:xfrm>
            <a:off x="1370357" y="5006615"/>
            <a:ext cx="1047365" cy="1047365"/>
            <a:chOff x="1071997" y="1275611"/>
            <a:chExt cx="1047365" cy="1047365"/>
          </a:xfrm>
        </p:grpSpPr>
        <p:sp>
          <p:nvSpPr>
            <p:cNvPr id="20" name="Ellipse 19">
              <a:extLst>
                <a:ext uri="{FF2B5EF4-FFF2-40B4-BE49-F238E27FC236}">
                  <a16:creationId xmlns:a16="http://schemas.microsoft.com/office/drawing/2014/main" id="{4BBDB800-AA08-E677-401C-39C02D81A554}"/>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 20">
              <a:extLst>
                <a:ext uri="{FF2B5EF4-FFF2-40B4-BE49-F238E27FC236}">
                  <a16:creationId xmlns:a16="http://schemas.microsoft.com/office/drawing/2014/main" id="{9937876E-2642-B320-B710-A214D484F3C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2" name="ZoneTexte 21">
            <a:extLst>
              <a:ext uri="{FF2B5EF4-FFF2-40B4-BE49-F238E27FC236}">
                <a16:creationId xmlns:a16="http://schemas.microsoft.com/office/drawing/2014/main" id="{5B5102E8-6302-25F2-AC71-77104A1A33D2}"/>
              </a:ext>
            </a:extLst>
          </p:cNvPr>
          <p:cNvSpPr txBox="1"/>
          <p:nvPr/>
        </p:nvSpPr>
        <p:spPr>
          <a:xfrm>
            <a:off x="8156024" y="1789367"/>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4. CONCEPTION</a:t>
            </a:r>
            <a:endParaRPr lang="es-ES" dirty="0">
              <a:solidFill>
                <a:srgbClr val="003559"/>
              </a:solidFill>
              <a:latin typeface="Poppins" panose="00000500000000000000" pitchFamily="2" charset="0"/>
              <a:cs typeface="Poppins" panose="00000500000000000000" pitchFamily="2" charset="0"/>
            </a:endParaRPr>
          </a:p>
        </p:txBody>
      </p:sp>
      <p:grpSp>
        <p:nvGrpSpPr>
          <p:cNvPr id="23" name="Groupe 22">
            <a:extLst>
              <a:ext uri="{FF2B5EF4-FFF2-40B4-BE49-F238E27FC236}">
                <a16:creationId xmlns:a16="http://schemas.microsoft.com/office/drawing/2014/main" id="{18B17AC6-0672-48B3-6A91-0083E29D731E}"/>
              </a:ext>
            </a:extLst>
          </p:cNvPr>
          <p:cNvGrpSpPr/>
          <p:nvPr/>
        </p:nvGrpSpPr>
        <p:grpSpPr>
          <a:xfrm>
            <a:off x="7108659" y="1450351"/>
            <a:ext cx="1047365" cy="1047365"/>
            <a:chOff x="1071997" y="1275611"/>
            <a:chExt cx="1047365" cy="1047365"/>
          </a:xfrm>
        </p:grpSpPr>
        <p:sp>
          <p:nvSpPr>
            <p:cNvPr id="24" name="Ellipse 23">
              <a:extLst>
                <a:ext uri="{FF2B5EF4-FFF2-40B4-BE49-F238E27FC236}">
                  <a16:creationId xmlns:a16="http://schemas.microsoft.com/office/drawing/2014/main" id="{919C1765-FB6B-59FB-666C-F29606393DE8}"/>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5" name="Image 24">
              <a:extLst>
                <a:ext uri="{FF2B5EF4-FFF2-40B4-BE49-F238E27FC236}">
                  <a16:creationId xmlns:a16="http://schemas.microsoft.com/office/drawing/2014/main" id="{64A6FD6B-02A4-CD9A-7C7E-4759D4A113F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26" name="ZoneTexte 25">
            <a:extLst>
              <a:ext uri="{FF2B5EF4-FFF2-40B4-BE49-F238E27FC236}">
                <a16:creationId xmlns:a16="http://schemas.microsoft.com/office/drawing/2014/main" id="{2F9CCBF1-8A99-0F45-BAB8-6FE71D2F4591}"/>
              </a:ext>
            </a:extLst>
          </p:cNvPr>
          <p:cNvSpPr txBox="1"/>
          <p:nvPr/>
        </p:nvSpPr>
        <p:spPr>
          <a:xfrm>
            <a:off x="8156024" y="3659832"/>
            <a:ext cx="2465407" cy="369332"/>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5. IMPLEMENTATION</a:t>
            </a:r>
            <a:endParaRPr lang="es-ES" dirty="0">
              <a:solidFill>
                <a:srgbClr val="003559"/>
              </a:solidFill>
              <a:latin typeface="Poppins" panose="00000500000000000000" pitchFamily="2" charset="0"/>
              <a:cs typeface="Poppins" panose="00000500000000000000" pitchFamily="2" charset="0"/>
            </a:endParaRPr>
          </a:p>
        </p:txBody>
      </p:sp>
      <p:grpSp>
        <p:nvGrpSpPr>
          <p:cNvPr id="27" name="Groupe 26">
            <a:extLst>
              <a:ext uri="{FF2B5EF4-FFF2-40B4-BE49-F238E27FC236}">
                <a16:creationId xmlns:a16="http://schemas.microsoft.com/office/drawing/2014/main" id="{1ACE0157-B2BA-B842-F220-1ACCEB2C81F2}"/>
              </a:ext>
            </a:extLst>
          </p:cNvPr>
          <p:cNvGrpSpPr/>
          <p:nvPr/>
        </p:nvGrpSpPr>
        <p:grpSpPr>
          <a:xfrm>
            <a:off x="7108659" y="3320816"/>
            <a:ext cx="1047365" cy="1047365"/>
            <a:chOff x="1071997" y="1275611"/>
            <a:chExt cx="1047365" cy="1047365"/>
          </a:xfrm>
        </p:grpSpPr>
        <p:sp>
          <p:nvSpPr>
            <p:cNvPr id="28" name="Ellipse 27">
              <a:extLst>
                <a:ext uri="{FF2B5EF4-FFF2-40B4-BE49-F238E27FC236}">
                  <a16:creationId xmlns:a16="http://schemas.microsoft.com/office/drawing/2014/main" id="{C590B7A7-CF96-F8E0-05CD-DBAF00C0E7CE}"/>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 name="Image 28">
              <a:extLst>
                <a:ext uri="{FF2B5EF4-FFF2-40B4-BE49-F238E27FC236}">
                  <a16:creationId xmlns:a16="http://schemas.microsoft.com/office/drawing/2014/main" id="{DAB01A9E-8467-4AC2-739C-61D7862B7E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0" name="ZoneTexte 29">
            <a:extLst>
              <a:ext uri="{FF2B5EF4-FFF2-40B4-BE49-F238E27FC236}">
                <a16:creationId xmlns:a16="http://schemas.microsoft.com/office/drawing/2014/main" id="{0FB3D2C8-14A1-3683-6566-68ABEDE7CFF2}"/>
              </a:ext>
            </a:extLst>
          </p:cNvPr>
          <p:cNvSpPr txBox="1"/>
          <p:nvPr/>
        </p:nvSpPr>
        <p:spPr>
          <a:xfrm>
            <a:off x="8156024" y="5225625"/>
            <a:ext cx="2465407" cy="646331"/>
          </a:xfrm>
          <a:prstGeom prst="rect">
            <a:avLst/>
          </a:prstGeom>
          <a:noFill/>
        </p:spPr>
        <p:txBody>
          <a:bodyPr wrap="square" rtlCol="0">
            <a:spAutoFit/>
          </a:bodyPr>
          <a:lstStyle/>
          <a:p>
            <a:r>
              <a:rPr lang="fr-FR" dirty="0">
                <a:solidFill>
                  <a:srgbClr val="003559"/>
                </a:solidFill>
                <a:latin typeface="Poppins" panose="00000500000000000000" pitchFamily="2" charset="0"/>
                <a:cs typeface="Poppins" panose="00000500000000000000" pitchFamily="2" charset="0"/>
              </a:rPr>
              <a:t>6. CONCLUSION ET PERSPECTIVES</a:t>
            </a:r>
            <a:endParaRPr lang="es-ES" dirty="0">
              <a:solidFill>
                <a:srgbClr val="003559"/>
              </a:solidFill>
              <a:latin typeface="Poppins" panose="00000500000000000000" pitchFamily="2" charset="0"/>
              <a:cs typeface="Poppins" panose="00000500000000000000" pitchFamily="2" charset="0"/>
            </a:endParaRPr>
          </a:p>
        </p:txBody>
      </p:sp>
      <p:grpSp>
        <p:nvGrpSpPr>
          <p:cNvPr id="31" name="Groupe 30">
            <a:extLst>
              <a:ext uri="{FF2B5EF4-FFF2-40B4-BE49-F238E27FC236}">
                <a16:creationId xmlns:a16="http://schemas.microsoft.com/office/drawing/2014/main" id="{2E43D223-C880-3F1F-513B-29A521C14F7F}"/>
              </a:ext>
            </a:extLst>
          </p:cNvPr>
          <p:cNvGrpSpPr/>
          <p:nvPr/>
        </p:nvGrpSpPr>
        <p:grpSpPr>
          <a:xfrm>
            <a:off x="7108659" y="5006615"/>
            <a:ext cx="1047365" cy="1047365"/>
            <a:chOff x="1071997" y="1275611"/>
            <a:chExt cx="1047365" cy="1047365"/>
          </a:xfrm>
        </p:grpSpPr>
        <p:sp>
          <p:nvSpPr>
            <p:cNvPr id="32" name="Ellipse 31">
              <a:extLst>
                <a:ext uri="{FF2B5EF4-FFF2-40B4-BE49-F238E27FC236}">
                  <a16:creationId xmlns:a16="http://schemas.microsoft.com/office/drawing/2014/main" id="{D760D7DD-DF78-B593-A42C-533EA9CDDE93}"/>
                </a:ext>
              </a:extLst>
            </p:cNvPr>
            <p:cNvSpPr/>
            <p:nvPr/>
          </p:nvSpPr>
          <p:spPr>
            <a:xfrm>
              <a:off x="1071997" y="1275611"/>
              <a:ext cx="1047365" cy="1047365"/>
            </a:xfrm>
            <a:prstGeom prst="ellipse">
              <a:avLst/>
            </a:prstGeom>
            <a:solidFill>
              <a:srgbClr val="0035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Image 32">
              <a:extLst>
                <a:ext uri="{FF2B5EF4-FFF2-40B4-BE49-F238E27FC236}">
                  <a16:creationId xmlns:a16="http://schemas.microsoft.com/office/drawing/2014/main" id="{D8071DAC-35B9-8C9D-7C8E-EBB1D59177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2209" y="1471635"/>
              <a:ext cx="659129" cy="659129"/>
            </a:xfrm>
            <a:prstGeom prst="rect">
              <a:avLst/>
            </a:prstGeom>
          </p:spPr>
        </p:pic>
      </p:grpSp>
      <p:sp>
        <p:nvSpPr>
          <p:cNvPr id="35" name="Ellipse 34">
            <a:extLst>
              <a:ext uri="{FF2B5EF4-FFF2-40B4-BE49-F238E27FC236}">
                <a16:creationId xmlns:a16="http://schemas.microsoft.com/office/drawing/2014/main" id="{1CF1AE38-7F1F-3C10-ED02-6A45ADDE944B}"/>
              </a:ext>
            </a:extLst>
          </p:cNvPr>
          <p:cNvSpPr/>
          <p:nvPr/>
        </p:nvSpPr>
        <p:spPr>
          <a:xfrm rot="21569155">
            <a:off x="10967396" y="-844853"/>
            <a:ext cx="1963225" cy="1963225"/>
          </a:xfrm>
          <a:prstGeom prst="ellipse">
            <a:avLst/>
          </a:prstGeom>
          <a:solidFill>
            <a:srgbClr val="81C4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necteur droit 37">
            <a:extLst>
              <a:ext uri="{FF2B5EF4-FFF2-40B4-BE49-F238E27FC236}">
                <a16:creationId xmlns:a16="http://schemas.microsoft.com/office/drawing/2014/main" id="{608F133A-1C3A-A290-119E-A9AC44FE33C6}"/>
              </a:ext>
            </a:extLst>
          </p:cNvPr>
          <p:cNvCxnSpPr/>
          <p:nvPr/>
        </p:nvCxnSpPr>
        <p:spPr>
          <a:xfrm>
            <a:off x="-3560013" y="107305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5F1D3458-3B84-CC55-C59C-CB916AFC95F4}"/>
              </a:ext>
            </a:extLst>
          </p:cNvPr>
          <p:cNvCxnSpPr/>
          <p:nvPr/>
        </p:nvCxnSpPr>
        <p:spPr>
          <a:xfrm>
            <a:off x="-1035488" y="300891"/>
            <a:ext cx="6530372" cy="0"/>
          </a:xfrm>
          <a:prstGeom prst="line">
            <a:avLst/>
          </a:prstGeom>
          <a:ln w="28575">
            <a:solidFill>
              <a:srgbClr val="81C4D7"/>
            </a:solidFill>
          </a:ln>
        </p:spPr>
        <p:style>
          <a:lnRef idx="1">
            <a:schemeClr val="accent1"/>
          </a:lnRef>
          <a:fillRef idx="0">
            <a:schemeClr val="accent1"/>
          </a:fillRef>
          <a:effectRef idx="0">
            <a:schemeClr val="accent1"/>
          </a:effectRef>
          <a:fontRef idx="minor">
            <a:schemeClr val="tx1"/>
          </a:fontRef>
        </p:style>
      </p:cxnSp>
      <p:pic>
        <p:nvPicPr>
          <p:cNvPr id="40" name="Picture 2">
            <a:extLst>
              <a:ext uri="{FF2B5EF4-FFF2-40B4-BE49-F238E27FC236}">
                <a16:creationId xmlns:a16="http://schemas.microsoft.com/office/drawing/2014/main" id="{309B9C94-EF85-56D6-8572-7C26D98077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19108" y="76145"/>
            <a:ext cx="720437" cy="890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slz="http://schemas.microsoft.com/office/powerpoint/2016/slidezoom">
        <mc:Choice Requires="pslz">
          <p:graphicFrame>
            <p:nvGraphicFramePr>
              <p:cNvPr id="42" name="Zoom de diapositive 41">
                <a:extLst>
                  <a:ext uri="{FF2B5EF4-FFF2-40B4-BE49-F238E27FC236}">
                    <a16:creationId xmlns:a16="http://schemas.microsoft.com/office/drawing/2014/main" id="{0EEFC59D-0AC8-B188-C79A-8815C9161B6F}"/>
                  </a:ext>
                </a:extLst>
              </p:cNvPr>
              <p:cNvGraphicFramePr>
                <a:graphicFrameLocks noChangeAspect="1"/>
              </p:cNvGraphicFramePr>
              <p:nvPr/>
            </p:nvGraphicFramePr>
            <p:xfrm>
              <a:off x="1228203" y="1593354"/>
              <a:ext cx="1331671" cy="675235"/>
            </p:xfrm>
            <a:graphic>
              <a:graphicData uri="http://schemas.microsoft.com/office/powerpoint/2016/slidezoom">
                <pslz:sldZm>
                  <pslz:sldZmObj sldId="264" cId="3232602182">
                    <pslz:zmPr id="{D1B59369-EB4A-434D-969E-CD5499516C0C}"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331671" cy="675235"/>
                        </a:xfrm>
                        <a:prstGeom prst="rect">
                          <a:avLst/>
                        </a:prstGeom>
                        <a:ln w="3175">
                          <a:noFill/>
                        </a:ln>
                      </p166:spPr>
                    </pslz:zmPr>
                  </pslz:sldZmObj>
                </pslz:sldZm>
              </a:graphicData>
            </a:graphic>
          </p:graphicFrame>
        </mc:Choice>
        <mc:Fallback xmlns="">
          <p:pic>
            <p:nvPicPr>
              <p:cNvPr id="42" name="Zoom de diapositive 41">
                <a:hlinkClick r:id="rId6" action="ppaction://hlinksldjump"/>
                <a:extLst>
                  <a:ext uri="{FF2B5EF4-FFF2-40B4-BE49-F238E27FC236}">
                    <a16:creationId xmlns:a16="http://schemas.microsoft.com/office/drawing/2014/main" id="{0EEFC59D-0AC8-B188-C79A-8815C9161B6F}"/>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1228203" y="1593354"/>
                <a:ext cx="1331671" cy="675235"/>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6" name="Zoom de diapositive 5">
                <a:extLst>
                  <a:ext uri="{FF2B5EF4-FFF2-40B4-BE49-F238E27FC236}">
                    <a16:creationId xmlns:a16="http://schemas.microsoft.com/office/drawing/2014/main" id="{D933E544-15A8-D4E3-1159-51C1A432E6EE}"/>
                  </a:ext>
                </a:extLst>
              </p:cNvPr>
              <p:cNvGraphicFramePr>
                <a:graphicFrameLocks noChangeAspect="1"/>
              </p:cNvGraphicFramePr>
              <p:nvPr/>
            </p:nvGraphicFramePr>
            <p:xfrm>
              <a:off x="997844" y="3342854"/>
              <a:ext cx="1792388" cy="908846"/>
            </p:xfrm>
            <a:graphic>
              <a:graphicData uri="http://schemas.microsoft.com/office/powerpoint/2016/slidezoom">
                <pslz:sldZm>
                  <pslz:sldZmObj sldId="266" cId="925274422">
                    <pslz:zmPr id="{C4A7DCC1-9C17-4CDC-8AB8-5F598FA9A0F3}" returnToParent="0" imageType="cover" transitionDur="1000">
                      <p166:blipFill xmlns:p166="http://schemas.microsoft.com/office/powerpoint/2016/6/main">
                        <a:blip r:embed="rId5">
                          <a:extLst>
                            <a:ext uri="{28A0092B-C50C-407E-A947-70E740481C1C}">
                              <a14:useLocalDpi xmlns:a14="http://schemas.microsoft.com/office/drawing/2010/main" val="0"/>
                            </a:ext>
                          </a:extLst>
                        </a:blip>
                        <a:stretch>
                          <a:fillRect/>
                        </a:stretch>
                      </p166:blipFill>
                      <p166:spPr xmlns:p166="http://schemas.microsoft.com/office/powerpoint/2016/6/main">
                        <a:xfrm>
                          <a:off x="0" y="0"/>
                          <a:ext cx="1792388" cy="908846"/>
                        </a:xfrm>
                        <a:prstGeom prst="rect">
                          <a:avLst/>
                        </a:prstGeom>
                        <a:ln w="3175">
                          <a:noFill/>
                        </a:ln>
                      </p166:spPr>
                    </pslz:zmPr>
                  </pslz:sldZmObj>
                </pslz:sldZm>
              </a:graphicData>
            </a:graphic>
          </p:graphicFrame>
        </mc:Choice>
        <mc:Fallback xmlns="">
          <p:pic>
            <p:nvPicPr>
              <p:cNvPr id="6" name="Zoom de diapositive 5">
                <a:hlinkClick r:id="rId8" action="ppaction://hlinksldjump"/>
                <a:extLst>
                  <a:ext uri="{FF2B5EF4-FFF2-40B4-BE49-F238E27FC236}">
                    <a16:creationId xmlns:a16="http://schemas.microsoft.com/office/drawing/2014/main" id="{D933E544-15A8-D4E3-1159-51C1A432E6EE}"/>
                  </a:ext>
                </a:extLst>
              </p:cNvPr>
              <p:cNvPicPr>
                <a:picLocks noGrp="1" noRot="1" noChangeAspect="1" noMove="1" noResize="1" noEditPoints="1" noAdjustHandles="1" noChangeArrowheads="1" noChangeShapeType="1"/>
              </p:cNvPicPr>
              <p:nvPr/>
            </p:nvPicPr>
            <p:blipFill>
              <a:blip r:embed="rId7">
                <a:extLst>
                  <a:ext uri="{28A0092B-C50C-407E-A947-70E740481C1C}">
                    <a14:useLocalDpi xmlns:a14="http://schemas.microsoft.com/office/drawing/2010/main" val="0"/>
                  </a:ext>
                </a:extLst>
              </a:blip>
              <a:stretch>
                <a:fillRect/>
              </a:stretch>
            </p:blipFill>
            <p:spPr>
              <a:xfrm>
                <a:off x="997844" y="3342854"/>
                <a:ext cx="1792388" cy="908846"/>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34" name="Zoom de diapositive 33">
                <a:extLst>
                  <a:ext uri="{FF2B5EF4-FFF2-40B4-BE49-F238E27FC236}">
                    <a16:creationId xmlns:a16="http://schemas.microsoft.com/office/drawing/2014/main" id="{6FD222F7-927B-7E18-300B-6AA5198A6436}"/>
                  </a:ext>
                </a:extLst>
              </p:cNvPr>
              <p:cNvGraphicFramePr>
                <a:graphicFrameLocks noChangeAspect="1"/>
              </p:cNvGraphicFramePr>
              <p:nvPr>
                <p:extLst>
                  <p:ext uri="{D42A27DB-BD31-4B8C-83A1-F6EECF244321}">
                    <p14:modId xmlns:p14="http://schemas.microsoft.com/office/powerpoint/2010/main" val="869734164"/>
                  </p:ext>
                </p:extLst>
              </p:nvPr>
            </p:nvGraphicFramePr>
            <p:xfrm>
              <a:off x="6818703" y="5211482"/>
              <a:ext cx="1627273" cy="564608"/>
            </p:xfrm>
            <a:graphic>
              <a:graphicData uri="http://schemas.microsoft.com/office/powerpoint/2016/slidezoom">
                <pslz:sldZm>
                  <pslz:sldZmObj sldId="284" cId="4017037251">
                    <pslz:zmPr id="{98AF99A9-B535-4FA8-A2D6-6904F4027147}" returnToParent="0" imageType="cover" transitionDur="1000">
                      <p166:blipFill xmlns:p166="http://schemas.microsoft.com/office/powerpoint/2016/6/main">
                        <a:blip r:embed="rId9">
                          <a:extLst>
                            <a:ext uri="{28A0092B-C50C-407E-A947-70E740481C1C}">
                              <a14:useLocalDpi xmlns:a14="http://schemas.microsoft.com/office/drawing/2010/main" val="0"/>
                            </a:ext>
                          </a:extLst>
                        </a:blip>
                        <a:stretch>
                          <a:fillRect/>
                        </a:stretch>
                      </p166:blipFill>
                      <p166:spPr xmlns:p166="http://schemas.microsoft.com/office/powerpoint/2016/6/main">
                        <a:xfrm>
                          <a:off x="0" y="0"/>
                          <a:ext cx="1627273" cy="564608"/>
                        </a:xfrm>
                        <a:prstGeom prst="rect">
                          <a:avLst/>
                        </a:prstGeom>
                        <a:ln w="3175">
                          <a:noFill/>
                        </a:ln>
                      </p166:spPr>
                    </pslz:zmPr>
                  </pslz:sldZmObj>
                </pslz:sldZm>
              </a:graphicData>
            </a:graphic>
          </p:graphicFrame>
        </mc:Choice>
        <mc:Fallback xmlns="">
          <p:pic>
            <p:nvPicPr>
              <p:cNvPr id="34" name="Zoom de diapositive 33">
                <a:hlinkClick r:id="rId11" action="ppaction://hlinksldjump"/>
                <a:extLst>
                  <a:ext uri="{FF2B5EF4-FFF2-40B4-BE49-F238E27FC236}">
                    <a16:creationId xmlns:a16="http://schemas.microsoft.com/office/drawing/2014/main" id="{6FD222F7-927B-7E18-300B-6AA5198A6436}"/>
                  </a:ext>
                </a:extLst>
              </p:cNvPr>
              <p:cNvPicPr>
                <a:picLocks noGrp="1" noRot="1" noChangeAspect="1" noMove="1" noResize="1" noEditPoints="1" noAdjustHandles="1" noChangeArrowheads="1" noChangeShapeType="1"/>
              </p:cNvPicPr>
              <p:nvPr/>
            </p:nvPicPr>
            <p:blipFill>
              <a:blip r:embed="rId10">
                <a:extLst>
                  <a:ext uri="{28A0092B-C50C-407E-A947-70E740481C1C}">
                    <a14:useLocalDpi xmlns:a14="http://schemas.microsoft.com/office/drawing/2010/main" val="0"/>
                  </a:ext>
                </a:extLst>
              </a:blip>
              <a:stretch>
                <a:fillRect/>
              </a:stretch>
            </p:blipFill>
            <p:spPr>
              <a:xfrm>
                <a:off x="6818703" y="5211482"/>
                <a:ext cx="1627273" cy="564608"/>
              </a:xfrm>
              <a:prstGeom prst="rect">
                <a:avLst/>
              </a:prstGeom>
              <a:ln w="3175">
                <a:noFill/>
              </a:ln>
            </p:spPr>
          </p:pic>
        </mc:Fallback>
      </mc:AlternateContent>
      <p:sp>
        <p:nvSpPr>
          <p:cNvPr id="36" name="ZoneTexte 35">
            <a:extLst>
              <a:ext uri="{FF2B5EF4-FFF2-40B4-BE49-F238E27FC236}">
                <a16:creationId xmlns:a16="http://schemas.microsoft.com/office/drawing/2014/main" id="{DAD6A082-8536-E80E-E1C4-82676440E175}"/>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1B263B"/>
                </a:solidFill>
                <a:latin typeface="Poppins" panose="00000500000000000000" pitchFamily="2" charset="0"/>
                <a:cs typeface="Poppins" panose="00000500000000000000" pitchFamily="2" charset="0"/>
              </a:rPr>
              <a:t>19</a:t>
            </a:r>
            <a:endParaRPr lang="es-ES" b="1" dirty="0">
              <a:solidFill>
                <a:srgbClr val="1B263B"/>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777596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1C74CEC1-6DEB-7798-4AB6-52388336C73C}"/>
            </a:ext>
          </a:extLst>
        </p:cNvPr>
        <p:cNvGrpSpPr/>
        <p:nvPr/>
      </p:nvGrpSpPr>
      <p:grpSpPr>
        <a:xfrm>
          <a:off x="0" y="0"/>
          <a:ext cx="0" cy="0"/>
          <a:chOff x="0" y="0"/>
          <a:chExt cx="0" cy="0"/>
        </a:xfrm>
      </p:grpSpPr>
      <p:pic>
        <p:nvPicPr>
          <p:cNvPr id="12290" name="Picture 2" descr="Concept de classe numérique pour l'éducation en ligne d'un bureau de classe moderne sur le clavier des ordinateurs portables Soci">
            <a:extLst>
              <a:ext uri="{FF2B5EF4-FFF2-40B4-BE49-F238E27FC236}">
                <a16:creationId xmlns:a16="http://schemas.microsoft.com/office/drawing/2014/main" id="{6EA08017-D42A-6DDB-27BF-814EA0E5A4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59" r="27330"/>
          <a:stretch/>
        </p:blipFill>
        <p:spPr bwMode="auto">
          <a:xfrm>
            <a:off x="-3322320" y="-72628"/>
            <a:ext cx="6644640" cy="7003256"/>
          </a:xfrm>
          <a:prstGeom prst="rect">
            <a:avLst/>
          </a:prstGeom>
          <a:noFill/>
          <a:ln w="76200">
            <a:solidFill>
              <a:srgbClr val="003559"/>
            </a:solidFill>
          </a:ln>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16D73760-E7E1-CB66-234E-7C60696A0678}"/>
              </a:ext>
            </a:extLst>
          </p:cNvPr>
          <p:cNvSpPr txBox="1"/>
          <p:nvPr/>
        </p:nvSpPr>
        <p:spPr>
          <a:xfrm>
            <a:off x="3550920" y="259080"/>
            <a:ext cx="10165080" cy="1200329"/>
          </a:xfrm>
          <a:prstGeom prst="rect">
            <a:avLst/>
          </a:prstGeom>
          <a:noFill/>
        </p:spPr>
        <p:txBody>
          <a:bodyPr wrap="square" rtlCol="0">
            <a:spAutoFit/>
          </a:bodyPr>
          <a:lstStyle/>
          <a:p>
            <a:r>
              <a:rPr lang="fr-FR" sz="36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CONCLUSION ET PESPECTIVES</a:t>
            </a:r>
            <a:endParaRPr lang="es-ES" sz="36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a:p>
            <a:endParaRPr lang="es-ES" sz="3600" dirty="0">
              <a:solidFill>
                <a:srgbClr val="003559"/>
              </a:solidFill>
              <a:latin typeface="Poppins Black" panose="00000A00000000000000" pitchFamily="2" charset="0"/>
              <a:cs typeface="Poppins Black" panose="00000A00000000000000" pitchFamily="2" charset="0"/>
            </a:endParaRPr>
          </a:p>
        </p:txBody>
      </p:sp>
      <p:grpSp>
        <p:nvGrpSpPr>
          <p:cNvPr id="4" name="Groupe 3">
            <a:extLst>
              <a:ext uri="{FF2B5EF4-FFF2-40B4-BE49-F238E27FC236}">
                <a16:creationId xmlns:a16="http://schemas.microsoft.com/office/drawing/2014/main" id="{12196C90-A9AC-B54D-89AC-260280ADC0E3}"/>
              </a:ext>
            </a:extLst>
          </p:cNvPr>
          <p:cNvGrpSpPr/>
          <p:nvPr/>
        </p:nvGrpSpPr>
        <p:grpSpPr>
          <a:xfrm>
            <a:off x="3831459" y="3670718"/>
            <a:ext cx="5861181" cy="1307687"/>
            <a:chOff x="5645019" y="3515228"/>
            <a:chExt cx="5861181" cy="755299"/>
          </a:xfrm>
        </p:grpSpPr>
        <p:grpSp>
          <p:nvGrpSpPr>
            <p:cNvPr id="5" name="Groupe 4">
              <a:extLst>
                <a:ext uri="{FF2B5EF4-FFF2-40B4-BE49-F238E27FC236}">
                  <a16:creationId xmlns:a16="http://schemas.microsoft.com/office/drawing/2014/main" id="{8CA33529-FF76-BD1C-696D-67CB8211AE36}"/>
                </a:ext>
              </a:extLst>
            </p:cNvPr>
            <p:cNvGrpSpPr/>
            <p:nvPr/>
          </p:nvGrpSpPr>
          <p:grpSpPr>
            <a:xfrm>
              <a:off x="5645019" y="3515228"/>
              <a:ext cx="5861181" cy="755299"/>
              <a:chOff x="4306288" y="2463440"/>
              <a:chExt cx="433268" cy="433268"/>
            </a:xfrm>
            <a:solidFill>
              <a:srgbClr val="003559"/>
            </a:solidFill>
          </p:grpSpPr>
          <p:sp>
            <p:nvSpPr>
              <p:cNvPr id="7" name="Shape 3">
                <a:extLst>
                  <a:ext uri="{FF2B5EF4-FFF2-40B4-BE49-F238E27FC236}">
                    <a16:creationId xmlns:a16="http://schemas.microsoft.com/office/drawing/2014/main" id="{EEE0553A-159D-C697-FDB8-021A85DF198E}"/>
                  </a:ext>
                </a:extLst>
              </p:cNvPr>
              <p:cNvSpPr/>
              <p:nvPr/>
            </p:nvSpPr>
            <p:spPr>
              <a:xfrm>
                <a:off x="4306288" y="2463440"/>
                <a:ext cx="433268" cy="433268"/>
              </a:xfrm>
              <a:prstGeom prst="roundRect">
                <a:avLst>
                  <a:gd name="adj" fmla="val 20003"/>
                </a:avLst>
              </a:prstGeom>
              <a:grpFill/>
              <a:ln w="7620">
                <a:noFill/>
                <a:prstDash val="solid"/>
              </a:ln>
            </p:spPr>
          </p:sp>
          <p:sp>
            <p:nvSpPr>
              <p:cNvPr id="8" name="Text 4">
                <a:extLst>
                  <a:ext uri="{FF2B5EF4-FFF2-40B4-BE49-F238E27FC236}">
                    <a16:creationId xmlns:a16="http://schemas.microsoft.com/office/drawing/2014/main" id="{95237AEC-5E86-517A-A363-D4F62241C5AB}"/>
                  </a:ext>
                </a:extLst>
              </p:cNvPr>
              <p:cNvSpPr/>
              <p:nvPr/>
            </p:nvSpPr>
            <p:spPr>
              <a:xfrm>
                <a:off x="4313253" y="2639048"/>
                <a:ext cx="17916" cy="187641"/>
              </a:xfrm>
              <a:prstGeom prst="rect">
                <a:avLst/>
              </a:prstGeom>
              <a:grpFill/>
              <a:ln>
                <a:noFill/>
              </a:ln>
            </p:spPr>
            <p:txBody>
              <a:bodyPr wrap="none" rtlCol="0" anchor="t"/>
              <a:lstStyle/>
              <a:p>
                <a:pPr marL="0" indent="0">
                  <a:lnSpc>
                    <a:spcPts val="2275"/>
                  </a:lnSpc>
                  <a:buNone/>
                </a:pPr>
                <a:r>
                  <a:rPr lang="en-US" sz="2275" dirty="0">
                    <a:solidFill>
                      <a:srgbClr val="EDEDE9"/>
                    </a:solidFill>
                    <a:latin typeface="Poppins Black" panose="00000A00000000000000" pitchFamily="2" charset="0"/>
                    <a:cs typeface="Poppins Black" panose="00000A00000000000000" pitchFamily="2" charset="0"/>
                  </a:rPr>
                  <a:t>2</a:t>
                </a:r>
              </a:p>
            </p:txBody>
          </p:sp>
        </p:grpSp>
        <p:sp>
          <p:nvSpPr>
            <p:cNvPr id="6" name="ZoneTexte 5">
              <a:extLst>
                <a:ext uri="{FF2B5EF4-FFF2-40B4-BE49-F238E27FC236}">
                  <a16:creationId xmlns:a16="http://schemas.microsoft.com/office/drawing/2014/main" id="{C7D8A8E1-8ED0-A157-F590-B9C7057C9B9A}"/>
                </a:ext>
              </a:extLst>
            </p:cNvPr>
            <p:cNvSpPr txBox="1"/>
            <p:nvPr/>
          </p:nvSpPr>
          <p:spPr>
            <a:xfrm>
              <a:off x="6162489" y="3642187"/>
              <a:ext cx="5018655" cy="536263"/>
            </a:xfrm>
            <a:prstGeom prst="rect">
              <a:avLst/>
            </a:prstGeom>
            <a:noFill/>
          </p:spPr>
          <p:txBody>
            <a:bodyPr wrap="square" rtlCol="0">
              <a:spAutoFit/>
            </a:bodyPr>
            <a:lstStyle/>
            <a:p>
              <a:pPr>
                <a:lnSpc>
                  <a:spcPct val="115000"/>
                </a:lnSpc>
                <a:spcAft>
                  <a:spcPts val="1000"/>
                </a:spcAft>
                <a:buNone/>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Elargir l’application et intégrer de nouvelles fonctionnalités comme l’ajout des nouvelles salles au niveau de la faculté.  </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9" name="Groupe 8">
            <a:extLst>
              <a:ext uri="{FF2B5EF4-FFF2-40B4-BE49-F238E27FC236}">
                <a16:creationId xmlns:a16="http://schemas.microsoft.com/office/drawing/2014/main" id="{E5913AC9-1260-FBA9-3BC6-3B79609B9BCB}"/>
              </a:ext>
            </a:extLst>
          </p:cNvPr>
          <p:cNvGrpSpPr/>
          <p:nvPr/>
        </p:nvGrpSpPr>
        <p:grpSpPr>
          <a:xfrm>
            <a:off x="3831459" y="2570349"/>
            <a:ext cx="5861181" cy="911441"/>
            <a:chOff x="5645019" y="3515229"/>
            <a:chExt cx="5861181" cy="911441"/>
          </a:xfrm>
        </p:grpSpPr>
        <p:grpSp>
          <p:nvGrpSpPr>
            <p:cNvPr id="10" name="Groupe 9">
              <a:extLst>
                <a:ext uri="{FF2B5EF4-FFF2-40B4-BE49-F238E27FC236}">
                  <a16:creationId xmlns:a16="http://schemas.microsoft.com/office/drawing/2014/main" id="{552A2F48-28A6-59C3-D6FB-066CB492EFA1}"/>
                </a:ext>
              </a:extLst>
            </p:cNvPr>
            <p:cNvGrpSpPr/>
            <p:nvPr/>
          </p:nvGrpSpPr>
          <p:grpSpPr>
            <a:xfrm>
              <a:off x="5645019" y="3515229"/>
              <a:ext cx="5861181" cy="755299"/>
              <a:chOff x="4306288" y="2463440"/>
              <a:chExt cx="433268" cy="433268"/>
            </a:xfrm>
            <a:solidFill>
              <a:srgbClr val="003559"/>
            </a:solidFill>
          </p:grpSpPr>
          <p:sp>
            <p:nvSpPr>
              <p:cNvPr id="12" name="Shape 3">
                <a:extLst>
                  <a:ext uri="{FF2B5EF4-FFF2-40B4-BE49-F238E27FC236}">
                    <a16:creationId xmlns:a16="http://schemas.microsoft.com/office/drawing/2014/main" id="{82926D9D-5D36-2780-772D-994A54A2B673}"/>
                  </a:ext>
                </a:extLst>
              </p:cNvPr>
              <p:cNvSpPr/>
              <p:nvPr/>
            </p:nvSpPr>
            <p:spPr>
              <a:xfrm>
                <a:off x="4306288" y="2463440"/>
                <a:ext cx="433268" cy="433268"/>
              </a:xfrm>
              <a:prstGeom prst="roundRect">
                <a:avLst>
                  <a:gd name="adj" fmla="val 20003"/>
                </a:avLst>
              </a:prstGeom>
              <a:grpFill/>
              <a:ln w="7620">
                <a:noFill/>
                <a:prstDash val="solid"/>
              </a:ln>
            </p:spPr>
          </p:sp>
          <p:sp>
            <p:nvSpPr>
              <p:cNvPr id="13" name="Text 4">
                <a:extLst>
                  <a:ext uri="{FF2B5EF4-FFF2-40B4-BE49-F238E27FC236}">
                    <a16:creationId xmlns:a16="http://schemas.microsoft.com/office/drawing/2014/main" id="{71A16459-A9A4-0B95-31BE-70635D7EE5B2}"/>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rgbClr val="EDEDE9"/>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rgbClr val="EDEDE9"/>
                  </a:solidFill>
                  <a:latin typeface="Poppins Black" panose="00000A00000000000000" pitchFamily="2" charset="0"/>
                  <a:cs typeface="Poppins Black" panose="00000A00000000000000" pitchFamily="2" charset="0"/>
                </a:endParaRPr>
              </a:p>
            </p:txBody>
          </p:sp>
        </p:grpSp>
        <p:sp>
          <p:nvSpPr>
            <p:cNvPr id="11" name="ZoneTexte 10">
              <a:extLst>
                <a:ext uri="{FF2B5EF4-FFF2-40B4-BE49-F238E27FC236}">
                  <a16:creationId xmlns:a16="http://schemas.microsoft.com/office/drawing/2014/main" id="{A627D61C-ABE8-E724-EECA-6ECAB29EB011}"/>
                </a:ext>
              </a:extLst>
            </p:cNvPr>
            <p:cNvSpPr txBox="1"/>
            <p:nvPr/>
          </p:nvSpPr>
          <p:spPr>
            <a:xfrm>
              <a:off x="6162489" y="3653125"/>
              <a:ext cx="5018655" cy="773545"/>
            </a:xfrm>
            <a:prstGeom prst="rect">
              <a:avLst/>
            </a:prstGeom>
            <a:noFill/>
          </p:spPr>
          <p:txBody>
            <a:bodyPr wrap="square" rtlCol="0">
              <a:spAutoFit/>
            </a:bodyPr>
            <a:lstStyle/>
            <a:p>
              <a:pPr>
                <a:lnSpc>
                  <a:spcPct val="115000"/>
                </a:lnSpc>
                <a:spcAft>
                  <a:spcPts val="1000"/>
                </a:spcAft>
              </a:pPr>
              <a:r>
                <a:rPr lang="fr-FR" sz="1600" dirty="0">
                  <a:solidFill>
                    <a:srgbClr val="EDEDE9"/>
                  </a:solidFill>
                  <a:latin typeface="Poppins" panose="00000500000000000000" pitchFamily="2" charset="0"/>
                  <a:ea typeface="Calibri" panose="020F0502020204030204" pitchFamily="34" charset="0"/>
                  <a:cs typeface="Poppins" panose="00000500000000000000" pitchFamily="2" charset="0"/>
                </a:rPr>
                <a:t>L</a:t>
              </a: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’ajout d’un accès dédié aux enseignants.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a:p>
              <a:pPr>
                <a:lnSpc>
                  <a:spcPct val="115000"/>
                </a:lnSpc>
                <a:spcAft>
                  <a:spcPts val="1000"/>
                </a:spcAft>
                <a:buNone/>
              </a:pPr>
              <a:r>
                <a:rPr lang="fr-FR" sz="16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15" name="ZoneTexte 14">
            <a:extLst>
              <a:ext uri="{FF2B5EF4-FFF2-40B4-BE49-F238E27FC236}">
                <a16:creationId xmlns:a16="http://schemas.microsoft.com/office/drawing/2014/main" id="{783503A5-CEB2-6350-F106-81154E03F8ED}"/>
              </a:ext>
            </a:extLst>
          </p:cNvPr>
          <p:cNvSpPr txBox="1"/>
          <p:nvPr/>
        </p:nvSpPr>
        <p:spPr>
          <a:xfrm>
            <a:off x="3831459" y="1793620"/>
            <a:ext cx="3992399" cy="584775"/>
          </a:xfrm>
          <a:prstGeom prst="rect">
            <a:avLst/>
          </a:prstGeom>
          <a:noFill/>
        </p:spPr>
        <p:txBody>
          <a:bodyPr wrap="square">
            <a:spAutoFit/>
          </a:bodyPr>
          <a:lstStyle/>
          <a:p>
            <a:r>
              <a:rPr lang="fr-FR" sz="3200" dirty="0">
                <a:solidFill>
                  <a:srgbClr val="003559"/>
                </a:solidFill>
                <a:effectLst/>
                <a:latin typeface="Montserrat" pitchFamily="2" charset="0"/>
                <a:ea typeface="Calibri" panose="020F0502020204030204" pitchFamily="34" charset="0"/>
                <a:cs typeface="Poppins Black" panose="00000A00000000000000" pitchFamily="2" charset="0"/>
              </a:rPr>
              <a:t>PESPECTIVES</a:t>
            </a:r>
            <a:endParaRPr lang="es-ES" sz="3200" dirty="0">
              <a:solidFill>
                <a:srgbClr val="003559"/>
              </a:solidFill>
              <a:effectLst/>
              <a:latin typeface="Montserrat" pitchFamily="2" charset="0"/>
              <a:ea typeface="Calibri" panose="020F0502020204030204" pitchFamily="34" charset="0"/>
              <a:cs typeface="Poppins Black" panose="00000A00000000000000" pitchFamily="2" charset="0"/>
            </a:endParaRPr>
          </a:p>
        </p:txBody>
      </p:sp>
      <p:sp>
        <p:nvSpPr>
          <p:cNvPr id="20" name="ZoneTexte 19">
            <a:extLst>
              <a:ext uri="{FF2B5EF4-FFF2-40B4-BE49-F238E27FC236}">
                <a16:creationId xmlns:a16="http://schemas.microsoft.com/office/drawing/2014/main" id="{A3CE5806-1B16-D0D9-0490-E8FCEE1730B9}"/>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1B263B"/>
                </a:solidFill>
                <a:latin typeface="Poppins" panose="00000500000000000000" pitchFamily="2" charset="0"/>
                <a:cs typeface="Poppins" panose="00000500000000000000" pitchFamily="2" charset="0"/>
              </a:rPr>
              <a:t>20</a:t>
            </a:r>
            <a:endParaRPr lang="es-ES" b="1" dirty="0">
              <a:solidFill>
                <a:srgbClr val="1B263B"/>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017037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DEDE9"/>
        </a:solidFill>
        <a:effectLst/>
      </p:bgPr>
    </p:bg>
    <p:spTree>
      <p:nvGrpSpPr>
        <p:cNvPr id="1" name="">
          <a:extLst>
            <a:ext uri="{FF2B5EF4-FFF2-40B4-BE49-F238E27FC236}">
              <a16:creationId xmlns:a16="http://schemas.microsoft.com/office/drawing/2014/main" id="{017E7AD4-C74C-1D06-8046-DCC48219DEB6}"/>
            </a:ext>
          </a:extLst>
        </p:cNvPr>
        <p:cNvGrpSpPr/>
        <p:nvPr/>
      </p:nvGrpSpPr>
      <p:grpSpPr>
        <a:xfrm>
          <a:off x="0" y="0"/>
          <a:ext cx="0" cy="0"/>
          <a:chOff x="0" y="0"/>
          <a:chExt cx="0" cy="0"/>
        </a:xfrm>
      </p:grpSpPr>
      <p:pic>
        <p:nvPicPr>
          <p:cNvPr id="12290" name="Picture 2" descr="Concept de classe numérique pour l'éducation en ligne d'un bureau de classe moderne sur le clavier des ordinateurs portables Soci">
            <a:extLst>
              <a:ext uri="{FF2B5EF4-FFF2-40B4-BE49-F238E27FC236}">
                <a16:creationId xmlns:a16="http://schemas.microsoft.com/office/drawing/2014/main" id="{664CC144-0825-130F-ADA8-F6AB057BFB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59" r="27330"/>
          <a:stretch/>
        </p:blipFill>
        <p:spPr bwMode="auto">
          <a:xfrm>
            <a:off x="9269860" y="-72628"/>
            <a:ext cx="6644640" cy="7003256"/>
          </a:xfrm>
          <a:prstGeom prst="rect">
            <a:avLst/>
          </a:prstGeom>
          <a:noFill/>
          <a:ln w="76200">
            <a:solidFill>
              <a:srgbClr val="003559"/>
            </a:solidFill>
          </a:ln>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3014C1A8-33FD-AEB2-091D-F94C44C1F167}"/>
              </a:ext>
            </a:extLst>
          </p:cNvPr>
          <p:cNvSpPr txBox="1"/>
          <p:nvPr/>
        </p:nvSpPr>
        <p:spPr>
          <a:xfrm>
            <a:off x="14031351" y="259080"/>
            <a:ext cx="10165080" cy="1200329"/>
          </a:xfrm>
          <a:prstGeom prst="rect">
            <a:avLst/>
          </a:prstGeom>
          <a:noFill/>
        </p:spPr>
        <p:txBody>
          <a:bodyPr wrap="square" rtlCol="0">
            <a:spAutoFit/>
          </a:bodyPr>
          <a:lstStyle/>
          <a:p>
            <a:r>
              <a:rPr lang="fr-FR" sz="3600" b="1"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CONCLUSION ET PESPECTIVES</a:t>
            </a:r>
            <a:endParaRPr lang="es-ES" sz="36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a:p>
            <a:endParaRPr lang="es-ES" sz="3600" dirty="0">
              <a:solidFill>
                <a:srgbClr val="003559"/>
              </a:solidFill>
              <a:latin typeface="Poppins Black" panose="00000A00000000000000" pitchFamily="2" charset="0"/>
              <a:cs typeface="Poppins Black" panose="00000A00000000000000" pitchFamily="2" charset="0"/>
            </a:endParaRPr>
          </a:p>
        </p:txBody>
      </p:sp>
      <p:grpSp>
        <p:nvGrpSpPr>
          <p:cNvPr id="4" name="Groupe 3">
            <a:extLst>
              <a:ext uri="{FF2B5EF4-FFF2-40B4-BE49-F238E27FC236}">
                <a16:creationId xmlns:a16="http://schemas.microsoft.com/office/drawing/2014/main" id="{6FCD61FE-B08A-1B44-8309-A52E649A7BE9}"/>
              </a:ext>
            </a:extLst>
          </p:cNvPr>
          <p:cNvGrpSpPr/>
          <p:nvPr/>
        </p:nvGrpSpPr>
        <p:grpSpPr>
          <a:xfrm>
            <a:off x="14311890" y="3728589"/>
            <a:ext cx="5861181" cy="755299"/>
            <a:chOff x="5645019" y="3515229"/>
            <a:chExt cx="5861181" cy="755299"/>
          </a:xfrm>
        </p:grpSpPr>
        <p:grpSp>
          <p:nvGrpSpPr>
            <p:cNvPr id="5" name="Groupe 4">
              <a:extLst>
                <a:ext uri="{FF2B5EF4-FFF2-40B4-BE49-F238E27FC236}">
                  <a16:creationId xmlns:a16="http://schemas.microsoft.com/office/drawing/2014/main" id="{8B5A2855-6D49-5F2A-AD23-C696BB8264D3}"/>
                </a:ext>
              </a:extLst>
            </p:cNvPr>
            <p:cNvGrpSpPr/>
            <p:nvPr/>
          </p:nvGrpSpPr>
          <p:grpSpPr>
            <a:xfrm>
              <a:off x="5645019" y="3515229"/>
              <a:ext cx="5861181" cy="755299"/>
              <a:chOff x="4306288" y="2463440"/>
              <a:chExt cx="433268" cy="433268"/>
            </a:xfrm>
            <a:solidFill>
              <a:srgbClr val="003559"/>
            </a:solidFill>
          </p:grpSpPr>
          <p:sp>
            <p:nvSpPr>
              <p:cNvPr id="7" name="Shape 3">
                <a:extLst>
                  <a:ext uri="{FF2B5EF4-FFF2-40B4-BE49-F238E27FC236}">
                    <a16:creationId xmlns:a16="http://schemas.microsoft.com/office/drawing/2014/main" id="{72667F1D-FDD9-4814-604A-3EA7A579BE9B}"/>
                  </a:ext>
                </a:extLst>
              </p:cNvPr>
              <p:cNvSpPr/>
              <p:nvPr/>
            </p:nvSpPr>
            <p:spPr>
              <a:xfrm>
                <a:off x="4306288" y="2463440"/>
                <a:ext cx="433268" cy="433268"/>
              </a:xfrm>
              <a:prstGeom prst="roundRect">
                <a:avLst>
                  <a:gd name="adj" fmla="val 20003"/>
                </a:avLst>
              </a:prstGeom>
              <a:grpFill/>
              <a:ln w="7620">
                <a:noFill/>
                <a:prstDash val="solid"/>
              </a:ln>
            </p:spPr>
          </p:sp>
          <p:sp>
            <p:nvSpPr>
              <p:cNvPr id="8" name="Text 4">
                <a:extLst>
                  <a:ext uri="{FF2B5EF4-FFF2-40B4-BE49-F238E27FC236}">
                    <a16:creationId xmlns:a16="http://schemas.microsoft.com/office/drawing/2014/main" id="{8A019037-B9D1-94C5-0A65-2DADBEB33972}"/>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rgbClr val="EDEDE9"/>
                    </a:solidFill>
                    <a:latin typeface="Poppins Black" panose="00000A00000000000000" pitchFamily="2" charset="0"/>
                    <a:cs typeface="Poppins Black" panose="00000A00000000000000" pitchFamily="2" charset="0"/>
                  </a:rPr>
                  <a:t>2</a:t>
                </a:r>
              </a:p>
            </p:txBody>
          </p:sp>
        </p:grpSp>
        <p:sp>
          <p:nvSpPr>
            <p:cNvPr id="6" name="ZoneTexte 5">
              <a:extLst>
                <a:ext uri="{FF2B5EF4-FFF2-40B4-BE49-F238E27FC236}">
                  <a16:creationId xmlns:a16="http://schemas.microsoft.com/office/drawing/2014/main" id="{C5B52F18-CA81-7BD2-8C9D-39EA456984E8}"/>
                </a:ext>
              </a:extLst>
            </p:cNvPr>
            <p:cNvSpPr txBox="1"/>
            <p:nvPr/>
          </p:nvSpPr>
          <p:spPr>
            <a:xfrm>
              <a:off x="6162489" y="3684439"/>
              <a:ext cx="5018655" cy="358816"/>
            </a:xfrm>
            <a:prstGeom prst="rect">
              <a:avLst/>
            </a:prstGeom>
            <a:noFill/>
          </p:spPr>
          <p:txBody>
            <a:bodyPr wrap="square" rtlCol="0">
              <a:spAutoFit/>
            </a:bodyPr>
            <a:lstStyle/>
            <a:p>
              <a:pPr>
                <a:lnSpc>
                  <a:spcPct val="115000"/>
                </a:lnSpc>
                <a:spcAft>
                  <a:spcPts val="1000"/>
                </a:spcAft>
                <a:buNone/>
              </a:pPr>
              <a:r>
                <a:rPr lang="fr-FR" sz="1600" dirty="0">
                  <a:solidFill>
                    <a:srgbClr val="EDEDE9"/>
                  </a:solidFill>
                  <a:effectLst/>
                  <a:latin typeface="Poppins" panose="00000500000000000000" pitchFamily="2" charset="0"/>
                  <a:ea typeface="Calibri" panose="020F0502020204030204" pitchFamily="34" charset="0"/>
                  <a:cs typeface="Poppins" panose="00000500000000000000" pitchFamily="2" charset="0"/>
                </a:rPr>
                <a:t>l’ajout d’un accès dédié aux enseignants</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grpSp>
        <p:nvGrpSpPr>
          <p:cNvPr id="9" name="Groupe 8">
            <a:extLst>
              <a:ext uri="{FF2B5EF4-FFF2-40B4-BE49-F238E27FC236}">
                <a16:creationId xmlns:a16="http://schemas.microsoft.com/office/drawing/2014/main" id="{18D7758D-E6EE-8DC4-D8F0-5602AC24A323}"/>
              </a:ext>
            </a:extLst>
          </p:cNvPr>
          <p:cNvGrpSpPr/>
          <p:nvPr/>
        </p:nvGrpSpPr>
        <p:grpSpPr>
          <a:xfrm>
            <a:off x="14311890" y="2463669"/>
            <a:ext cx="5861181" cy="755299"/>
            <a:chOff x="5645019" y="3515229"/>
            <a:chExt cx="5861181" cy="755299"/>
          </a:xfrm>
        </p:grpSpPr>
        <p:grpSp>
          <p:nvGrpSpPr>
            <p:cNvPr id="10" name="Groupe 9">
              <a:extLst>
                <a:ext uri="{FF2B5EF4-FFF2-40B4-BE49-F238E27FC236}">
                  <a16:creationId xmlns:a16="http://schemas.microsoft.com/office/drawing/2014/main" id="{84F495CD-A3AA-DB3F-04DD-DE7E0C05AA35}"/>
                </a:ext>
              </a:extLst>
            </p:cNvPr>
            <p:cNvGrpSpPr/>
            <p:nvPr/>
          </p:nvGrpSpPr>
          <p:grpSpPr>
            <a:xfrm>
              <a:off x="5645019" y="3515229"/>
              <a:ext cx="5861181" cy="755299"/>
              <a:chOff x="4306288" y="2463440"/>
              <a:chExt cx="433268" cy="433268"/>
            </a:xfrm>
            <a:solidFill>
              <a:srgbClr val="003559"/>
            </a:solidFill>
          </p:grpSpPr>
          <p:sp>
            <p:nvSpPr>
              <p:cNvPr id="12" name="Shape 3">
                <a:extLst>
                  <a:ext uri="{FF2B5EF4-FFF2-40B4-BE49-F238E27FC236}">
                    <a16:creationId xmlns:a16="http://schemas.microsoft.com/office/drawing/2014/main" id="{FBBE6D78-E2F5-F918-18EA-431ABA158377}"/>
                  </a:ext>
                </a:extLst>
              </p:cNvPr>
              <p:cNvSpPr/>
              <p:nvPr/>
            </p:nvSpPr>
            <p:spPr>
              <a:xfrm>
                <a:off x="4306288" y="2463440"/>
                <a:ext cx="433268" cy="433268"/>
              </a:xfrm>
              <a:prstGeom prst="roundRect">
                <a:avLst>
                  <a:gd name="adj" fmla="val 20003"/>
                </a:avLst>
              </a:prstGeom>
              <a:grpFill/>
              <a:ln w="7620">
                <a:noFill/>
                <a:prstDash val="solid"/>
              </a:ln>
            </p:spPr>
          </p:sp>
          <p:sp>
            <p:nvSpPr>
              <p:cNvPr id="13" name="Text 4">
                <a:extLst>
                  <a:ext uri="{FF2B5EF4-FFF2-40B4-BE49-F238E27FC236}">
                    <a16:creationId xmlns:a16="http://schemas.microsoft.com/office/drawing/2014/main" id="{4421785E-F7EE-D444-E77D-7B525F89B0A8}"/>
                  </a:ext>
                </a:extLst>
              </p:cNvPr>
              <p:cNvSpPr/>
              <p:nvPr/>
            </p:nvSpPr>
            <p:spPr>
              <a:xfrm>
                <a:off x="4313253" y="2560505"/>
                <a:ext cx="17916" cy="288846"/>
              </a:xfrm>
              <a:prstGeom prst="rect">
                <a:avLst/>
              </a:prstGeom>
              <a:grpFill/>
              <a:ln>
                <a:noFill/>
              </a:ln>
            </p:spPr>
            <p:txBody>
              <a:bodyPr wrap="none" rtlCol="0" anchor="t"/>
              <a:lstStyle/>
              <a:p>
                <a:pPr marL="0" indent="0">
                  <a:lnSpc>
                    <a:spcPts val="2275"/>
                  </a:lnSpc>
                  <a:buNone/>
                </a:pPr>
                <a:r>
                  <a:rPr lang="en-US" sz="2275" dirty="0">
                    <a:solidFill>
                      <a:srgbClr val="EDEDE9"/>
                    </a:solidFill>
                    <a:latin typeface="Poppins Black" panose="00000A00000000000000" pitchFamily="2" charset="0"/>
                    <a:ea typeface="Libre Baskerville" pitchFamily="34" charset="-122"/>
                    <a:cs typeface="Poppins Black" panose="00000A00000000000000" pitchFamily="2" charset="0"/>
                  </a:rPr>
                  <a:t>1</a:t>
                </a:r>
                <a:endParaRPr lang="en-US" sz="2275" dirty="0">
                  <a:solidFill>
                    <a:srgbClr val="EDEDE9"/>
                  </a:solidFill>
                  <a:latin typeface="Poppins Black" panose="00000A00000000000000" pitchFamily="2" charset="0"/>
                  <a:cs typeface="Poppins Black" panose="00000A00000000000000" pitchFamily="2" charset="0"/>
                </a:endParaRPr>
              </a:p>
            </p:txBody>
          </p:sp>
        </p:grpSp>
        <p:sp>
          <p:nvSpPr>
            <p:cNvPr id="11" name="ZoneTexte 10">
              <a:extLst>
                <a:ext uri="{FF2B5EF4-FFF2-40B4-BE49-F238E27FC236}">
                  <a16:creationId xmlns:a16="http://schemas.microsoft.com/office/drawing/2014/main" id="{BF6196A2-3D15-EA95-654F-C5B1576173BA}"/>
                </a:ext>
              </a:extLst>
            </p:cNvPr>
            <p:cNvSpPr txBox="1"/>
            <p:nvPr/>
          </p:nvSpPr>
          <p:spPr>
            <a:xfrm>
              <a:off x="6162489" y="3551524"/>
              <a:ext cx="5018655" cy="645305"/>
            </a:xfrm>
            <a:prstGeom prst="rect">
              <a:avLst/>
            </a:prstGeom>
            <a:noFill/>
          </p:spPr>
          <p:txBody>
            <a:bodyPr wrap="square" rtlCol="0">
              <a:spAutoFit/>
            </a:bodyPr>
            <a:lstStyle/>
            <a:p>
              <a:pPr>
                <a:lnSpc>
                  <a:spcPct val="115000"/>
                </a:lnSpc>
                <a:spcAft>
                  <a:spcPts val="1000"/>
                </a:spcAft>
                <a:buNone/>
              </a:pPr>
              <a:r>
                <a:rPr lang="fr-FR" sz="1600" dirty="0">
                  <a:solidFill>
                    <a:srgbClr val="EDEDE9"/>
                  </a:solidFill>
                  <a:effectLst/>
                  <a:latin typeface="Poppins" panose="00000500000000000000" pitchFamily="2" charset="0"/>
                  <a:ea typeface="Times New Roman" panose="02020603050405020304" pitchFamily="18" charset="0"/>
                  <a:cs typeface="Poppins" panose="00000500000000000000" pitchFamily="2" charset="0"/>
                </a:rPr>
                <a:t>Passage à une version mobile pour un accès plus flexible.</a:t>
              </a:r>
              <a:endParaRPr lang="es-ES" sz="1600" dirty="0">
                <a:solidFill>
                  <a:srgbClr val="EDEDE9"/>
                </a:solidFill>
                <a:effectLst/>
                <a:latin typeface="Poppins" panose="00000500000000000000" pitchFamily="2" charset="0"/>
                <a:ea typeface="Calibri" panose="020F0502020204030204" pitchFamily="34" charset="0"/>
                <a:cs typeface="Poppins" panose="00000500000000000000" pitchFamily="2" charset="0"/>
              </a:endParaRPr>
            </a:p>
          </p:txBody>
        </p:sp>
      </p:grpSp>
      <p:sp>
        <p:nvSpPr>
          <p:cNvPr id="15" name="ZoneTexte 14">
            <a:extLst>
              <a:ext uri="{FF2B5EF4-FFF2-40B4-BE49-F238E27FC236}">
                <a16:creationId xmlns:a16="http://schemas.microsoft.com/office/drawing/2014/main" id="{484006E2-E89B-28B5-B2EE-167E8EDF0242}"/>
              </a:ext>
            </a:extLst>
          </p:cNvPr>
          <p:cNvSpPr txBox="1"/>
          <p:nvPr/>
        </p:nvSpPr>
        <p:spPr>
          <a:xfrm>
            <a:off x="14311890" y="1805195"/>
            <a:ext cx="3992399" cy="584775"/>
          </a:xfrm>
          <a:prstGeom prst="rect">
            <a:avLst/>
          </a:prstGeom>
          <a:noFill/>
        </p:spPr>
        <p:txBody>
          <a:bodyPr wrap="square">
            <a:spAutoFit/>
          </a:bodyPr>
          <a:lstStyle/>
          <a:p>
            <a:r>
              <a:rPr lang="fr-FR" sz="3200" dirty="0">
                <a:solidFill>
                  <a:srgbClr val="003559"/>
                </a:solidFill>
                <a:effectLst/>
                <a:latin typeface="Montserrat" pitchFamily="2" charset="0"/>
                <a:ea typeface="Calibri" panose="020F0502020204030204" pitchFamily="34" charset="0"/>
                <a:cs typeface="Poppins Black" panose="00000A00000000000000" pitchFamily="2" charset="0"/>
              </a:rPr>
              <a:t>PESPECTIVES</a:t>
            </a:r>
            <a:endParaRPr lang="es-ES" sz="3200" dirty="0">
              <a:solidFill>
                <a:srgbClr val="003559"/>
              </a:solidFill>
              <a:effectLst/>
              <a:latin typeface="Montserrat" pitchFamily="2" charset="0"/>
              <a:ea typeface="Calibri" panose="020F0502020204030204" pitchFamily="34" charset="0"/>
              <a:cs typeface="Poppins Black" panose="00000A00000000000000" pitchFamily="2" charset="0"/>
            </a:endParaRPr>
          </a:p>
        </p:txBody>
      </p:sp>
      <p:sp>
        <p:nvSpPr>
          <p:cNvPr id="2" name="ZoneTexte 1">
            <a:extLst>
              <a:ext uri="{FF2B5EF4-FFF2-40B4-BE49-F238E27FC236}">
                <a16:creationId xmlns:a16="http://schemas.microsoft.com/office/drawing/2014/main" id="{82BF5CFD-2D2D-CB9C-9FFC-4487CA06161E}"/>
              </a:ext>
            </a:extLst>
          </p:cNvPr>
          <p:cNvSpPr txBox="1"/>
          <p:nvPr/>
        </p:nvSpPr>
        <p:spPr>
          <a:xfrm>
            <a:off x="164123" y="382191"/>
            <a:ext cx="7127631" cy="1323439"/>
          </a:xfrm>
          <a:prstGeom prst="rect">
            <a:avLst/>
          </a:prstGeom>
          <a:noFill/>
        </p:spPr>
        <p:txBody>
          <a:bodyPr wrap="square" rtlCol="0">
            <a:spAutoFit/>
          </a:bodyPr>
          <a:lstStyle/>
          <a:p>
            <a:r>
              <a:rPr lang="fr-FR" sz="40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rPr>
              <a:t>COMPETENCES ACQUISES</a:t>
            </a:r>
            <a:endParaRPr lang="es-ES" sz="4000" dirty="0">
              <a:solidFill>
                <a:srgbClr val="003559"/>
              </a:solidFill>
              <a:effectLst/>
              <a:latin typeface="Poppins Black" panose="00000A00000000000000" pitchFamily="2" charset="0"/>
              <a:ea typeface="Calibri" panose="020F0502020204030204" pitchFamily="34" charset="0"/>
              <a:cs typeface="Poppins Black" panose="00000A00000000000000" pitchFamily="2" charset="0"/>
            </a:endParaRPr>
          </a:p>
          <a:p>
            <a:endParaRPr lang="es-ES" sz="4000" dirty="0">
              <a:solidFill>
                <a:srgbClr val="003559"/>
              </a:solidFill>
              <a:latin typeface="Poppins Black" panose="00000A00000000000000" pitchFamily="2" charset="0"/>
              <a:cs typeface="Poppins Black" panose="00000A00000000000000" pitchFamily="2" charset="0"/>
            </a:endParaRPr>
          </a:p>
        </p:txBody>
      </p:sp>
      <p:sp>
        <p:nvSpPr>
          <p:cNvPr id="14" name="Rectangle 13">
            <a:extLst>
              <a:ext uri="{FF2B5EF4-FFF2-40B4-BE49-F238E27FC236}">
                <a16:creationId xmlns:a16="http://schemas.microsoft.com/office/drawing/2014/main" id="{4B19348D-A0AA-A220-98F7-E56DCABEA958}"/>
              </a:ext>
            </a:extLst>
          </p:cNvPr>
          <p:cNvSpPr/>
          <p:nvPr/>
        </p:nvSpPr>
        <p:spPr>
          <a:xfrm>
            <a:off x="616285" y="3897799"/>
            <a:ext cx="2180493" cy="1723370"/>
          </a:xfrm>
          <a:prstGeom prst="rect">
            <a:avLst/>
          </a:prstGeom>
          <a:solidFill>
            <a:srgbClr val="EDEDE9"/>
          </a:solidFill>
          <a:ln>
            <a:solidFill>
              <a:srgbClr val="EDEDE9"/>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angle 15">
            <a:extLst>
              <a:ext uri="{FF2B5EF4-FFF2-40B4-BE49-F238E27FC236}">
                <a16:creationId xmlns:a16="http://schemas.microsoft.com/office/drawing/2014/main" id="{192B7FA7-DB97-E1C1-1BDF-FE6013D46327}"/>
              </a:ext>
            </a:extLst>
          </p:cNvPr>
          <p:cNvSpPr/>
          <p:nvPr/>
        </p:nvSpPr>
        <p:spPr>
          <a:xfrm>
            <a:off x="4757250" y="3897799"/>
            <a:ext cx="2180493" cy="1723370"/>
          </a:xfrm>
          <a:prstGeom prst="rect">
            <a:avLst/>
          </a:prstGeom>
          <a:solidFill>
            <a:srgbClr val="EDEDE9"/>
          </a:solidFill>
          <a:ln>
            <a:solidFill>
              <a:srgbClr val="EDEDE9"/>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angle 16">
            <a:extLst>
              <a:ext uri="{FF2B5EF4-FFF2-40B4-BE49-F238E27FC236}">
                <a16:creationId xmlns:a16="http://schemas.microsoft.com/office/drawing/2014/main" id="{3DAECB03-83DD-E951-E493-102AA84CFB6F}"/>
              </a:ext>
            </a:extLst>
          </p:cNvPr>
          <p:cNvSpPr/>
          <p:nvPr/>
        </p:nvSpPr>
        <p:spPr>
          <a:xfrm>
            <a:off x="616285" y="1705630"/>
            <a:ext cx="2180493" cy="1723370"/>
          </a:xfrm>
          <a:prstGeom prst="rect">
            <a:avLst/>
          </a:prstGeom>
          <a:solidFill>
            <a:srgbClr val="EDEDE9"/>
          </a:solidFill>
          <a:ln>
            <a:solidFill>
              <a:srgbClr val="EDEDE9"/>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angle 17">
            <a:extLst>
              <a:ext uri="{FF2B5EF4-FFF2-40B4-BE49-F238E27FC236}">
                <a16:creationId xmlns:a16="http://schemas.microsoft.com/office/drawing/2014/main" id="{E6463C72-1104-8AC3-178F-CF47ECA9FE66}"/>
              </a:ext>
            </a:extLst>
          </p:cNvPr>
          <p:cNvSpPr/>
          <p:nvPr/>
        </p:nvSpPr>
        <p:spPr>
          <a:xfrm>
            <a:off x="4757250" y="1705630"/>
            <a:ext cx="2180493" cy="1723370"/>
          </a:xfrm>
          <a:prstGeom prst="rect">
            <a:avLst/>
          </a:prstGeom>
          <a:solidFill>
            <a:srgbClr val="EDEDE9"/>
          </a:solidFill>
          <a:ln>
            <a:solidFill>
              <a:srgbClr val="EDEDE9"/>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ZoneTexte 18">
            <a:extLst>
              <a:ext uri="{FF2B5EF4-FFF2-40B4-BE49-F238E27FC236}">
                <a16:creationId xmlns:a16="http://schemas.microsoft.com/office/drawing/2014/main" id="{A292872C-86C2-71C4-4A5B-74DB0F3F3A4E}"/>
              </a:ext>
            </a:extLst>
          </p:cNvPr>
          <p:cNvSpPr txBox="1"/>
          <p:nvPr/>
        </p:nvSpPr>
        <p:spPr>
          <a:xfrm>
            <a:off x="164123" y="4287969"/>
            <a:ext cx="2429794" cy="779444"/>
          </a:xfrm>
          <a:prstGeom prst="rect">
            <a:avLst/>
          </a:prstGeom>
          <a:noFill/>
        </p:spPr>
        <p:txBody>
          <a:bodyPr wrap="square" rtlCol="0">
            <a:spAutoFit/>
          </a:bodyPr>
          <a:lstStyle/>
          <a:p>
            <a:pPr marL="685800" algn="ctr">
              <a:lnSpc>
                <a:spcPct val="115000"/>
              </a:lnSpc>
              <a:buNone/>
            </a:pPr>
            <a:r>
              <a:rPr lang="fr-FR" sz="2000" dirty="0">
                <a:solidFill>
                  <a:srgbClr val="003559"/>
                </a:solidFill>
                <a:effectLst/>
                <a:latin typeface="Montserrat" pitchFamily="2" charset="0"/>
                <a:ea typeface="Calibri" panose="020F0502020204030204" pitchFamily="34" charset="0"/>
                <a:cs typeface="Arial" panose="020B0604020202020204" pitchFamily="34" charset="0"/>
              </a:rPr>
              <a:t>Analyse des besoins</a:t>
            </a:r>
            <a:endParaRPr lang="es-ES" sz="2000" dirty="0">
              <a:solidFill>
                <a:srgbClr val="003559"/>
              </a:solidFill>
              <a:effectLst/>
              <a:latin typeface="Montserrat" pitchFamily="2" charset="0"/>
              <a:ea typeface="Calibri" panose="020F0502020204030204" pitchFamily="34" charset="0"/>
              <a:cs typeface="Arial" panose="020B0604020202020204" pitchFamily="34" charset="0"/>
            </a:endParaRPr>
          </a:p>
        </p:txBody>
      </p:sp>
      <p:sp>
        <p:nvSpPr>
          <p:cNvPr id="20" name="ZoneTexte 19">
            <a:extLst>
              <a:ext uri="{FF2B5EF4-FFF2-40B4-BE49-F238E27FC236}">
                <a16:creationId xmlns:a16="http://schemas.microsoft.com/office/drawing/2014/main" id="{31375041-CF7B-AF28-C811-A647166D1B78}"/>
              </a:ext>
            </a:extLst>
          </p:cNvPr>
          <p:cNvSpPr txBox="1"/>
          <p:nvPr/>
        </p:nvSpPr>
        <p:spPr>
          <a:xfrm>
            <a:off x="491634" y="2059483"/>
            <a:ext cx="2305144" cy="1015663"/>
          </a:xfrm>
          <a:prstGeom prst="rect">
            <a:avLst/>
          </a:prstGeom>
          <a:noFill/>
        </p:spPr>
        <p:txBody>
          <a:bodyPr wrap="square" rtlCol="0">
            <a:spAutoFit/>
          </a:bodyPr>
          <a:lstStyle/>
          <a:p>
            <a:pPr algn="ctr"/>
            <a:r>
              <a:rPr lang="fr-FR" sz="2000" dirty="0">
                <a:solidFill>
                  <a:srgbClr val="003559"/>
                </a:solidFill>
                <a:effectLst/>
                <a:latin typeface="Montserrat" pitchFamily="2" charset="0"/>
                <a:ea typeface="Calibri" panose="020F0502020204030204" pitchFamily="34" charset="0"/>
                <a:cs typeface="Arial" panose="020B0604020202020204" pitchFamily="34" charset="0"/>
              </a:rPr>
              <a:t>Travail en équipe</a:t>
            </a:r>
            <a:endParaRPr lang="es-ES" sz="2000" dirty="0">
              <a:solidFill>
                <a:srgbClr val="003559"/>
              </a:solidFill>
              <a:effectLst/>
              <a:latin typeface="Montserrat" pitchFamily="2" charset="0"/>
              <a:ea typeface="Calibri" panose="020F0502020204030204" pitchFamily="34" charset="0"/>
              <a:cs typeface="Arial" panose="020B0604020202020204" pitchFamily="34" charset="0"/>
            </a:endParaRPr>
          </a:p>
          <a:p>
            <a:pPr algn="ctr"/>
            <a:endParaRPr lang="es-ES" sz="2000" dirty="0">
              <a:solidFill>
                <a:srgbClr val="003559"/>
              </a:solidFill>
              <a:latin typeface="Montserrat" pitchFamily="2" charset="0"/>
            </a:endParaRPr>
          </a:p>
        </p:txBody>
      </p:sp>
      <p:sp>
        <p:nvSpPr>
          <p:cNvPr id="21" name="ZoneTexte 20">
            <a:extLst>
              <a:ext uri="{FF2B5EF4-FFF2-40B4-BE49-F238E27FC236}">
                <a16:creationId xmlns:a16="http://schemas.microsoft.com/office/drawing/2014/main" id="{B873947D-5523-A329-1DB2-093349F66DE3}"/>
              </a:ext>
            </a:extLst>
          </p:cNvPr>
          <p:cNvSpPr txBox="1"/>
          <p:nvPr/>
        </p:nvSpPr>
        <p:spPr>
          <a:xfrm>
            <a:off x="4318499" y="1946119"/>
            <a:ext cx="2429794" cy="1129027"/>
          </a:xfrm>
          <a:prstGeom prst="rect">
            <a:avLst/>
          </a:prstGeom>
          <a:noFill/>
        </p:spPr>
        <p:txBody>
          <a:bodyPr wrap="square" rtlCol="0">
            <a:spAutoFit/>
          </a:bodyPr>
          <a:lstStyle/>
          <a:p>
            <a:pPr marL="685800" algn="ctr">
              <a:lnSpc>
                <a:spcPct val="115000"/>
              </a:lnSpc>
              <a:buNone/>
            </a:pPr>
            <a:r>
              <a:rPr lang="fr-FR" sz="2000" dirty="0">
                <a:solidFill>
                  <a:srgbClr val="003559"/>
                </a:solidFill>
                <a:effectLst/>
                <a:latin typeface="Montserrat" pitchFamily="2" charset="0"/>
                <a:ea typeface="Calibri" panose="020F0502020204030204" pitchFamily="34" charset="0"/>
                <a:cs typeface="Arial" panose="020B0604020202020204" pitchFamily="34" charset="0"/>
              </a:rPr>
              <a:t>Résolution des problèmes</a:t>
            </a:r>
            <a:endParaRPr lang="es-ES" sz="2000" dirty="0">
              <a:solidFill>
                <a:srgbClr val="003559"/>
              </a:solidFill>
              <a:effectLst/>
              <a:latin typeface="Montserrat" pitchFamily="2" charset="0"/>
              <a:ea typeface="Calibri" panose="020F0502020204030204" pitchFamily="34" charset="0"/>
              <a:cs typeface="Arial" panose="020B0604020202020204" pitchFamily="34" charset="0"/>
            </a:endParaRPr>
          </a:p>
        </p:txBody>
      </p:sp>
      <p:sp>
        <p:nvSpPr>
          <p:cNvPr id="22" name="ZoneTexte 21">
            <a:extLst>
              <a:ext uri="{FF2B5EF4-FFF2-40B4-BE49-F238E27FC236}">
                <a16:creationId xmlns:a16="http://schemas.microsoft.com/office/drawing/2014/main" id="{DA8170E2-9046-3B08-872C-B6E092898B44}"/>
              </a:ext>
            </a:extLst>
          </p:cNvPr>
          <p:cNvSpPr txBox="1"/>
          <p:nvPr/>
        </p:nvSpPr>
        <p:spPr>
          <a:xfrm>
            <a:off x="4035639" y="4337485"/>
            <a:ext cx="2974760" cy="775084"/>
          </a:xfrm>
          <a:prstGeom prst="rect">
            <a:avLst/>
          </a:prstGeom>
          <a:noFill/>
        </p:spPr>
        <p:txBody>
          <a:bodyPr wrap="square" rtlCol="0">
            <a:spAutoFit/>
          </a:bodyPr>
          <a:lstStyle/>
          <a:p>
            <a:pPr marL="685800" algn="ctr">
              <a:lnSpc>
                <a:spcPct val="115000"/>
              </a:lnSpc>
              <a:buNone/>
            </a:pPr>
            <a:r>
              <a:rPr lang="fr-FR" sz="2000" dirty="0">
                <a:solidFill>
                  <a:srgbClr val="003559"/>
                </a:solidFill>
                <a:effectLst/>
                <a:latin typeface="Montserrat" pitchFamily="2" charset="0"/>
                <a:ea typeface="Calibri" panose="020F0502020204030204" pitchFamily="34" charset="0"/>
                <a:cs typeface="Arial" panose="020B0604020202020204" pitchFamily="34" charset="0"/>
              </a:rPr>
              <a:t>Développement d’applications</a:t>
            </a:r>
            <a:endParaRPr lang="es-ES" sz="2000" dirty="0">
              <a:solidFill>
                <a:srgbClr val="003559"/>
              </a:solidFill>
              <a:effectLst/>
              <a:latin typeface="Montserrat" pitchFamily="2" charset="0"/>
              <a:ea typeface="Calibri" panose="020F0502020204030204" pitchFamily="34" charset="0"/>
              <a:cs typeface="Arial" panose="020B0604020202020204" pitchFamily="34" charset="0"/>
            </a:endParaRPr>
          </a:p>
        </p:txBody>
      </p:sp>
      <p:sp>
        <p:nvSpPr>
          <p:cNvPr id="25" name="ZoneTexte 24">
            <a:extLst>
              <a:ext uri="{FF2B5EF4-FFF2-40B4-BE49-F238E27FC236}">
                <a16:creationId xmlns:a16="http://schemas.microsoft.com/office/drawing/2014/main" id="{422FCBCC-FEE7-1242-EF9D-4575D30B2B87}"/>
              </a:ext>
            </a:extLst>
          </p:cNvPr>
          <p:cNvSpPr txBox="1"/>
          <p:nvPr/>
        </p:nvSpPr>
        <p:spPr>
          <a:xfrm>
            <a:off x="11725154" y="6457040"/>
            <a:ext cx="466846" cy="369332"/>
          </a:xfrm>
          <a:prstGeom prst="rect">
            <a:avLst/>
          </a:prstGeom>
          <a:noFill/>
        </p:spPr>
        <p:txBody>
          <a:bodyPr wrap="square" rtlCol="0">
            <a:spAutoFit/>
          </a:bodyPr>
          <a:lstStyle/>
          <a:p>
            <a:r>
              <a:rPr lang="fr-FR" b="1" dirty="0">
                <a:solidFill>
                  <a:srgbClr val="EDEDE9"/>
                </a:solidFill>
                <a:latin typeface="Poppins" panose="00000500000000000000" pitchFamily="2" charset="0"/>
                <a:cs typeface="Poppins" panose="00000500000000000000" pitchFamily="2" charset="0"/>
              </a:rPr>
              <a:t>21</a:t>
            </a:r>
            <a:endParaRPr lang="es-ES" b="1" dirty="0">
              <a:solidFill>
                <a:srgbClr val="EDEDE9"/>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11105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wafaaPres</Template>
  <TotalTime>518</TotalTime>
  <Words>3246</Words>
  <Application>Microsoft Office PowerPoint</Application>
  <PresentationFormat>Grand écran</PresentationFormat>
  <Paragraphs>923</Paragraphs>
  <Slides>34</Slides>
  <Notes>29</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34</vt:i4>
      </vt:variant>
    </vt:vector>
  </HeadingPairs>
  <TitlesOfParts>
    <vt:vector size="46" baseType="lpstr">
      <vt:lpstr>Arial</vt:lpstr>
      <vt:lpstr>Calibri</vt:lpstr>
      <vt:lpstr>Calibri Light</vt:lpstr>
      <vt:lpstr>Montserrat</vt:lpstr>
      <vt:lpstr>Montserrat ExtraBold</vt:lpstr>
      <vt:lpstr>Poppins</vt:lpstr>
      <vt:lpstr>Poppins Black</vt:lpstr>
      <vt:lpstr>Symbol</vt:lpstr>
      <vt:lpstr>Tahoma</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3</cp:revision>
  <dcterms:created xsi:type="dcterms:W3CDTF">2025-05-26T20:03:09Z</dcterms:created>
  <dcterms:modified xsi:type="dcterms:W3CDTF">2025-05-27T04:41:26Z</dcterms:modified>
</cp:coreProperties>
</file>